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24"/>
  </p:notesMasterIdLst>
  <p:sldIdLst>
    <p:sldId id="256" r:id="rId2"/>
    <p:sldId id="404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392" r:id="rId17"/>
    <p:sldId id="395" r:id="rId18"/>
    <p:sldId id="398" r:id="rId19"/>
    <p:sldId id="399" r:id="rId20"/>
    <p:sldId id="396" r:id="rId21"/>
    <p:sldId id="403" r:id="rId22"/>
    <p:sldId id="400" r:id="rId23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0"/>
    <p:restoredTop sz="94694"/>
  </p:normalViewPr>
  <p:slideViewPr>
    <p:cSldViewPr>
      <p:cViewPr varScale="1">
        <p:scale>
          <a:sx n="107" d="100"/>
          <a:sy n="107" d="100"/>
        </p:scale>
        <p:origin x="1648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52D25E-BAFF-1B4F-A218-407F8C0BD1B1}" type="datetimeFigureOut">
              <a:rPr lang="en-US" smtClean="0"/>
              <a:t>2/22/26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EC0C4-1642-E24F-8794-F553EB676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984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FBB9E62-C6AA-19D0-3058-DE49369AF8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879E73-935E-A94C-9522-078D9DB635E1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335874" name="Rectangle 2">
            <a:extLst>
              <a:ext uri="{FF2B5EF4-FFF2-40B4-BE49-F238E27FC236}">
                <a16:creationId xmlns:a16="http://schemas.microsoft.com/office/drawing/2014/main" id="{EC1B8F52-F1A1-1141-2EBF-9224EEDB027E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363913" y="2366963"/>
            <a:ext cx="0" cy="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5875" name="Rectangle 3">
            <a:extLst>
              <a:ext uri="{FF2B5EF4-FFF2-40B4-BE49-F238E27FC236}">
                <a16:creationId xmlns:a16="http://schemas.microsoft.com/office/drawing/2014/main" id="{E0EFB284-CB65-54BC-0263-C9760DE84E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13" tIns="44956" rIns="89913" bIns="44956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CAC8D61-DB07-C4D1-CBD5-802A584EC6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058636-B300-9C4A-BB73-89BAAF063719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342018" name="Rectangle 2">
            <a:extLst>
              <a:ext uri="{FF2B5EF4-FFF2-40B4-BE49-F238E27FC236}">
                <a16:creationId xmlns:a16="http://schemas.microsoft.com/office/drawing/2014/main" id="{30D3C34A-FB9D-DA38-C3E1-BD290C78825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363913" y="2366963"/>
            <a:ext cx="0" cy="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2019" name="Rectangle 3">
            <a:extLst>
              <a:ext uri="{FF2B5EF4-FFF2-40B4-BE49-F238E27FC236}">
                <a16:creationId xmlns:a16="http://schemas.microsoft.com/office/drawing/2014/main" id="{5DF473C9-9B59-5D29-21DE-2D81A5A725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13" tIns="44956" rIns="89913" bIns="44956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18FF6BF-46DC-4EE9-B5E0-ABA3BF7156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B7F8D3-9B4B-CA47-996F-EAED07F39FE1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348162" name="Rectangle 2">
            <a:extLst>
              <a:ext uri="{FF2B5EF4-FFF2-40B4-BE49-F238E27FC236}">
                <a16:creationId xmlns:a16="http://schemas.microsoft.com/office/drawing/2014/main" id="{55EF92C9-9591-A3EF-E500-C62021BA68E9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363913" y="2366963"/>
            <a:ext cx="0" cy="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63" name="Rectangle 3">
            <a:extLst>
              <a:ext uri="{FF2B5EF4-FFF2-40B4-BE49-F238E27FC236}">
                <a16:creationId xmlns:a16="http://schemas.microsoft.com/office/drawing/2014/main" id="{0D282823-F158-D076-AC54-91C90684A3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13" tIns="44956" rIns="89913" bIns="44956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6788F9C-8256-8654-FE70-6639A347BF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7A3335-F382-3448-8118-B33D8F4FB091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350210" name="Rectangle 2">
            <a:extLst>
              <a:ext uri="{FF2B5EF4-FFF2-40B4-BE49-F238E27FC236}">
                <a16:creationId xmlns:a16="http://schemas.microsoft.com/office/drawing/2014/main" id="{08FC90BC-8644-E6D0-66EE-8E68A912217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363913" y="2366963"/>
            <a:ext cx="0" cy="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0211" name="Rectangle 3">
            <a:extLst>
              <a:ext uri="{FF2B5EF4-FFF2-40B4-BE49-F238E27FC236}">
                <a16:creationId xmlns:a16="http://schemas.microsoft.com/office/drawing/2014/main" id="{E5657C2F-7C77-62B4-DE73-6853051DA7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13" tIns="44956" rIns="89913" bIns="44956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E5817B7-C15D-F76A-B62A-3FCD0AA7A3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920DEA-7EE3-A440-A517-C8B58B72E2DE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344066" name="Rectangle 2">
            <a:extLst>
              <a:ext uri="{FF2B5EF4-FFF2-40B4-BE49-F238E27FC236}">
                <a16:creationId xmlns:a16="http://schemas.microsoft.com/office/drawing/2014/main" id="{3F18FFCC-F3F0-FBA7-87DC-C73BC6C81BC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363913" y="2366963"/>
            <a:ext cx="0" cy="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4067" name="Rectangle 3">
            <a:extLst>
              <a:ext uri="{FF2B5EF4-FFF2-40B4-BE49-F238E27FC236}">
                <a16:creationId xmlns:a16="http://schemas.microsoft.com/office/drawing/2014/main" id="{6BC326CA-A6A5-981C-9654-F6CEAFE621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13" tIns="44956" rIns="89913" bIns="44956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7FC70-598C-2397-E31B-17BF1FA1A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0DBBC4B-AF0C-6185-14E5-9AC61A593F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920DEA-7EE3-A440-A517-C8B58B72E2DE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344066" name="Rectangle 2">
            <a:extLst>
              <a:ext uri="{FF2B5EF4-FFF2-40B4-BE49-F238E27FC236}">
                <a16:creationId xmlns:a16="http://schemas.microsoft.com/office/drawing/2014/main" id="{468CCFB8-AEA2-3E3E-0689-E29F578FAC29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363913" y="2366963"/>
            <a:ext cx="0" cy="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4067" name="Rectangle 3">
            <a:extLst>
              <a:ext uri="{FF2B5EF4-FFF2-40B4-BE49-F238E27FC236}">
                <a16:creationId xmlns:a16="http://schemas.microsoft.com/office/drawing/2014/main" id="{950A0CFF-D272-C85A-F142-CA54E3CB21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13" tIns="44956" rIns="89913" bIns="4495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43266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32E2F39-A80D-EB99-B432-E746DE8544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42DC444-4FF0-A840-8FE9-EDCC02CE33BE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352258" name="Rectangle 2">
            <a:extLst>
              <a:ext uri="{FF2B5EF4-FFF2-40B4-BE49-F238E27FC236}">
                <a16:creationId xmlns:a16="http://schemas.microsoft.com/office/drawing/2014/main" id="{98F3C057-E220-A5A8-20FF-8EA5F64BDEB9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363913" y="2366963"/>
            <a:ext cx="0" cy="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2259" name="Rectangle 3">
            <a:extLst>
              <a:ext uri="{FF2B5EF4-FFF2-40B4-BE49-F238E27FC236}">
                <a16:creationId xmlns:a16="http://schemas.microsoft.com/office/drawing/2014/main" id="{C62FB48B-892A-309D-5692-39CB205E1C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13" tIns="44956" rIns="89913" bIns="44956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0067E-F9F4-B9D1-148F-5D0BAF3EE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300" y="1272011"/>
            <a:ext cx="7543800" cy="2705947"/>
          </a:xfrm>
        </p:spPr>
        <p:txBody>
          <a:bodyPr anchor="b"/>
          <a:lstStyle>
            <a:lvl1pPr algn="ctr">
              <a:defRPr sz="49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BB0FB9-5BC8-188B-056B-8B34D76A0E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1980"/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2BFA8-E9B3-667B-A349-6892744B9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3D114-A891-DB38-0B8F-9C3EFB18B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66A5A-82F7-2F7D-E96F-FE3D6312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822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4D6D-1E86-2261-8ABC-B71D2211B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2779A-37EF-70D7-60CD-155B31759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FD8B4-6799-6CC8-A1E8-94FAB9D4B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C8C8F-6BFE-C205-0CBE-6DF010250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02E25-43B4-BC20-8864-170070E9D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793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FEA4C-758B-0327-E993-7860A1BD4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276" y="1937704"/>
            <a:ext cx="8675370" cy="3233102"/>
          </a:xfrm>
        </p:spPr>
        <p:txBody>
          <a:bodyPr anchor="b"/>
          <a:lstStyle>
            <a:lvl1pPr>
              <a:defRPr sz="49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A9258C-2C4D-4746-8035-75A89B659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6276" y="5201392"/>
            <a:ext cx="8675370" cy="1700212"/>
          </a:xfrm>
        </p:spPr>
        <p:txBody>
          <a:bodyPr/>
          <a:lstStyle>
            <a:lvl1pPr marL="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1pPr>
            <a:lvl2pPr marL="377190" indent="0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01CC2-A7D8-5EA0-89DA-0E3B8086F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DEA41-FFC5-D37E-1503-C6BA1A340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F85F0-3717-010A-7869-A1332D9EE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381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4B999-65EF-086D-6B3C-266BC9B30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D553B-55DE-0BD2-C93C-B08B433B32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D9B43-D71E-037E-9ECF-2A9D8DDA5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1EB27B-AE9C-260C-0C46-64B13B56F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D12BE-31A1-7B56-629B-533277950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CE2D2-64EA-42D2-8401-ADD0E8763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479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709AB-90BA-2574-4A89-CD052B4FD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413809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5EADB4-DCD5-8550-B1F8-B1DE8E03C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1CA957-17BF-76C3-F4C5-231F6D4E1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B7BC7F-E49C-FC02-6BA6-E43DD0812E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92065" y="1905318"/>
            <a:ext cx="4276130" cy="933767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AD3A54-67CB-9B68-ECCB-B21FADB6BC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92065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66C980-FD38-F0C0-803C-A7638BD6A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177BEC-2F2D-AABE-1377-FBDC2D166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714155-A59F-1F87-F3D4-20E50A56F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250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F83F6-C285-951D-2CA4-FAD06EABA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422220-CB71-C601-0F23-8AD36962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C11840-D60C-BFC9-B4B4-DB5A46031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E420B3-B99C-078E-C202-EBEA0EEAB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884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706D48-4898-F0D0-914F-BA82E1A13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9B5F7F-9443-B2F0-5BFF-533098E7A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49427-4D00-2E0E-A23B-63DA4468E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891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3B8B5-9186-AA17-A5CF-7CFD9F819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8EDEA-5BCD-6DD8-31D6-D43CA213A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6130" y="1119082"/>
            <a:ext cx="5092065" cy="5523442"/>
          </a:xfrm>
        </p:spPr>
        <p:txBody>
          <a:bodyPr/>
          <a:lstStyle>
            <a:lvl1pPr>
              <a:defRPr sz="2640"/>
            </a:lvl1pPr>
            <a:lvl2pPr>
              <a:defRPr sz="2310"/>
            </a:lvl2pPr>
            <a:lvl3pPr>
              <a:defRPr sz="198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041AF-1490-53EC-0248-F525AF254F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424C3-1F48-681F-794C-305971F4F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2ADA7-E20A-A78E-0B5D-D4BC41E4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E17730-242D-4D91-B278-5E7FC245C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406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6A0D0-188D-533A-19F3-72BDB4603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13D8BD-69ED-5285-E065-029333F1E4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76130" y="1119082"/>
            <a:ext cx="5092065" cy="5523442"/>
          </a:xfrm>
        </p:spPr>
        <p:txBody>
          <a:bodyPr/>
          <a:lstStyle>
            <a:lvl1pPr marL="0" indent="0">
              <a:buNone/>
              <a:defRPr sz="2640"/>
            </a:lvl1pPr>
            <a:lvl2pPr marL="377190" indent="0">
              <a:buNone/>
              <a:defRPr sz="2310"/>
            </a:lvl2pPr>
            <a:lvl3pPr marL="754380" indent="0">
              <a:buNone/>
              <a:defRPr sz="1980"/>
            </a:lvl3pPr>
            <a:lvl4pPr marL="1131570" indent="0">
              <a:buNone/>
              <a:defRPr sz="1650"/>
            </a:lvl4pPr>
            <a:lvl5pPr marL="1508760" indent="0">
              <a:buNone/>
              <a:defRPr sz="1650"/>
            </a:lvl5pPr>
            <a:lvl6pPr marL="1885950" indent="0">
              <a:buNone/>
              <a:defRPr sz="1650"/>
            </a:lvl6pPr>
            <a:lvl7pPr marL="2263140" indent="0">
              <a:buNone/>
              <a:defRPr sz="1650"/>
            </a:lvl7pPr>
            <a:lvl8pPr marL="2640330" indent="0">
              <a:buNone/>
              <a:defRPr sz="1650"/>
            </a:lvl8pPr>
            <a:lvl9pPr marL="3017520" indent="0">
              <a:buNone/>
              <a:defRPr sz="165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55D807-B787-E7C2-22C3-90CCD999E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DE6010-261D-6C1F-95CF-316EB3664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00E7FD-8CA4-CD78-3164-F01A669B4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B49906-D9E6-B9D2-115C-2DF0D3BCB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85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7F72D-AF10-B886-12B1-8BD6C8F86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61C2E1-8F28-4A0E-90EA-DF6638BF90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AB52F-6F00-16B7-9DC7-D7B76CABA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1B3BE-91F1-ECB9-8011-F2EFE4546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CBC72-1FD5-97DB-E917-B6BF44A50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440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B396D1-0615-63D4-DBFF-735440236B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198042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5BE7F2-627C-1F59-0A61-E2880011B9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16254-3E3B-791F-BE5E-E016C7853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2AE1B-5D52-B53F-8204-1FCE781C8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38C23-E472-E17D-1247-99D982EAB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941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A8A836-F4FC-B10F-F873-44407CA9B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413809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0CA510-7E5E-09EF-0893-4D7A8280B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64915-A24A-341C-B3F0-89E3D20F0D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151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1B0D8-115C-7E56-A480-456269EA11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1845" y="7203864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DB9D4-941D-3AB9-78B3-C96324420C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374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123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36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595" indent="-188595" algn="l" defTabSz="75438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1pPr>
      <a:lvl2pPr marL="56578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94297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132016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69735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786383" y="3642359"/>
            <a:ext cx="8453120" cy="0"/>
          </a:xfrm>
          <a:custGeom>
            <a:avLst/>
            <a:gdLst/>
            <a:ahLst/>
            <a:cxnLst/>
            <a:rect l="l" t="t" r="r" b="b"/>
            <a:pathLst>
              <a:path w="8453120">
                <a:moveTo>
                  <a:pt x="0" y="0"/>
                </a:moveTo>
                <a:lnTo>
                  <a:pt x="8453119" y="1"/>
                </a:lnTo>
              </a:path>
            </a:pathLst>
          </a:custGeom>
          <a:ln w="40639">
            <a:solidFill>
              <a:srgbClr val="431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45206" y="2398966"/>
            <a:ext cx="4046854" cy="90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800" spc="-95" dirty="0"/>
              <a:t>SQL</a:t>
            </a:r>
            <a:r>
              <a:rPr sz="5800" spc="-305" dirty="0"/>
              <a:t> </a:t>
            </a:r>
            <a:r>
              <a:rPr sz="5800" dirty="0"/>
              <a:t>-</a:t>
            </a:r>
            <a:r>
              <a:rPr sz="5800" spc="-300" dirty="0"/>
              <a:t> </a:t>
            </a:r>
            <a:r>
              <a:rPr sz="5800" spc="-95" dirty="0"/>
              <a:t>Join</a:t>
            </a:r>
            <a:endParaRPr sz="5800" dirty="0"/>
          </a:p>
        </p:txBody>
      </p:sp>
      <p:sp>
        <p:nvSpPr>
          <p:cNvPr id="5" name="object 5"/>
          <p:cNvSpPr txBox="1"/>
          <p:nvPr/>
        </p:nvSpPr>
        <p:spPr>
          <a:xfrm>
            <a:off x="2471420" y="3916679"/>
            <a:ext cx="5120640" cy="1208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4655"/>
              </a:lnSpc>
              <a:spcBef>
                <a:spcPts val="100"/>
              </a:spcBef>
            </a:pPr>
            <a:r>
              <a:rPr sz="4100" b="1" spc="-145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4100" b="1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4100" b="1" spc="-26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4100" b="1" spc="-145">
                <a:solidFill>
                  <a:srgbClr val="292934"/>
                </a:solidFill>
                <a:latin typeface="Verdana"/>
                <a:cs typeface="Verdana"/>
              </a:rPr>
              <a:t>47</a:t>
            </a:r>
            <a:r>
              <a:rPr lang="en-US" sz="4100" b="1" spc="-145">
                <a:solidFill>
                  <a:srgbClr val="292934"/>
                </a:solidFill>
                <a:latin typeface="Verdana"/>
                <a:cs typeface="Verdana"/>
              </a:rPr>
              <a:t>1</a:t>
            </a:r>
            <a:r>
              <a:rPr sz="4100" b="1" spc="-145">
                <a:solidFill>
                  <a:srgbClr val="292934"/>
                </a:solidFill>
                <a:latin typeface="Verdana"/>
                <a:cs typeface="Verdana"/>
              </a:rPr>
              <a:t>0</a:t>
            </a:r>
            <a:endParaRPr sz="4100">
              <a:latin typeface="Verdana"/>
              <a:cs typeface="Verdana"/>
            </a:endParaRPr>
          </a:p>
          <a:p>
            <a:pPr algn="ctr">
              <a:lnSpc>
                <a:spcPts val="4655"/>
              </a:lnSpc>
            </a:pPr>
            <a:r>
              <a:rPr sz="4100" b="1" spc="-15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4100" b="1" spc="-140" dirty="0">
                <a:solidFill>
                  <a:srgbClr val="292934"/>
                </a:solidFill>
                <a:latin typeface="Verdana"/>
                <a:cs typeface="Verdana"/>
              </a:rPr>
              <a:t>ata</a:t>
            </a:r>
            <a:r>
              <a:rPr sz="4100" b="1" spc="-135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4100" b="1" spc="-140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4100" b="1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4100" b="1" spc="-2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4100" b="1" spc="-140" dirty="0">
                <a:solidFill>
                  <a:srgbClr val="292934"/>
                </a:solidFill>
                <a:latin typeface="Verdana"/>
                <a:cs typeface="Verdana"/>
              </a:rPr>
              <a:t>Syste</a:t>
            </a:r>
            <a:r>
              <a:rPr sz="4100" b="1" spc="-155" dirty="0">
                <a:solidFill>
                  <a:srgbClr val="292934"/>
                </a:solidFill>
                <a:latin typeface="Verdana"/>
                <a:cs typeface="Verdana"/>
              </a:rPr>
              <a:t>ms</a:t>
            </a:r>
            <a:endParaRPr sz="41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9C789-7910-EA9B-790B-32E8633F9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205DF-2E40-2200-4A4B-6EB0E9575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Zybook</a:t>
            </a:r>
            <a:r>
              <a:rPr lang="en-US" dirty="0"/>
              <a:t> Assignment 1 due on 02/22 (Participation activity and Lab – everything is included)</a:t>
            </a:r>
          </a:p>
        </p:txBody>
      </p:sp>
    </p:spTree>
    <p:extLst>
      <p:ext uri="{BB962C8B-B14F-4D97-AF65-F5344CB8AC3E}">
        <p14:creationId xmlns:p14="http://schemas.microsoft.com/office/powerpoint/2010/main" val="4110577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41707" y="354583"/>
            <a:ext cx="138303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spc="-90" dirty="0"/>
              <a:t>J</a:t>
            </a:r>
            <a:r>
              <a:rPr sz="3900" spc="-65" dirty="0"/>
              <a:t>O</a:t>
            </a:r>
            <a:r>
              <a:rPr sz="3900" spc="-80" dirty="0"/>
              <a:t>I</a:t>
            </a:r>
            <a:r>
              <a:rPr sz="3900" dirty="0"/>
              <a:t>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2839" y="1042415"/>
            <a:ext cx="8169909" cy="2199005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207645" indent="-195580">
              <a:lnSpc>
                <a:spcPct val="100000"/>
              </a:lnSpc>
              <a:spcBef>
                <a:spcPts val="1345"/>
              </a:spcBef>
              <a:buClr>
                <a:srgbClr val="292934"/>
              </a:buClr>
              <a:buSzPct val="86956"/>
              <a:buFont typeface="Arial MT"/>
              <a:buChar char="•"/>
              <a:tabLst>
                <a:tab pos="208279" algn="l"/>
              </a:tabLst>
            </a:pPr>
            <a:r>
              <a:rPr sz="2300" spc="20" dirty="0">
                <a:solidFill>
                  <a:srgbClr val="C00000"/>
                </a:solidFill>
                <a:latin typeface="Verdana"/>
                <a:cs typeface="Verdana"/>
              </a:rPr>
              <a:t>Combine</a:t>
            </a:r>
            <a:r>
              <a:rPr sz="2300" spc="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related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sets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values</a:t>
            </a:r>
            <a:endParaRPr sz="2300" dirty="0">
              <a:latin typeface="Verdana"/>
              <a:cs typeface="Verdana"/>
            </a:endParaRPr>
          </a:p>
          <a:p>
            <a:pPr marL="207645" marR="5080" indent="-195580">
              <a:lnSpc>
                <a:spcPts val="2500"/>
              </a:lnSpc>
              <a:spcBef>
                <a:spcPts val="1550"/>
              </a:spcBef>
              <a:buSzPct val="86956"/>
              <a:buFont typeface="Arial MT"/>
              <a:buChar char="•"/>
              <a:tabLst>
                <a:tab pos="208279" algn="l"/>
              </a:tabLst>
            </a:pP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23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(or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relations)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must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3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3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unique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identifier </a:t>
            </a:r>
            <a:r>
              <a:rPr sz="2300" spc="-7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sz="2300" spc="15" dirty="0">
                <a:solidFill>
                  <a:srgbClr val="C00000"/>
                </a:solidFill>
                <a:latin typeface="Verdana"/>
                <a:cs typeface="Verdana"/>
              </a:rPr>
              <a:t>primary</a:t>
            </a:r>
            <a:r>
              <a:rPr sz="2300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C00000"/>
                </a:solidFill>
                <a:latin typeface="Verdana"/>
                <a:cs typeface="Verdana"/>
              </a:rPr>
              <a:t>key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)</a:t>
            </a:r>
            <a:endParaRPr sz="2300" dirty="0">
              <a:latin typeface="Verdana"/>
              <a:cs typeface="Verdana"/>
            </a:endParaRPr>
          </a:p>
          <a:p>
            <a:pPr marL="207645" marR="5715" indent="-195580">
              <a:lnSpc>
                <a:spcPts val="2500"/>
              </a:lnSpc>
              <a:spcBef>
                <a:spcPts val="1600"/>
              </a:spcBef>
              <a:buSzPct val="86956"/>
              <a:buFont typeface="Arial MT"/>
              <a:buChar char="•"/>
              <a:tabLst>
                <a:tab pos="208279" algn="l"/>
              </a:tabLst>
            </a:pP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related</a:t>
            </a:r>
            <a:r>
              <a:rPr sz="23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must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contain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3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copy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unique </a:t>
            </a:r>
            <a:r>
              <a:rPr sz="2300" spc="-7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identifier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sz="2300" spc="15" dirty="0">
                <a:solidFill>
                  <a:srgbClr val="C00000"/>
                </a:solidFill>
                <a:latin typeface="Verdana"/>
                <a:cs typeface="Verdana"/>
              </a:rPr>
              <a:t>foreign</a:t>
            </a:r>
            <a:r>
              <a:rPr sz="2300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C00000"/>
                </a:solidFill>
                <a:latin typeface="Verdana"/>
                <a:cs typeface="Verdana"/>
              </a:rPr>
              <a:t>key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)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23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related</a:t>
            </a:r>
            <a:r>
              <a:rPr sz="23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endParaRPr sz="2300" dirty="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61552" y="5573706"/>
            <a:ext cx="1875155" cy="1091565"/>
            <a:chOff x="6861552" y="5573706"/>
            <a:chExt cx="1875155" cy="1091565"/>
          </a:xfrm>
        </p:grpSpPr>
        <p:sp>
          <p:nvSpPr>
            <p:cNvPr id="5" name="object 5"/>
            <p:cNvSpPr/>
            <p:nvPr/>
          </p:nvSpPr>
          <p:spPr>
            <a:xfrm>
              <a:off x="7607359" y="5587993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59" h="1062990">
                  <a:moveTo>
                    <a:pt x="557348" y="0"/>
                  </a:moveTo>
                  <a:lnTo>
                    <a:pt x="509258" y="1949"/>
                  </a:lnTo>
                  <a:lnTo>
                    <a:pt x="462304" y="7693"/>
                  </a:lnTo>
                  <a:lnTo>
                    <a:pt x="416653" y="17070"/>
                  </a:lnTo>
                  <a:lnTo>
                    <a:pt x="372472" y="29922"/>
                  </a:lnTo>
                  <a:lnTo>
                    <a:pt x="329930" y="46090"/>
                  </a:lnTo>
                  <a:lnTo>
                    <a:pt x="289193" y="65412"/>
                  </a:lnTo>
                  <a:lnTo>
                    <a:pt x="250428" y="87731"/>
                  </a:lnTo>
                  <a:lnTo>
                    <a:pt x="213803" y="112887"/>
                  </a:lnTo>
                  <a:lnTo>
                    <a:pt x="179485" y="140720"/>
                  </a:lnTo>
                  <a:lnTo>
                    <a:pt x="147641" y="171071"/>
                  </a:lnTo>
                  <a:lnTo>
                    <a:pt x="118439" y="203781"/>
                  </a:lnTo>
                  <a:lnTo>
                    <a:pt x="92046" y="238689"/>
                  </a:lnTo>
                  <a:lnTo>
                    <a:pt x="68629" y="275637"/>
                  </a:lnTo>
                  <a:lnTo>
                    <a:pt x="48356" y="314465"/>
                  </a:lnTo>
                  <a:lnTo>
                    <a:pt x="31394" y="355013"/>
                  </a:lnTo>
                  <a:lnTo>
                    <a:pt x="17910" y="397122"/>
                  </a:lnTo>
                  <a:lnTo>
                    <a:pt x="8071" y="440633"/>
                  </a:lnTo>
                  <a:lnTo>
                    <a:pt x="2045" y="485387"/>
                  </a:lnTo>
                  <a:lnTo>
                    <a:pt x="0" y="531223"/>
                  </a:lnTo>
                  <a:lnTo>
                    <a:pt x="2045" y="577059"/>
                  </a:lnTo>
                  <a:lnTo>
                    <a:pt x="8071" y="621812"/>
                  </a:lnTo>
                  <a:lnTo>
                    <a:pt x="17910" y="665323"/>
                  </a:lnTo>
                  <a:lnTo>
                    <a:pt x="31394" y="707432"/>
                  </a:lnTo>
                  <a:lnTo>
                    <a:pt x="48356" y="747981"/>
                  </a:lnTo>
                  <a:lnTo>
                    <a:pt x="68629" y="786809"/>
                  </a:lnTo>
                  <a:lnTo>
                    <a:pt x="92046" y="823756"/>
                  </a:lnTo>
                  <a:lnTo>
                    <a:pt x="118439" y="858665"/>
                  </a:lnTo>
                  <a:lnTo>
                    <a:pt x="147641" y="891374"/>
                  </a:lnTo>
                  <a:lnTo>
                    <a:pt x="179485" y="921725"/>
                  </a:lnTo>
                  <a:lnTo>
                    <a:pt x="213803" y="949558"/>
                  </a:lnTo>
                  <a:lnTo>
                    <a:pt x="250428" y="974714"/>
                  </a:lnTo>
                  <a:lnTo>
                    <a:pt x="289193" y="997033"/>
                  </a:lnTo>
                  <a:lnTo>
                    <a:pt x="329930" y="1016356"/>
                  </a:lnTo>
                  <a:lnTo>
                    <a:pt x="372472" y="1032523"/>
                  </a:lnTo>
                  <a:lnTo>
                    <a:pt x="416653" y="1045375"/>
                  </a:lnTo>
                  <a:lnTo>
                    <a:pt x="462304" y="1054752"/>
                  </a:lnTo>
                  <a:lnTo>
                    <a:pt x="509258" y="1060496"/>
                  </a:lnTo>
                  <a:lnTo>
                    <a:pt x="557348" y="1062446"/>
                  </a:lnTo>
                  <a:lnTo>
                    <a:pt x="605438" y="1060496"/>
                  </a:lnTo>
                  <a:lnTo>
                    <a:pt x="652392" y="1054752"/>
                  </a:lnTo>
                  <a:lnTo>
                    <a:pt x="698043" y="1045375"/>
                  </a:lnTo>
                  <a:lnTo>
                    <a:pt x="742223" y="1032523"/>
                  </a:lnTo>
                  <a:lnTo>
                    <a:pt x="784766" y="1016356"/>
                  </a:lnTo>
                  <a:lnTo>
                    <a:pt x="825503" y="997033"/>
                  </a:lnTo>
                  <a:lnTo>
                    <a:pt x="864268" y="974714"/>
                  </a:lnTo>
                  <a:lnTo>
                    <a:pt x="900893" y="949558"/>
                  </a:lnTo>
                  <a:lnTo>
                    <a:pt x="935211" y="921725"/>
                  </a:lnTo>
                  <a:lnTo>
                    <a:pt x="967055" y="891374"/>
                  </a:lnTo>
                  <a:lnTo>
                    <a:pt x="996257" y="858665"/>
                  </a:lnTo>
                  <a:lnTo>
                    <a:pt x="1022650" y="823756"/>
                  </a:lnTo>
                  <a:lnTo>
                    <a:pt x="1046066" y="786809"/>
                  </a:lnTo>
                  <a:lnTo>
                    <a:pt x="1066340" y="747981"/>
                  </a:lnTo>
                  <a:lnTo>
                    <a:pt x="1083302" y="707432"/>
                  </a:lnTo>
                  <a:lnTo>
                    <a:pt x="1096786" y="665323"/>
                  </a:lnTo>
                  <a:lnTo>
                    <a:pt x="1106625" y="621812"/>
                  </a:lnTo>
                  <a:lnTo>
                    <a:pt x="1112650" y="577059"/>
                  </a:lnTo>
                  <a:lnTo>
                    <a:pt x="1114696" y="531223"/>
                  </a:lnTo>
                  <a:lnTo>
                    <a:pt x="1112650" y="485387"/>
                  </a:lnTo>
                  <a:lnTo>
                    <a:pt x="1106625" y="440633"/>
                  </a:lnTo>
                  <a:lnTo>
                    <a:pt x="1096786" y="397122"/>
                  </a:lnTo>
                  <a:lnTo>
                    <a:pt x="1083302" y="355013"/>
                  </a:lnTo>
                  <a:lnTo>
                    <a:pt x="1066340" y="314465"/>
                  </a:lnTo>
                  <a:lnTo>
                    <a:pt x="1046066" y="275637"/>
                  </a:lnTo>
                  <a:lnTo>
                    <a:pt x="1022650" y="238689"/>
                  </a:lnTo>
                  <a:lnTo>
                    <a:pt x="996257" y="203781"/>
                  </a:lnTo>
                  <a:lnTo>
                    <a:pt x="967055" y="171071"/>
                  </a:lnTo>
                  <a:lnTo>
                    <a:pt x="935211" y="140720"/>
                  </a:lnTo>
                  <a:lnTo>
                    <a:pt x="900893" y="112887"/>
                  </a:lnTo>
                  <a:lnTo>
                    <a:pt x="864268" y="87731"/>
                  </a:lnTo>
                  <a:lnTo>
                    <a:pt x="825503" y="65412"/>
                  </a:lnTo>
                  <a:lnTo>
                    <a:pt x="784766" y="46090"/>
                  </a:lnTo>
                  <a:lnTo>
                    <a:pt x="742223" y="29922"/>
                  </a:lnTo>
                  <a:lnTo>
                    <a:pt x="698043" y="17070"/>
                  </a:lnTo>
                  <a:lnTo>
                    <a:pt x="652392" y="7693"/>
                  </a:lnTo>
                  <a:lnTo>
                    <a:pt x="605438" y="1949"/>
                  </a:lnTo>
                  <a:lnTo>
                    <a:pt x="557348" y="0"/>
                  </a:lnTo>
                  <a:close/>
                </a:path>
              </a:pathLst>
            </a:custGeom>
            <a:solidFill>
              <a:srgbClr val="E8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07359" y="5587993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59" h="1062990">
                  <a:moveTo>
                    <a:pt x="0" y="531222"/>
                  </a:moveTo>
                  <a:lnTo>
                    <a:pt x="2045" y="485386"/>
                  </a:lnTo>
                  <a:lnTo>
                    <a:pt x="8071" y="440633"/>
                  </a:lnTo>
                  <a:lnTo>
                    <a:pt x="17910" y="397122"/>
                  </a:lnTo>
                  <a:lnTo>
                    <a:pt x="31394" y="355013"/>
                  </a:lnTo>
                  <a:lnTo>
                    <a:pt x="48356" y="314464"/>
                  </a:lnTo>
                  <a:lnTo>
                    <a:pt x="68629" y="275637"/>
                  </a:lnTo>
                  <a:lnTo>
                    <a:pt x="92046" y="238689"/>
                  </a:lnTo>
                  <a:lnTo>
                    <a:pt x="118439" y="203781"/>
                  </a:lnTo>
                  <a:lnTo>
                    <a:pt x="147641" y="171071"/>
                  </a:lnTo>
                  <a:lnTo>
                    <a:pt x="179485" y="140720"/>
                  </a:lnTo>
                  <a:lnTo>
                    <a:pt x="213803" y="112887"/>
                  </a:lnTo>
                  <a:lnTo>
                    <a:pt x="250428" y="87731"/>
                  </a:lnTo>
                  <a:lnTo>
                    <a:pt x="289193" y="65412"/>
                  </a:lnTo>
                  <a:lnTo>
                    <a:pt x="329930" y="46089"/>
                  </a:lnTo>
                  <a:lnTo>
                    <a:pt x="372473" y="29922"/>
                  </a:lnTo>
                  <a:lnTo>
                    <a:pt x="416653" y="17070"/>
                  </a:lnTo>
                  <a:lnTo>
                    <a:pt x="462304" y="7693"/>
                  </a:lnTo>
                  <a:lnTo>
                    <a:pt x="509258" y="1949"/>
                  </a:lnTo>
                  <a:lnTo>
                    <a:pt x="557348" y="0"/>
                  </a:lnTo>
                  <a:lnTo>
                    <a:pt x="605438" y="1949"/>
                  </a:lnTo>
                  <a:lnTo>
                    <a:pt x="652393" y="7693"/>
                  </a:lnTo>
                  <a:lnTo>
                    <a:pt x="698044" y="17070"/>
                  </a:lnTo>
                  <a:lnTo>
                    <a:pt x="742224" y="29922"/>
                  </a:lnTo>
                  <a:lnTo>
                    <a:pt x="784767" y="46089"/>
                  </a:lnTo>
                  <a:lnTo>
                    <a:pt x="825504" y="65412"/>
                  </a:lnTo>
                  <a:lnTo>
                    <a:pt x="864269" y="87731"/>
                  </a:lnTo>
                  <a:lnTo>
                    <a:pt x="900894" y="112887"/>
                  </a:lnTo>
                  <a:lnTo>
                    <a:pt x="935212" y="140720"/>
                  </a:lnTo>
                  <a:lnTo>
                    <a:pt x="967055" y="171071"/>
                  </a:lnTo>
                  <a:lnTo>
                    <a:pt x="996257" y="203781"/>
                  </a:lnTo>
                  <a:lnTo>
                    <a:pt x="1022650" y="238689"/>
                  </a:lnTo>
                  <a:lnTo>
                    <a:pt x="1046067" y="275637"/>
                  </a:lnTo>
                  <a:lnTo>
                    <a:pt x="1066340" y="314464"/>
                  </a:lnTo>
                  <a:lnTo>
                    <a:pt x="1083303" y="355013"/>
                  </a:lnTo>
                  <a:lnTo>
                    <a:pt x="1096787" y="397122"/>
                  </a:lnTo>
                  <a:lnTo>
                    <a:pt x="1106625" y="440633"/>
                  </a:lnTo>
                  <a:lnTo>
                    <a:pt x="1112651" y="485386"/>
                  </a:lnTo>
                  <a:lnTo>
                    <a:pt x="1114697" y="531222"/>
                  </a:lnTo>
                  <a:lnTo>
                    <a:pt x="1112651" y="577058"/>
                  </a:lnTo>
                  <a:lnTo>
                    <a:pt x="1106625" y="621812"/>
                  </a:lnTo>
                  <a:lnTo>
                    <a:pt x="1096787" y="665323"/>
                  </a:lnTo>
                  <a:lnTo>
                    <a:pt x="1083303" y="707432"/>
                  </a:lnTo>
                  <a:lnTo>
                    <a:pt x="1066340" y="747980"/>
                  </a:lnTo>
                  <a:lnTo>
                    <a:pt x="1046067" y="786808"/>
                  </a:lnTo>
                  <a:lnTo>
                    <a:pt x="1022650" y="823756"/>
                  </a:lnTo>
                  <a:lnTo>
                    <a:pt x="996257" y="858664"/>
                  </a:lnTo>
                  <a:lnTo>
                    <a:pt x="967055" y="891373"/>
                  </a:lnTo>
                  <a:lnTo>
                    <a:pt x="935212" y="921724"/>
                  </a:lnTo>
                  <a:lnTo>
                    <a:pt x="900894" y="949558"/>
                  </a:lnTo>
                  <a:lnTo>
                    <a:pt x="864269" y="974713"/>
                  </a:lnTo>
                  <a:lnTo>
                    <a:pt x="825504" y="997032"/>
                  </a:lnTo>
                  <a:lnTo>
                    <a:pt x="784767" y="1016355"/>
                  </a:lnTo>
                  <a:lnTo>
                    <a:pt x="742224" y="1032523"/>
                  </a:lnTo>
                  <a:lnTo>
                    <a:pt x="698044" y="1045375"/>
                  </a:lnTo>
                  <a:lnTo>
                    <a:pt x="652393" y="1054752"/>
                  </a:lnTo>
                  <a:lnTo>
                    <a:pt x="605438" y="1060495"/>
                  </a:lnTo>
                  <a:lnTo>
                    <a:pt x="557348" y="1062445"/>
                  </a:lnTo>
                  <a:lnTo>
                    <a:pt x="509258" y="1060495"/>
                  </a:lnTo>
                  <a:lnTo>
                    <a:pt x="462304" y="1054752"/>
                  </a:lnTo>
                  <a:lnTo>
                    <a:pt x="416653" y="1045375"/>
                  </a:lnTo>
                  <a:lnTo>
                    <a:pt x="372473" y="1032523"/>
                  </a:lnTo>
                  <a:lnTo>
                    <a:pt x="329930" y="1016355"/>
                  </a:lnTo>
                  <a:lnTo>
                    <a:pt x="289193" y="997032"/>
                  </a:lnTo>
                  <a:lnTo>
                    <a:pt x="250428" y="974713"/>
                  </a:lnTo>
                  <a:lnTo>
                    <a:pt x="213803" y="949558"/>
                  </a:lnTo>
                  <a:lnTo>
                    <a:pt x="179485" y="921724"/>
                  </a:lnTo>
                  <a:lnTo>
                    <a:pt x="147641" y="891373"/>
                  </a:lnTo>
                  <a:lnTo>
                    <a:pt x="118439" y="858664"/>
                  </a:lnTo>
                  <a:lnTo>
                    <a:pt x="92046" y="823756"/>
                  </a:lnTo>
                  <a:lnTo>
                    <a:pt x="68629" y="786808"/>
                  </a:lnTo>
                  <a:lnTo>
                    <a:pt x="48356" y="747980"/>
                  </a:lnTo>
                  <a:lnTo>
                    <a:pt x="31394" y="707432"/>
                  </a:lnTo>
                  <a:lnTo>
                    <a:pt x="17910" y="665323"/>
                  </a:lnTo>
                  <a:lnTo>
                    <a:pt x="8071" y="621812"/>
                  </a:lnTo>
                  <a:lnTo>
                    <a:pt x="2045" y="577058"/>
                  </a:lnTo>
                  <a:lnTo>
                    <a:pt x="0" y="531222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75839" y="5587993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59" h="1062990">
                  <a:moveTo>
                    <a:pt x="557348" y="0"/>
                  </a:moveTo>
                  <a:lnTo>
                    <a:pt x="509258" y="1949"/>
                  </a:lnTo>
                  <a:lnTo>
                    <a:pt x="462304" y="7693"/>
                  </a:lnTo>
                  <a:lnTo>
                    <a:pt x="416653" y="17070"/>
                  </a:lnTo>
                  <a:lnTo>
                    <a:pt x="372472" y="29922"/>
                  </a:lnTo>
                  <a:lnTo>
                    <a:pt x="329930" y="46090"/>
                  </a:lnTo>
                  <a:lnTo>
                    <a:pt x="289193" y="65412"/>
                  </a:lnTo>
                  <a:lnTo>
                    <a:pt x="250428" y="87731"/>
                  </a:lnTo>
                  <a:lnTo>
                    <a:pt x="213803" y="112887"/>
                  </a:lnTo>
                  <a:lnTo>
                    <a:pt x="179485" y="140720"/>
                  </a:lnTo>
                  <a:lnTo>
                    <a:pt x="147641" y="171071"/>
                  </a:lnTo>
                  <a:lnTo>
                    <a:pt x="118439" y="203781"/>
                  </a:lnTo>
                  <a:lnTo>
                    <a:pt x="92046" y="238689"/>
                  </a:lnTo>
                  <a:lnTo>
                    <a:pt x="68629" y="275637"/>
                  </a:lnTo>
                  <a:lnTo>
                    <a:pt x="48356" y="314465"/>
                  </a:lnTo>
                  <a:lnTo>
                    <a:pt x="31394" y="355013"/>
                  </a:lnTo>
                  <a:lnTo>
                    <a:pt x="17910" y="397122"/>
                  </a:lnTo>
                  <a:lnTo>
                    <a:pt x="8071" y="440633"/>
                  </a:lnTo>
                  <a:lnTo>
                    <a:pt x="2045" y="485387"/>
                  </a:lnTo>
                  <a:lnTo>
                    <a:pt x="0" y="531223"/>
                  </a:lnTo>
                  <a:lnTo>
                    <a:pt x="2045" y="577059"/>
                  </a:lnTo>
                  <a:lnTo>
                    <a:pt x="8071" y="621812"/>
                  </a:lnTo>
                  <a:lnTo>
                    <a:pt x="17910" y="665323"/>
                  </a:lnTo>
                  <a:lnTo>
                    <a:pt x="31394" y="707432"/>
                  </a:lnTo>
                  <a:lnTo>
                    <a:pt x="48356" y="747981"/>
                  </a:lnTo>
                  <a:lnTo>
                    <a:pt x="68629" y="786809"/>
                  </a:lnTo>
                  <a:lnTo>
                    <a:pt x="92046" y="823756"/>
                  </a:lnTo>
                  <a:lnTo>
                    <a:pt x="118439" y="858665"/>
                  </a:lnTo>
                  <a:lnTo>
                    <a:pt x="147641" y="891374"/>
                  </a:lnTo>
                  <a:lnTo>
                    <a:pt x="179485" y="921725"/>
                  </a:lnTo>
                  <a:lnTo>
                    <a:pt x="213803" y="949558"/>
                  </a:lnTo>
                  <a:lnTo>
                    <a:pt x="250428" y="974714"/>
                  </a:lnTo>
                  <a:lnTo>
                    <a:pt x="289193" y="997033"/>
                  </a:lnTo>
                  <a:lnTo>
                    <a:pt x="329930" y="1016356"/>
                  </a:lnTo>
                  <a:lnTo>
                    <a:pt x="372472" y="1032523"/>
                  </a:lnTo>
                  <a:lnTo>
                    <a:pt x="416653" y="1045375"/>
                  </a:lnTo>
                  <a:lnTo>
                    <a:pt x="462304" y="1054752"/>
                  </a:lnTo>
                  <a:lnTo>
                    <a:pt x="509258" y="1060496"/>
                  </a:lnTo>
                  <a:lnTo>
                    <a:pt x="557348" y="1062446"/>
                  </a:lnTo>
                  <a:lnTo>
                    <a:pt x="605438" y="1060496"/>
                  </a:lnTo>
                  <a:lnTo>
                    <a:pt x="652392" y="1054752"/>
                  </a:lnTo>
                  <a:lnTo>
                    <a:pt x="698043" y="1045375"/>
                  </a:lnTo>
                  <a:lnTo>
                    <a:pt x="742223" y="1032523"/>
                  </a:lnTo>
                  <a:lnTo>
                    <a:pt x="784766" y="1016356"/>
                  </a:lnTo>
                  <a:lnTo>
                    <a:pt x="825503" y="997033"/>
                  </a:lnTo>
                  <a:lnTo>
                    <a:pt x="864268" y="974714"/>
                  </a:lnTo>
                  <a:lnTo>
                    <a:pt x="900893" y="949558"/>
                  </a:lnTo>
                  <a:lnTo>
                    <a:pt x="935211" y="921725"/>
                  </a:lnTo>
                  <a:lnTo>
                    <a:pt x="967055" y="891374"/>
                  </a:lnTo>
                  <a:lnTo>
                    <a:pt x="996257" y="858665"/>
                  </a:lnTo>
                  <a:lnTo>
                    <a:pt x="1022650" y="823756"/>
                  </a:lnTo>
                  <a:lnTo>
                    <a:pt x="1046066" y="786809"/>
                  </a:lnTo>
                  <a:lnTo>
                    <a:pt x="1066340" y="747981"/>
                  </a:lnTo>
                  <a:lnTo>
                    <a:pt x="1083302" y="707432"/>
                  </a:lnTo>
                  <a:lnTo>
                    <a:pt x="1096786" y="665323"/>
                  </a:lnTo>
                  <a:lnTo>
                    <a:pt x="1106625" y="621812"/>
                  </a:lnTo>
                  <a:lnTo>
                    <a:pt x="1112650" y="577059"/>
                  </a:lnTo>
                  <a:lnTo>
                    <a:pt x="1114696" y="531223"/>
                  </a:lnTo>
                  <a:lnTo>
                    <a:pt x="1112650" y="485387"/>
                  </a:lnTo>
                  <a:lnTo>
                    <a:pt x="1106625" y="440633"/>
                  </a:lnTo>
                  <a:lnTo>
                    <a:pt x="1096786" y="397122"/>
                  </a:lnTo>
                  <a:lnTo>
                    <a:pt x="1083302" y="355013"/>
                  </a:lnTo>
                  <a:lnTo>
                    <a:pt x="1066340" y="314465"/>
                  </a:lnTo>
                  <a:lnTo>
                    <a:pt x="1046066" y="275637"/>
                  </a:lnTo>
                  <a:lnTo>
                    <a:pt x="1022650" y="238689"/>
                  </a:lnTo>
                  <a:lnTo>
                    <a:pt x="996257" y="203781"/>
                  </a:lnTo>
                  <a:lnTo>
                    <a:pt x="967055" y="171071"/>
                  </a:lnTo>
                  <a:lnTo>
                    <a:pt x="935211" y="140720"/>
                  </a:lnTo>
                  <a:lnTo>
                    <a:pt x="900893" y="112887"/>
                  </a:lnTo>
                  <a:lnTo>
                    <a:pt x="864268" y="87731"/>
                  </a:lnTo>
                  <a:lnTo>
                    <a:pt x="825503" y="65412"/>
                  </a:lnTo>
                  <a:lnTo>
                    <a:pt x="784766" y="46090"/>
                  </a:lnTo>
                  <a:lnTo>
                    <a:pt x="742223" y="29922"/>
                  </a:lnTo>
                  <a:lnTo>
                    <a:pt x="698043" y="17070"/>
                  </a:lnTo>
                  <a:lnTo>
                    <a:pt x="652392" y="7693"/>
                  </a:lnTo>
                  <a:lnTo>
                    <a:pt x="605438" y="1949"/>
                  </a:lnTo>
                  <a:lnTo>
                    <a:pt x="557348" y="0"/>
                  </a:lnTo>
                  <a:close/>
                </a:path>
              </a:pathLst>
            </a:custGeom>
            <a:solidFill>
              <a:srgbClr val="E8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75839" y="5587993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59" h="1062990">
                  <a:moveTo>
                    <a:pt x="0" y="531222"/>
                  </a:moveTo>
                  <a:lnTo>
                    <a:pt x="2045" y="485386"/>
                  </a:lnTo>
                  <a:lnTo>
                    <a:pt x="8071" y="440633"/>
                  </a:lnTo>
                  <a:lnTo>
                    <a:pt x="17910" y="397122"/>
                  </a:lnTo>
                  <a:lnTo>
                    <a:pt x="31394" y="355013"/>
                  </a:lnTo>
                  <a:lnTo>
                    <a:pt x="48356" y="314464"/>
                  </a:lnTo>
                  <a:lnTo>
                    <a:pt x="68629" y="275637"/>
                  </a:lnTo>
                  <a:lnTo>
                    <a:pt x="92046" y="238689"/>
                  </a:lnTo>
                  <a:lnTo>
                    <a:pt x="118439" y="203781"/>
                  </a:lnTo>
                  <a:lnTo>
                    <a:pt x="147641" y="171071"/>
                  </a:lnTo>
                  <a:lnTo>
                    <a:pt x="179485" y="140720"/>
                  </a:lnTo>
                  <a:lnTo>
                    <a:pt x="213803" y="112887"/>
                  </a:lnTo>
                  <a:lnTo>
                    <a:pt x="250428" y="87731"/>
                  </a:lnTo>
                  <a:lnTo>
                    <a:pt x="289193" y="65412"/>
                  </a:lnTo>
                  <a:lnTo>
                    <a:pt x="329930" y="46089"/>
                  </a:lnTo>
                  <a:lnTo>
                    <a:pt x="372473" y="29922"/>
                  </a:lnTo>
                  <a:lnTo>
                    <a:pt x="416653" y="17070"/>
                  </a:lnTo>
                  <a:lnTo>
                    <a:pt x="462304" y="7693"/>
                  </a:lnTo>
                  <a:lnTo>
                    <a:pt x="509258" y="1949"/>
                  </a:lnTo>
                  <a:lnTo>
                    <a:pt x="557348" y="0"/>
                  </a:lnTo>
                  <a:lnTo>
                    <a:pt x="605438" y="1949"/>
                  </a:lnTo>
                  <a:lnTo>
                    <a:pt x="652393" y="7693"/>
                  </a:lnTo>
                  <a:lnTo>
                    <a:pt x="698044" y="17070"/>
                  </a:lnTo>
                  <a:lnTo>
                    <a:pt x="742224" y="29922"/>
                  </a:lnTo>
                  <a:lnTo>
                    <a:pt x="784767" y="46089"/>
                  </a:lnTo>
                  <a:lnTo>
                    <a:pt x="825504" y="65412"/>
                  </a:lnTo>
                  <a:lnTo>
                    <a:pt x="864269" y="87731"/>
                  </a:lnTo>
                  <a:lnTo>
                    <a:pt x="900894" y="112887"/>
                  </a:lnTo>
                  <a:lnTo>
                    <a:pt x="935212" y="140720"/>
                  </a:lnTo>
                  <a:lnTo>
                    <a:pt x="967055" y="171071"/>
                  </a:lnTo>
                  <a:lnTo>
                    <a:pt x="996257" y="203781"/>
                  </a:lnTo>
                  <a:lnTo>
                    <a:pt x="1022650" y="238689"/>
                  </a:lnTo>
                  <a:lnTo>
                    <a:pt x="1046067" y="275637"/>
                  </a:lnTo>
                  <a:lnTo>
                    <a:pt x="1066340" y="314464"/>
                  </a:lnTo>
                  <a:lnTo>
                    <a:pt x="1083303" y="355013"/>
                  </a:lnTo>
                  <a:lnTo>
                    <a:pt x="1096787" y="397122"/>
                  </a:lnTo>
                  <a:lnTo>
                    <a:pt x="1106625" y="440633"/>
                  </a:lnTo>
                  <a:lnTo>
                    <a:pt x="1112651" y="485386"/>
                  </a:lnTo>
                  <a:lnTo>
                    <a:pt x="1114697" y="531222"/>
                  </a:lnTo>
                  <a:lnTo>
                    <a:pt x="1112651" y="577058"/>
                  </a:lnTo>
                  <a:lnTo>
                    <a:pt x="1106625" y="621812"/>
                  </a:lnTo>
                  <a:lnTo>
                    <a:pt x="1096787" y="665323"/>
                  </a:lnTo>
                  <a:lnTo>
                    <a:pt x="1083303" y="707432"/>
                  </a:lnTo>
                  <a:lnTo>
                    <a:pt x="1066340" y="747980"/>
                  </a:lnTo>
                  <a:lnTo>
                    <a:pt x="1046067" y="786808"/>
                  </a:lnTo>
                  <a:lnTo>
                    <a:pt x="1022650" y="823756"/>
                  </a:lnTo>
                  <a:lnTo>
                    <a:pt x="996257" y="858664"/>
                  </a:lnTo>
                  <a:lnTo>
                    <a:pt x="967055" y="891373"/>
                  </a:lnTo>
                  <a:lnTo>
                    <a:pt x="935212" y="921724"/>
                  </a:lnTo>
                  <a:lnTo>
                    <a:pt x="900894" y="949558"/>
                  </a:lnTo>
                  <a:lnTo>
                    <a:pt x="864269" y="974713"/>
                  </a:lnTo>
                  <a:lnTo>
                    <a:pt x="825504" y="997032"/>
                  </a:lnTo>
                  <a:lnTo>
                    <a:pt x="784767" y="1016355"/>
                  </a:lnTo>
                  <a:lnTo>
                    <a:pt x="742224" y="1032523"/>
                  </a:lnTo>
                  <a:lnTo>
                    <a:pt x="698044" y="1045375"/>
                  </a:lnTo>
                  <a:lnTo>
                    <a:pt x="652393" y="1054752"/>
                  </a:lnTo>
                  <a:lnTo>
                    <a:pt x="605438" y="1060495"/>
                  </a:lnTo>
                  <a:lnTo>
                    <a:pt x="557348" y="1062445"/>
                  </a:lnTo>
                  <a:lnTo>
                    <a:pt x="509258" y="1060495"/>
                  </a:lnTo>
                  <a:lnTo>
                    <a:pt x="462304" y="1054752"/>
                  </a:lnTo>
                  <a:lnTo>
                    <a:pt x="416653" y="1045375"/>
                  </a:lnTo>
                  <a:lnTo>
                    <a:pt x="372473" y="1032523"/>
                  </a:lnTo>
                  <a:lnTo>
                    <a:pt x="329930" y="1016355"/>
                  </a:lnTo>
                  <a:lnTo>
                    <a:pt x="289193" y="997032"/>
                  </a:lnTo>
                  <a:lnTo>
                    <a:pt x="250428" y="974713"/>
                  </a:lnTo>
                  <a:lnTo>
                    <a:pt x="213803" y="949558"/>
                  </a:lnTo>
                  <a:lnTo>
                    <a:pt x="179485" y="921724"/>
                  </a:lnTo>
                  <a:lnTo>
                    <a:pt x="147641" y="891373"/>
                  </a:lnTo>
                  <a:lnTo>
                    <a:pt x="118439" y="858664"/>
                  </a:lnTo>
                  <a:lnTo>
                    <a:pt x="92046" y="823756"/>
                  </a:lnTo>
                  <a:lnTo>
                    <a:pt x="68629" y="786808"/>
                  </a:lnTo>
                  <a:lnTo>
                    <a:pt x="48356" y="747980"/>
                  </a:lnTo>
                  <a:lnTo>
                    <a:pt x="31394" y="707432"/>
                  </a:lnTo>
                  <a:lnTo>
                    <a:pt x="17910" y="665323"/>
                  </a:lnTo>
                  <a:lnTo>
                    <a:pt x="8071" y="621812"/>
                  </a:lnTo>
                  <a:lnTo>
                    <a:pt x="2045" y="577058"/>
                  </a:lnTo>
                  <a:lnTo>
                    <a:pt x="0" y="531222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046883" y="5861811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85090">
              <a:lnSpc>
                <a:spcPts val="1900"/>
              </a:lnSpc>
              <a:spcBef>
                <a:spcPts val="18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left 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66869" y="5861811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22860">
              <a:lnSpc>
                <a:spcPts val="1900"/>
              </a:lnSpc>
              <a:spcBef>
                <a:spcPts val="180"/>
              </a:spcBef>
            </a:pP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right </a:t>
            </a:r>
            <a:r>
              <a:rPr sz="1600" spc="-4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67489" y="5304028"/>
            <a:ext cx="10337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F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ULL</a:t>
            </a:r>
            <a:r>
              <a:rPr sz="1600" spc="-6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J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OI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N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607365" y="5587993"/>
            <a:ext cx="1115060" cy="1062990"/>
          </a:xfrm>
          <a:custGeom>
            <a:avLst/>
            <a:gdLst/>
            <a:ahLst/>
            <a:cxnLst/>
            <a:rect l="l" t="t" r="r" b="b"/>
            <a:pathLst>
              <a:path w="1115059" h="1062990">
                <a:moveTo>
                  <a:pt x="0" y="531222"/>
                </a:moveTo>
                <a:lnTo>
                  <a:pt x="2045" y="485386"/>
                </a:lnTo>
                <a:lnTo>
                  <a:pt x="8071" y="440633"/>
                </a:lnTo>
                <a:lnTo>
                  <a:pt x="17910" y="397122"/>
                </a:lnTo>
                <a:lnTo>
                  <a:pt x="31394" y="355013"/>
                </a:lnTo>
                <a:lnTo>
                  <a:pt x="48356" y="314464"/>
                </a:lnTo>
                <a:lnTo>
                  <a:pt x="68629" y="275637"/>
                </a:lnTo>
                <a:lnTo>
                  <a:pt x="92046" y="238689"/>
                </a:lnTo>
                <a:lnTo>
                  <a:pt x="118439" y="203781"/>
                </a:lnTo>
                <a:lnTo>
                  <a:pt x="147641" y="171071"/>
                </a:lnTo>
                <a:lnTo>
                  <a:pt x="179485" y="140720"/>
                </a:lnTo>
                <a:lnTo>
                  <a:pt x="213803" y="112887"/>
                </a:lnTo>
                <a:lnTo>
                  <a:pt x="250428" y="87731"/>
                </a:lnTo>
                <a:lnTo>
                  <a:pt x="289193" y="65412"/>
                </a:lnTo>
                <a:lnTo>
                  <a:pt x="329930" y="46089"/>
                </a:lnTo>
                <a:lnTo>
                  <a:pt x="372473" y="29922"/>
                </a:lnTo>
                <a:lnTo>
                  <a:pt x="416653" y="17070"/>
                </a:lnTo>
                <a:lnTo>
                  <a:pt x="462304" y="7693"/>
                </a:lnTo>
                <a:lnTo>
                  <a:pt x="509258" y="1949"/>
                </a:lnTo>
                <a:lnTo>
                  <a:pt x="557348" y="0"/>
                </a:lnTo>
                <a:lnTo>
                  <a:pt x="605438" y="1949"/>
                </a:lnTo>
                <a:lnTo>
                  <a:pt x="652393" y="7693"/>
                </a:lnTo>
                <a:lnTo>
                  <a:pt x="698044" y="17070"/>
                </a:lnTo>
                <a:lnTo>
                  <a:pt x="742224" y="29922"/>
                </a:lnTo>
                <a:lnTo>
                  <a:pt x="784767" y="46089"/>
                </a:lnTo>
                <a:lnTo>
                  <a:pt x="825504" y="65412"/>
                </a:lnTo>
                <a:lnTo>
                  <a:pt x="864269" y="87731"/>
                </a:lnTo>
                <a:lnTo>
                  <a:pt x="900894" y="112887"/>
                </a:lnTo>
                <a:lnTo>
                  <a:pt x="935212" y="140720"/>
                </a:lnTo>
                <a:lnTo>
                  <a:pt x="967055" y="171071"/>
                </a:lnTo>
                <a:lnTo>
                  <a:pt x="996257" y="203781"/>
                </a:lnTo>
                <a:lnTo>
                  <a:pt x="1022650" y="238689"/>
                </a:lnTo>
                <a:lnTo>
                  <a:pt x="1046067" y="275637"/>
                </a:lnTo>
                <a:lnTo>
                  <a:pt x="1066340" y="314464"/>
                </a:lnTo>
                <a:lnTo>
                  <a:pt x="1083303" y="355013"/>
                </a:lnTo>
                <a:lnTo>
                  <a:pt x="1096787" y="397122"/>
                </a:lnTo>
                <a:lnTo>
                  <a:pt x="1106625" y="440633"/>
                </a:lnTo>
                <a:lnTo>
                  <a:pt x="1112651" y="485386"/>
                </a:lnTo>
                <a:lnTo>
                  <a:pt x="1114697" y="531222"/>
                </a:lnTo>
                <a:lnTo>
                  <a:pt x="1112651" y="577058"/>
                </a:lnTo>
                <a:lnTo>
                  <a:pt x="1106625" y="621812"/>
                </a:lnTo>
                <a:lnTo>
                  <a:pt x="1096787" y="665323"/>
                </a:lnTo>
                <a:lnTo>
                  <a:pt x="1083303" y="707432"/>
                </a:lnTo>
                <a:lnTo>
                  <a:pt x="1066340" y="747980"/>
                </a:lnTo>
                <a:lnTo>
                  <a:pt x="1046067" y="786808"/>
                </a:lnTo>
                <a:lnTo>
                  <a:pt x="1022650" y="823756"/>
                </a:lnTo>
                <a:lnTo>
                  <a:pt x="996257" y="858664"/>
                </a:lnTo>
                <a:lnTo>
                  <a:pt x="967055" y="891373"/>
                </a:lnTo>
                <a:lnTo>
                  <a:pt x="935212" y="921724"/>
                </a:lnTo>
                <a:lnTo>
                  <a:pt x="900894" y="949558"/>
                </a:lnTo>
                <a:lnTo>
                  <a:pt x="864269" y="974713"/>
                </a:lnTo>
                <a:lnTo>
                  <a:pt x="825504" y="997032"/>
                </a:lnTo>
                <a:lnTo>
                  <a:pt x="784767" y="1016355"/>
                </a:lnTo>
                <a:lnTo>
                  <a:pt x="742224" y="1032523"/>
                </a:lnTo>
                <a:lnTo>
                  <a:pt x="698044" y="1045375"/>
                </a:lnTo>
                <a:lnTo>
                  <a:pt x="652393" y="1054752"/>
                </a:lnTo>
                <a:lnTo>
                  <a:pt x="605438" y="1060495"/>
                </a:lnTo>
                <a:lnTo>
                  <a:pt x="557348" y="1062445"/>
                </a:lnTo>
                <a:lnTo>
                  <a:pt x="509258" y="1060495"/>
                </a:lnTo>
                <a:lnTo>
                  <a:pt x="462304" y="1054752"/>
                </a:lnTo>
                <a:lnTo>
                  <a:pt x="416653" y="1045375"/>
                </a:lnTo>
                <a:lnTo>
                  <a:pt x="372473" y="1032523"/>
                </a:lnTo>
                <a:lnTo>
                  <a:pt x="329930" y="1016355"/>
                </a:lnTo>
                <a:lnTo>
                  <a:pt x="289193" y="997032"/>
                </a:lnTo>
                <a:lnTo>
                  <a:pt x="250428" y="974713"/>
                </a:lnTo>
                <a:lnTo>
                  <a:pt x="213803" y="949558"/>
                </a:lnTo>
                <a:lnTo>
                  <a:pt x="179485" y="921724"/>
                </a:lnTo>
                <a:lnTo>
                  <a:pt x="147641" y="891373"/>
                </a:lnTo>
                <a:lnTo>
                  <a:pt x="118439" y="858664"/>
                </a:lnTo>
                <a:lnTo>
                  <a:pt x="92046" y="823756"/>
                </a:lnTo>
                <a:lnTo>
                  <a:pt x="68629" y="786808"/>
                </a:lnTo>
                <a:lnTo>
                  <a:pt x="48356" y="747980"/>
                </a:lnTo>
                <a:lnTo>
                  <a:pt x="31394" y="707432"/>
                </a:lnTo>
                <a:lnTo>
                  <a:pt x="17910" y="665323"/>
                </a:lnTo>
                <a:lnTo>
                  <a:pt x="8071" y="621812"/>
                </a:lnTo>
                <a:lnTo>
                  <a:pt x="2045" y="577058"/>
                </a:lnTo>
                <a:lnTo>
                  <a:pt x="0" y="531222"/>
                </a:lnTo>
                <a:close/>
              </a:path>
            </a:pathLst>
          </a:custGeom>
          <a:ln w="28186">
            <a:solidFill>
              <a:srgbClr val="6B766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1289336" y="5564629"/>
            <a:ext cx="1143635" cy="1091565"/>
            <a:chOff x="1289336" y="5564629"/>
            <a:chExt cx="1143635" cy="1091565"/>
          </a:xfrm>
        </p:grpSpPr>
        <p:sp>
          <p:nvSpPr>
            <p:cNvPr id="14" name="object 14"/>
            <p:cNvSpPr/>
            <p:nvPr/>
          </p:nvSpPr>
          <p:spPr>
            <a:xfrm>
              <a:off x="1303624" y="5578916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60" h="1062990">
                  <a:moveTo>
                    <a:pt x="557348" y="0"/>
                  </a:moveTo>
                  <a:lnTo>
                    <a:pt x="509258" y="1949"/>
                  </a:lnTo>
                  <a:lnTo>
                    <a:pt x="462304" y="7693"/>
                  </a:lnTo>
                  <a:lnTo>
                    <a:pt x="416653" y="17070"/>
                  </a:lnTo>
                  <a:lnTo>
                    <a:pt x="372472" y="29922"/>
                  </a:lnTo>
                  <a:lnTo>
                    <a:pt x="329930" y="46090"/>
                  </a:lnTo>
                  <a:lnTo>
                    <a:pt x="289193" y="65412"/>
                  </a:lnTo>
                  <a:lnTo>
                    <a:pt x="250428" y="87731"/>
                  </a:lnTo>
                  <a:lnTo>
                    <a:pt x="213803" y="112887"/>
                  </a:lnTo>
                  <a:lnTo>
                    <a:pt x="179485" y="140720"/>
                  </a:lnTo>
                  <a:lnTo>
                    <a:pt x="147641" y="171071"/>
                  </a:lnTo>
                  <a:lnTo>
                    <a:pt x="118439" y="203781"/>
                  </a:lnTo>
                  <a:lnTo>
                    <a:pt x="92046" y="238689"/>
                  </a:lnTo>
                  <a:lnTo>
                    <a:pt x="68629" y="275637"/>
                  </a:lnTo>
                  <a:lnTo>
                    <a:pt x="48356" y="314465"/>
                  </a:lnTo>
                  <a:lnTo>
                    <a:pt x="31394" y="355013"/>
                  </a:lnTo>
                  <a:lnTo>
                    <a:pt x="17910" y="397122"/>
                  </a:lnTo>
                  <a:lnTo>
                    <a:pt x="8071" y="440633"/>
                  </a:lnTo>
                  <a:lnTo>
                    <a:pt x="2045" y="485387"/>
                  </a:lnTo>
                  <a:lnTo>
                    <a:pt x="0" y="531223"/>
                  </a:lnTo>
                  <a:lnTo>
                    <a:pt x="2045" y="577059"/>
                  </a:lnTo>
                  <a:lnTo>
                    <a:pt x="8071" y="621812"/>
                  </a:lnTo>
                  <a:lnTo>
                    <a:pt x="17910" y="665323"/>
                  </a:lnTo>
                  <a:lnTo>
                    <a:pt x="31394" y="707432"/>
                  </a:lnTo>
                  <a:lnTo>
                    <a:pt x="48356" y="747980"/>
                  </a:lnTo>
                  <a:lnTo>
                    <a:pt x="68629" y="786808"/>
                  </a:lnTo>
                  <a:lnTo>
                    <a:pt x="92046" y="823756"/>
                  </a:lnTo>
                  <a:lnTo>
                    <a:pt x="118439" y="858664"/>
                  </a:lnTo>
                  <a:lnTo>
                    <a:pt x="147641" y="891373"/>
                  </a:lnTo>
                  <a:lnTo>
                    <a:pt x="179485" y="921724"/>
                  </a:lnTo>
                  <a:lnTo>
                    <a:pt x="213803" y="949557"/>
                  </a:lnTo>
                  <a:lnTo>
                    <a:pt x="250428" y="974713"/>
                  </a:lnTo>
                  <a:lnTo>
                    <a:pt x="289193" y="997032"/>
                  </a:lnTo>
                  <a:lnTo>
                    <a:pt x="329930" y="1016355"/>
                  </a:lnTo>
                  <a:lnTo>
                    <a:pt x="372472" y="1032522"/>
                  </a:lnTo>
                  <a:lnTo>
                    <a:pt x="416653" y="1045374"/>
                  </a:lnTo>
                  <a:lnTo>
                    <a:pt x="462304" y="1054752"/>
                  </a:lnTo>
                  <a:lnTo>
                    <a:pt x="509258" y="1060495"/>
                  </a:lnTo>
                  <a:lnTo>
                    <a:pt x="557348" y="1062445"/>
                  </a:lnTo>
                  <a:lnTo>
                    <a:pt x="605438" y="1060495"/>
                  </a:lnTo>
                  <a:lnTo>
                    <a:pt x="652392" y="1054752"/>
                  </a:lnTo>
                  <a:lnTo>
                    <a:pt x="698043" y="1045374"/>
                  </a:lnTo>
                  <a:lnTo>
                    <a:pt x="742224" y="1032522"/>
                  </a:lnTo>
                  <a:lnTo>
                    <a:pt x="784766" y="1016355"/>
                  </a:lnTo>
                  <a:lnTo>
                    <a:pt x="825504" y="997032"/>
                  </a:lnTo>
                  <a:lnTo>
                    <a:pt x="864268" y="974713"/>
                  </a:lnTo>
                  <a:lnTo>
                    <a:pt x="900894" y="949557"/>
                  </a:lnTo>
                  <a:lnTo>
                    <a:pt x="935212" y="921724"/>
                  </a:lnTo>
                  <a:lnTo>
                    <a:pt x="967055" y="891373"/>
                  </a:lnTo>
                  <a:lnTo>
                    <a:pt x="996258" y="858664"/>
                  </a:lnTo>
                  <a:lnTo>
                    <a:pt x="1022651" y="823756"/>
                  </a:lnTo>
                  <a:lnTo>
                    <a:pt x="1046067" y="786808"/>
                  </a:lnTo>
                  <a:lnTo>
                    <a:pt x="1066341" y="747980"/>
                  </a:lnTo>
                  <a:lnTo>
                    <a:pt x="1083303" y="707432"/>
                  </a:lnTo>
                  <a:lnTo>
                    <a:pt x="1096787" y="665323"/>
                  </a:lnTo>
                  <a:lnTo>
                    <a:pt x="1106626" y="621812"/>
                  </a:lnTo>
                  <a:lnTo>
                    <a:pt x="1112652" y="577059"/>
                  </a:lnTo>
                  <a:lnTo>
                    <a:pt x="1114698" y="531223"/>
                  </a:lnTo>
                  <a:lnTo>
                    <a:pt x="1112652" y="485387"/>
                  </a:lnTo>
                  <a:lnTo>
                    <a:pt x="1106626" y="440633"/>
                  </a:lnTo>
                  <a:lnTo>
                    <a:pt x="1096787" y="397122"/>
                  </a:lnTo>
                  <a:lnTo>
                    <a:pt x="1083303" y="355013"/>
                  </a:lnTo>
                  <a:lnTo>
                    <a:pt x="1066341" y="314465"/>
                  </a:lnTo>
                  <a:lnTo>
                    <a:pt x="1046067" y="275637"/>
                  </a:lnTo>
                  <a:lnTo>
                    <a:pt x="1022651" y="238689"/>
                  </a:lnTo>
                  <a:lnTo>
                    <a:pt x="996258" y="203781"/>
                  </a:lnTo>
                  <a:lnTo>
                    <a:pt x="967055" y="171071"/>
                  </a:lnTo>
                  <a:lnTo>
                    <a:pt x="935212" y="140720"/>
                  </a:lnTo>
                  <a:lnTo>
                    <a:pt x="900894" y="112887"/>
                  </a:lnTo>
                  <a:lnTo>
                    <a:pt x="864268" y="87731"/>
                  </a:lnTo>
                  <a:lnTo>
                    <a:pt x="825504" y="65412"/>
                  </a:lnTo>
                  <a:lnTo>
                    <a:pt x="784766" y="46090"/>
                  </a:lnTo>
                  <a:lnTo>
                    <a:pt x="742224" y="29922"/>
                  </a:lnTo>
                  <a:lnTo>
                    <a:pt x="698043" y="17070"/>
                  </a:lnTo>
                  <a:lnTo>
                    <a:pt x="652392" y="7693"/>
                  </a:lnTo>
                  <a:lnTo>
                    <a:pt x="605438" y="1949"/>
                  </a:lnTo>
                  <a:lnTo>
                    <a:pt x="557348" y="0"/>
                  </a:lnTo>
                  <a:close/>
                </a:path>
              </a:pathLst>
            </a:custGeom>
            <a:solidFill>
              <a:srgbClr val="E8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03624" y="5578916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60" h="1062990">
                  <a:moveTo>
                    <a:pt x="0" y="531222"/>
                  </a:moveTo>
                  <a:lnTo>
                    <a:pt x="2045" y="485386"/>
                  </a:lnTo>
                  <a:lnTo>
                    <a:pt x="8071" y="440633"/>
                  </a:lnTo>
                  <a:lnTo>
                    <a:pt x="17910" y="397122"/>
                  </a:lnTo>
                  <a:lnTo>
                    <a:pt x="31394" y="355013"/>
                  </a:lnTo>
                  <a:lnTo>
                    <a:pt x="48356" y="314464"/>
                  </a:lnTo>
                  <a:lnTo>
                    <a:pt x="68629" y="275637"/>
                  </a:lnTo>
                  <a:lnTo>
                    <a:pt x="92046" y="238689"/>
                  </a:lnTo>
                  <a:lnTo>
                    <a:pt x="118439" y="203781"/>
                  </a:lnTo>
                  <a:lnTo>
                    <a:pt x="147641" y="171071"/>
                  </a:lnTo>
                  <a:lnTo>
                    <a:pt x="179485" y="140720"/>
                  </a:lnTo>
                  <a:lnTo>
                    <a:pt x="213803" y="112887"/>
                  </a:lnTo>
                  <a:lnTo>
                    <a:pt x="250428" y="87731"/>
                  </a:lnTo>
                  <a:lnTo>
                    <a:pt x="289193" y="65412"/>
                  </a:lnTo>
                  <a:lnTo>
                    <a:pt x="329930" y="46089"/>
                  </a:lnTo>
                  <a:lnTo>
                    <a:pt x="372473" y="29922"/>
                  </a:lnTo>
                  <a:lnTo>
                    <a:pt x="416653" y="17070"/>
                  </a:lnTo>
                  <a:lnTo>
                    <a:pt x="462304" y="7693"/>
                  </a:lnTo>
                  <a:lnTo>
                    <a:pt x="509258" y="1949"/>
                  </a:lnTo>
                  <a:lnTo>
                    <a:pt x="557348" y="0"/>
                  </a:lnTo>
                  <a:lnTo>
                    <a:pt x="605438" y="1949"/>
                  </a:lnTo>
                  <a:lnTo>
                    <a:pt x="652393" y="7693"/>
                  </a:lnTo>
                  <a:lnTo>
                    <a:pt x="698044" y="17070"/>
                  </a:lnTo>
                  <a:lnTo>
                    <a:pt x="742224" y="29922"/>
                  </a:lnTo>
                  <a:lnTo>
                    <a:pt x="784767" y="46089"/>
                  </a:lnTo>
                  <a:lnTo>
                    <a:pt x="825504" y="65412"/>
                  </a:lnTo>
                  <a:lnTo>
                    <a:pt x="864269" y="87731"/>
                  </a:lnTo>
                  <a:lnTo>
                    <a:pt x="900894" y="112887"/>
                  </a:lnTo>
                  <a:lnTo>
                    <a:pt x="935212" y="140720"/>
                  </a:lnTo>
                  <a:lnTo>
                    <a:pt x="967055" y="171071"/>
                  </a:lnTo>
                  <a:lnTo>
                    <a:pt x="996257" y="203781"/>
                  </a:lnTo>
                  <a:lnTo>
                    <a:pt x="1022650" y="238689"/>
                  </a:lnTo>
                  <a:lnTo>
                    <a:pt x="1046067" y="275637"/>
                  </a:lnTo>
                  <a:lnTo>
                    <a:pt x="1066340" y="314464"/>
                  </a:lnTo>
                  <a:lnTo>
                    <a:pt x="1083303" y="355013"/>
                  </a:lnTo>
                  <a:lnTo>
                    <a:pt x="1096787" y="397122"/>
                  </a:lnTo>
                  <a:lnTo>
                    <a:pt x="1106625" y="440633"/>
                  </a:lnTo>
                  <a:lnTo>
                    <a:pt x="1112651" y="485386"/>
                  </a:lnTo>
                  <a:lnTo>
                    <a:pt x="1114697" y="531222"/>
                  </a:lnTo>
                  <a:lnTo>
                    <a:pt x="1112651" y="577058"/>
                  </a:lnTo>
                  <a:lnTo>
                    <a:pt x="1106625" y="621812"/>
                  </a:lnTo>
                  <a:lnTo>
                    <a:pt x="1096787" y="665323"/>
                  </a:lnTo>
                  <a:lnTo>
                    <a:pt x="1083303" y="707432"/>
                  </a:lnTo>
                  <a:lnTo>
                    <a:pt x="1066340" y="747980"/>
                  </a:lnTo>
                  <a:lnTo>
                    <a:pt x="1046067" y="786808"/>
                  </a:lnTo>
                  <a:lnTo>
                    <a:pt x="1022650" y="823756"/>
                  </a:lnTo>
                  <a:lnTo>
                    <a:pt x="996257" y="858664"/>
                  </a:lnTo>
                  <a:lnTo>
                    <a:pt x="967055" y="891373"/>
                  </a:lnTo>
                  <a:lnTo>
                    <a:pt x="935212" y="921724"/>
                  </a:lnTo>
                  <a:lnTo>
                    <a:pt x="900894" y="949558"/>
                  </a:lnTo>
                  <a:lnTo>
                    <a:pt x="864269" y="974713"/>
                  </a:lnTo>
                  <a:lnTo>
                    <a:pt x="825504" y="997032"/>
                  </a:lnTo>
                  <a:lnTo>
                    <a:pt x="784767" y="1016355"/>
                  </a:lnTo>
                  <a:lnTo>
                    <a:pt x="742224" y="1032523"/>
                  </a:lnTo>
                  <a:lnTo>
                    <a:pt x="698044" y="1045375"/>
                  </a:lnTo>
                  <a:lnTo>
                    <a:pt x="652393" y="1054752"/>
                  </a:lnTo>
                  <a:lnTo>
                    <a:pt x="605438" y="1060495"/>
                  </a:lnTo>
                  <a:lnTo>
                    <a:pt x="557348" y="1062445"/>
                  </a:lnTo>
                  <a:lnTo>
                    <a:pt x="509258" y="1060495"/>
                  </a:lnTo>
                  <a:lnTo>
                    <a:pt x="462304" y="1054752"/>
                  </a:lnTo>
                  <a:lnTo>
                    <a:pt x="416653" y="1045375"/>
                  </a:lnTo>
                  <a:lnTo>
                    <a:pt x="372473" y="1032523"/>
                  </a:lnTo>
                  <a:lnTo>
                    <a:pt x="329930" y="1016355"/>
                  </a:lnTo>
                  <a:lnTo>
                    <a:pt x="289193" y="997032"/>
                  </a:lnTo>
                  <a:lnTo>
                    <a:pt x="250428" y="974713"/>
                  </a:lnTo>
                  <a:lnTo>
                    <a:pt x="213803" y="949558"/>
                  </a:lnTo>
                  <a:lnTo>
                    <a:pt x="179485" y="921724"/>
                  </a:lnTo>
                  <a:lnTo>
                    <a:pt x="147641" y="891373"/>
                  </a:lnTo>
                  <a:lnTo>
                    <a:pt x="118439" y="858664"/>
                  </a:lnTo>
                  <a:lnTo>
                    <a:pt x="92046" y="823756"/>
                  </a:lnTo>
                  <a:lnTo>
                    <a:pt x="68629" y="786808"/>
                  </a:lnTo>
                  <a:lnTo>
                    <a:pt x="48356" y="747980"/>
                  </a:lnTo>
                  <a:lnTo>
                    <a:pt x="31394" y="707432"/>
                  </a:lnTo>
                  <a:lnTo>
                    <a:pt x="17910" y="665323"/>
                  </a:lnTo>
                  <a:lnTo>
                    <a:pt x="8071" y="621812"/>
                  </a:lnTo>
                  <a:lnTo>
                    <a:pt x="2045" y="577058"/>
                  </a:lnTo>
                  <a:lnTo>
                    <a:pt x="0" y="531222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474024" y="5852667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85090">
              <a:lnSpc>
                <a:spcPts val="1900"/>
              </a:lnSpc>
              <a:spcBef>
                <a:spcPts val="18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left 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94655" y="5852667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22860">
              <a:lnSpc>
                <a:spcPts val="1900"/>
              </a:lnSpc>
              <a:spcBef>
                <a:spcPts val="180"/>
              </a:spcBef>
            </a:pP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right </a:t>
            </a:r>
            <a:r>
              <a:rPr sz="1600" spc="-4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94192" y="5297932"/>
            <a:ext cx="10356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LEFT</a:t>
            </a:r>
            <a:r>
              <a:rPr sz="1600" spc="-10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JOIN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035144" y="5578916"/>
            <a:ext cx="1115060" cy="1062990"/>
          </a:xfrm>
          <a:custGeom>
            <a:avLst/>
            <a:gdLst/>
            <a:ahLst/>
            <a:cxnLst/>
            <a:rect l="l" t="t" r="r" b="b"/>
            <a:pathLst>
              <a:path w="1115060" h="1062990">
                <a:moveTo>
                  <a:pt x="0" y="531222"/>
                </a:moveTo>
                <a:lnTo>
                  <a:pt x="2045" y="485386"/>
                </a:lnTo>
                <a:lnTo>
                  <a:pt x="8071" y="440633"/>
                </a:lnTo>
                <a:lnTo>
                  <a:pt x="17910" y="397122"/>
                </a:lnTo>
                <a:lnTo>
                  <a:pt x="31394" y="355013"/>
                </a:lnTo>
                <a:lnTo>
                  <a:pt x="48356" y="314464"/>
                </a:lnTo>
                <a:lnTo>
                  <a:pt x="68629" y="275637"/>
                </a:lnTo>
                <a:lnTo>
                  <a:pt x="92046" y="238689"/>
                </a:lnTo>
                <a:lnTo>
                  <a:pt x="118439" y="203781"/>
                </a:lnTo>
                <a:lnTo>
                  <a:pt x="147641" y="171071"/>
                </a:lnTo>
                <a:lnTo>
                  <a:pt x="179485" y="140720"/>
                </a:lnTo>
                <a:lnTo>
                  <a:pt x="213803" y="112887"/>
                </a:lnTo>
                <a:lnTo>
                  <a:pt x="250428" y="87731"/>
                </a:lnTo>
                <a:lnTo>
                  <a:pt x="289193" y="65412"/>
                </a:lnTo>
                <a:lnTo>
                  <a:pt x="329930" y="46089"/>
                </a:lnTo>
                <a:lnTo>
                  <a:pt x="372473" y="29922"/>
                </a:lnTo>
                <a:lnTo>
                  <a:pt x="416653" y="17070"/>
                </a:lnTo>
                <a:lnTo>
                  <a:pt x="462304" y="7693"/>
                </a:lnTo>
                <a:lnTo>
                  <a:pt x="509258" y="1949"/>
                </a:lnTo>
                <a:lnTo>
                  <a:pt x="557348" y="0"/>
                </a:lnTo>
                <a:lnTo>
                  <a:pt x="605438" y="1949"/>
                </a:lnTo>
                <a:lnTo>
                  <a:pt x="652393" y="7693"/>
                </a:lnTo>
                <a:lnTo>
                  <a:pt x="698044" y="17070"/>
                </a:lnTo>
                <a:lnTo>
                  <a:pt x="742224" y="29922"/>
                </a:lnTo>
                <a:lnTo>
                  <a:pt x="784767" y="46089"/>
                </a:lnTo>
                <a:lnTo>
                  <a:pt x="825504" y="65412"/>
                </a:lnTo>
                <a:lnTo>
                  <a:pt x="864269" y="87731"/>
                </a:lnTo>
                <a:lnTo>
                  <a:pt x="900894" y="112887"/>
                </a:lnTo>
                <a:lnTo>
                  <a:pt x="935212" y="140720"/>
                </a:lnTo>
                <a:lnTo>
                  <a:pt x="967055" y="171071"/>
                </a:lnTo>
                <a:lnTo>
                  <a:pt x="996257" y="203781"/>
                </a:lnTo>
                <a:lnTo>
                  <a:pt x="1022650" y="238689"/>
                </a:lnTo>
                <a:lnTo>
                  <a:pt x="1046067" y="275637"/>
                </a:lnTo>
                <a:lnTo>
                  <a:pt x="1066340" y="314464"/>
                </a:lnTo>
                <a:lnTo>
                  <a:pt x="1083303" y="355013"/>
                </a:lnTo>
                <a:lnTo>
                  <a:pt x="1096787" y="397122"/>
                </a:lnTo>
                <a:lnTo>
                  <a:pt x="1106625" y="440633"/>
                </a:lnTo>
                <a:lnTo>
                  <a:pt x="1112651" y="485386"/>
                </a:lnTo>
                <a:lnTo>
                  <a:pt x="1114697" y="531222"/>
                </a:lnTo>
                <a:lnTo>
                  <a:pt x="1112651" y="577058"/>
                </a:lnTo>
                <a:lnTo>
                  <a:pt x="1106625" y="621812"/>
                </a:lnTo>
                <a:lnTo>
                  <a:pt x="1096787" y="665323"/>
                </a:lnTo>
                <a:lnTo>
                  <a:pt x="1083303" y="707432"/>
                </a:lnTo>
                <a:lnTo>
                  <a:pt x="1066340" y="747980"/>
                </a:lnTo>
                <a:lnTo>
                  <a:pt x="1046067" y="786808"/>
                </a:lnTo>
                <a:lnTo>
                  <a:pt x="1022650" y="823756"/>
                </a:lnTo>
                <a:lnTo>
                  <a:pt x="996257" y="858664"/>
                </a:lnTo>
                <a:lnTo>
                  <a:pt x="967055" y="891373"/>
                </a:lnTo>
                <a:lnTo>
                  <a:pt x="935212" y="921724"/>
                </a:lnTo>
                <a:lnTo>
                  <a:pt x="900894" y="949558"/>
                </a:lnTo>
                <a:lnTo>
                  <a:pt x="864269" y="974713"/>
                </a:lnTo>
                <a:lnTo>
                  <a:pt x="825504" y="997032"/>
                </a:lnTo>
                <a:lnTo>
                  <a:pt x="784767" y="1016355"/>
                </a:lnTo>
                <a:lnTo>
                  <a:pt x="742224" y="1032523"/>
                </a:lnTo>
                <a:lnTo>
                  <a:pt x="698044" y="1045375"/>
                </a:lnTo>
                <a:lnTo>
                  <a:pt x="652393" y="1054752"/>
                </a:lnTo>
                <a:lnTo>
                  <a:pt x="605438" y="1060495"/>
                </a:lnTo>
                <a:lnTo>
                  <a:pt x="557348" y="1062445"/>
                </a:lnTo>
                <a:lnTo>
                  <a:pt x="509258" y="1060495"/>
                </a:lnTo>
                <a:lnTo>
                  <a:pt x="462304" y="1054752"/>
                </a:lnTo>
                <a:lnTo>
                  <a:pt x="416653" y="1045375"/>
                </a:lnTo>
                <a:lnTo>
                  <a:pt x="372473" y="1032523"/>
                </a:lnTo>
                <a:lnTo>
                  <a:pt x="329930" y="1016355"/>
                </a:lnTo>
                <a:lnTo>
                  <a:pt x="289193" y="997032"/>
                </a:lnTo>
                <a:lnTo>
                  <a:pt x="250428" y="974713"/>
                </a:lnTo>
                <a:lnTo>
                  <a:pt x="213803" y="949558"/>
                </a:lnTo>
                <a:lnTo>
                  <a:pt x="179485" y="921724"/>
                </a:lnTo>
                <a:lnTo>
                  <a:pt x="147641" y="891373"/>
                </a:lnTo>
                <a:lnTo>
                  <a:pt x="118439" y="858664"/>
                </a:lnTo>
                <a:lnTo>
                  <a:pt x="92046" y="823756"/>
                </a:lnTo>
                <a:lnTo>
                  <a:pt x="68629" y="786808"/>
                </a:lnTo>
                <a:lnTo>
                  <a:pt x="48356" y="747980"/>
                </a:lnTo>
                <a:lnTo>
                  <a:pt x="31394" y="707432"/>
                </a:lnTo>
                <a:lnTo>
                  <a:pt x="17910" y="665323"/>
                </a:lnTo>
                <a:lnTo>
                  <a:pt x="8071" y="621812"/>
                </a:lnTo>
                <a:lnTo>
                  <a:pt x="2045" y="577058"/>
                </a:lnTo>
                <a:lnTo>
                  <a:pt x="0" y="531222"/>
                </a:lnTo>
                <a:close/>
              </a:path>
            </a:pathLst>
          </a:custGeom>
          <a:ln w="28186">
            <a:solidFill>
              <a:srgbClr val="6B766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4815827" y="5564629"/>
            <a:ext cx="1143635" cy="1091565"/>
            <a:chOff x="4815827" y="5564629"/>
            <a:chExt cx="1143635" cy="1091565"/>
          </a:xfrm>
        </p:grpSpPr>
        <p:sp>
          <p:nvSpPr>
            <p:cNvPr id="21" name="object 21"/>
            <p:cNvSpPr/>
            <p:nvPr/>
          </p:nvSpPr>
          <p:spPr>
            <a:xfrm>
              <a:off x="4830114" y="5578916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60" h="1062990">
                  <a:moveTo>
                    <a:pt x="557349" y="0"/>
                  </a:moveTo>
                  <a:lnTo>
                    <a:pt x="509259" y="1949"/>
                  </a:lnTo>
                  <a:lnTo>
                    <a:pt x="462304" y="7693"/>
                  </a:lnTo>
                  <a:lnTo>
                    <a:pt x="416653" y="17070"/>
                  </a:lnTo>
                  <a:lnTo>
                    <a:pt x="372473" y="29922"/>
                  </a:lnTo>
                  <a:lnTo>
                    <a:pt x="329930" y="46090"/>
                  </a:lnTo>
                  <a:lnTo>
                    <a:pt x="289193" y="65412"/>
                  </a:lnTo>
                  <a:lnTo>
                    <a:pt x="250428" y="87731"/>
                  </a:lnTo>
                  <a:lnTo>
                    <a:pt x="213803" y="112887"/>
                  </a:lnTo>
                  <a:lnTo>
                    <a:pt x="179485" y="140720"/>
                  </a:lnTo>
                  <a:lnTo>
                    <a:pt x="147641" y="171071"/>
                  </a:lnTo>
                  <a:lnTo>
                    <a:pt x="118439" y="203781"/>
                  </a:lnTo>
                  <a:lnTo>
                    <a:pt x="92046" y="238689"/>
                  </a:lnTo>
                  <a:lnTo>
                    <a:pt x="68629" y="275637"/>
                  </a:lnTo>
                  <a:lnTo>
                    <a:pt x="48356" y="314465"/>
                  </a:lnTo>
                  <a:lnTo>
                    <a:pt x="31394" y="355013"/>
                  </a:lnTo>
                  <a:lnTo>
                    <a:pt x="17910" y="397122"/>
                  </a:lnTo>
                  <a:lnTo>
                    <a:pt x="8071" y="440633"/>
                  </a:lnTo>
                  <a:lnTo>
                    <a:pt x="2045" y="485387"/>
                  </a:lnTo>
                  <a:lnTo>
                    <a:pt x="0" y="531223"/>
                  </a:lnTo>
                  <a:lnTo>
                    <a:pt x="2045" y="577059"/>
                  </a:lnTo>
                  <a:lnTo>
                    <a:pt x="8071" y="621812"/>
                  </a:lnTo>
                  <a:lnTo>
                    <a:pt x="17910" y="665323"/>
                  </a:lnTo>
                  <a:lnTo>
                    <a:pt x="31394" y="707432"/>
                  </a:lnTo>
                  <a:lnTo>
                    <a:pt x="48356" y="747980"/>
                  </a:lnTo>
                  <a:lnTo>
                    <a:pt x="68629" y="786808"/>
                  </a:lnTo>
                  <a:lnTo>
                    <a:pt x="92046" y="823756"/>
                  </a:lnTo>
                  <a:lnTo>
                    <a:pt x="118439" y="858664"/>
                  </a:lnTo>
                  <a:lnTo>
                    <a:pt x="147641" y="891373"/>
                  </a:lnTo>
                  <a:lnTo>
                    <a:pt x="179485" y="921724"/>
                  </a:lnTo>
                  <a:lnTo>
                    <a:pt x="213803" y="949557"/>
                  </a:lnTo>
                  <a:lnTo>
                    <a:pt x="250428" y="974713"/>
                  </a:lnTo>
                  <a:lnTo>
                    <a:pt x="289193" y="997032"/>
                  </a:lnTo>
                  <a:lnTo>
                    <a:pt x="329930" y="1016355"/>
                  </a:lnTo>
                  <a:lnTo>
                    <a:pt x="372473" y="1032522"/>
                  </a:lnTo>
                  <a:lnTo>
                    <a:pt x="416653" y="1045374"/>
                  </a:lnTo>
                  <a:lnTo>
                    <a:pt x="462304" y="1054752"/>
                  </a:lnTo>
                  <a:lnTo>
                    <a:pt x="509259" y="1060495"/>
                  </a:lnTo>
                  <a:lnTo>
                    <a:pt x="557349" y="1062445"/>
                  </a:lnTo>
                  <a:lnTo>
                    <a:pt x="605439" y="1060495"/>
                  </a:lnTo>
                  <a:lnTo>
                    <a:pt x="652393" y="1054752"/>
                  </a:lnTo>
                  <a:lnTo>
                    <a:pt x="698044" y="1045374"/>
                  </a:lnTo>
                  <a:lnTo>
                    <a:pt x="742225" y="1032522"/>
                  </a:lnTo>
                  <a:lnTo>
                    <a:pt x="784767" y="1016355"/>
                  </a:lnTo>
                  <a:lnTo>
                    <a:pt x="825505" y="997032"/>
                  </a:lnTo>
                  <a:lnTo>
                    <a:pt x="864269" y="974713"/>
                  </a:lnTo>
                  <a:lnTo>
                    <a:pt x="900894" y="949557"/>
                  </a:lnTo>
                  <a:lnTo>
                    <a:pt x="935212" y="921724"/>
                  </a:lnTo>
                  <a:lnTo>
                    <a:pt x="967056" y="891373"/>
                  </a:lnTo>
                  <a:lnTo>
                    <a:pt x="996258" y="858664"/>
                  </a:lnTo>
                  <a:lnTo>
                    <a:pt x="1022651" y="823756"/>
                  </a:lnTo>
                  <a:lnTo>
                    <a:pt x="1046068" y="786808"/>
                  </a:lnTo>
                  <a:lnTo>
                    <a:pt x="1066341" y="747980"/>
                  </a:lnTo>
                  <a:lnTo>
                    <a:pt x="1083303" y="707432"/>
                  </a:lnTo>
                  <a:lnTo>
                    <a:pt x="1096787" y="665323"/>
                  </a:lnTo>
                  <a:lnTo>
                    <a:pt x="1106626" y="621812"/>
                  </a:lnTo>
                  <a:lnTo>
                    <a:pt x="1112652" y="577059"/>
                  </a:lnTo>
                  <a:lnTo>
                    <a:pt x="1114698" y="531223"/>
                  </a:lnTo>
                  <a:lnTo>
                    <a:pt x="1112652" y="485387"/>
                  </a:lnTo>
                  <a:lnTo>
                    <a:pt x="1106626" y="440633"/>
                  </a:lnTo>
                  <a:lnTo>
                    <a:pt x="1096787" y="397122"/>
                  </a:lnTo>
                  <a:lnTo>
                    <a:pt x="1083303" y="355013"/>
                  </a:lnTo>
                  <a:lnTo>
                    <a:pt x="1066341" y="314465"/>
                  </a:lnTo>
                  <a:lnTo>
                    <a:pt x="1046068" y="275637"/>
                  </a:lnTo>
                  <a:lnTo>
                    <a:pt x="1022651" y="238689"/>
                  </a:lnTo>
                  <a:lnTo>
                    <a:pt x="996258" y="203781"/>
                  </a:lnTo>
                  <a:lnTo>
                    <a:pt x="967056" y="171071"/>
                  </a:lnTo>
                  <a:lnTo>
                    <a:pt x="935212" y="140720"/>
                  </a:lnTo>
                  <a:lnTo>
                    <a:pt x="900894" y="112887"/>
                  </a:lnTo>
                  <a:lnTo>
                    <a:pt x="864269" y="87731"/>
                  </a:lnTo>
                  <a:lnTo>
                    <a:pt x="825505" y="65412"/>
                  </a:lnTo>
                  <a:lnTo>
                    <a:pt x="784767" y="46090"/>
                  </a:lnTo>
                  <a:lnTo>
                    <a:pt x="742225" y="29922"/>
                  </a:lnTo>
                  <a:lnTo>
                    <a:pt x="698044" y="17070"/>
                  </a:lnTo>
                  <a:lnTo>
                    <a:pt x="652393" y="7693"/>
                  </a:lnTo>
                  <a:lnTo>
                    <a:pt x="605439" y="1949"/>
                  </a:lnTo>
                  <a:lnTo>
                    <a:pt x="557349" y="0"/>
                  </a:lnTo>
                  <a:close/>
                </a:path>
              </a:pathLst>
            </a:custGeom>
            <a:solidFill>
              <a:srgbClr val="E8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830114" y="5578916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60" h="1062990">
                  <a:moveTo>
                    <a:pt x="0" y="531222"/>
                  </a:moveTo>
                  <a:lnTo>
                    <a:pt x="2045" y="485386"/>
                  </a:lnTo>
                  <a:lnTo>
                    <a:pt x="8071" y="440633"/>
                  </a:lnTo>
                  <a:lnTo>
                    <a:pt x="17910" y="397122"/>
                  </a:lnTo>
                  <a:lnTo>
                    <a:pt x="31394" y="355013"/>
                  </a:lnTo>
                  <a:lnTo>
                    <a:pt x="48356" y="314464"/>
                  </a:lnTo>
                  <a:lnTo>
                    <a:pt x="68629" y="275637"/>
                  </a:lnTo>
                  <a:lnTo>
                    <a:pt x="92046" y="238689"/>
                  </a:lnTo>
                  <a:lnTo>
                    <a:pt x="118439" y="203781"/>
                  </a:lnTo>
                  <a:lnTo>
                    <a:pt x="147641" y="171071"/>
                  </a:lnTo>
                  <a:lnTo>
                    <a:pt x="179485" y="140720"/>
                  </a:lnTo>
                  <a:lnTo>
                    <a:pt x="213803" y="112887"/>
                  </a:lnTo>
                  <a:lnTo>
                    <a:pt x="250428" y="87731"/>
                  </a:lnTo>
                  <a:lnTo>
                    <a:pt x="289193" y="65412"/>
                  </a:lnTo>
                  <a:lnTo>
                    <a:pt x="329930" y="46089"/>
                  </a:lnTo>
                  <a:lnTo>
                    <a:pt x="372473" y="29922"/>
                  </a:lnTo>
                  <a:lnTo>
                    <a:pt x="416653" y="17070"/>
                  </a:lnTo>
                  <a:lnTo>
                    <a:pt x="462304" y="7693"/>
                  </a:lnTo>
                  <a:lnTo>
                    <a:pt x="509258" y="1949"/>
                  </a:lnTo>
                  <a:lnTo>
                    <a:pt x="557348" y="0"/>
                  </a:lnTo>
                  <a:lnTo>
                    <a:pt x="605438" y="1949"/>
                  </a:lnTo>
                  <a:lnTo>
                    <a:pt x="652393" y="7693"/>
                  </a:lnTo>
                  <a:lnTo>
                    <a:pt x="698044" y="17070"/>
                  </a:lnTo>
                  <a:lnTo>
                    <a:pt x="742224" y="29922"/>
                  </a:lnTo>
                  <a:lnTo>
                    <a:pt x="784767" y="46089"/>
                  </a:lnTo>
                  <a:lnTo>
                    <a:pt x="825504" y="65412"/>
                  </a:lnTo>
                  <a:lnTo>
                    <a:pt x="864269" y="87731"/>
                  </a:lnTo>
                  <a:lnTo>
                    <a:pt x="900894" y="112887"/>
                  </a:lnTo>
                  <a:lnTo>
                    <a:pt x="935212" y="140720"/>
                  </a:lnTo>
                  <a:lnTo>
                    <a:pt x="967055" y="171071"/>
                  </a:lnTo>
                  <a:lnTo>
                    <a:pt x="996257" y="203781"/>
                  </a:lnTo>
                  <a:lnTo>
                    <a:pt x="1022650" y="238689"/>
                  </a:lnTo>
                  <a:lnTo>
                    <a:pt x="1046067" y="275637"/>
                  </a:lnTo>
                  <a:lnTo>
                    <a:pt x="1066340" y="314464"/>
                  </a:lnTo>
                  <a:lnTo>
                    <a:pt x="1083303" y="355013"/>
                  </a:lnTo>
                  <a:lnTo>
                    <a:pt x="1096787" y="397122"/>
                  </a:lnTo>
                  <a:lnTo>
                    <a:pt x="1106625" y="440633"/>
                  </a:lnTo>
                  <a:lnTo>
                    <a:pt x="1112651" y="485386"/>
                  </a:lnTo>
                  <a:lnTo>
                    <a:pt x="1114697" y="531222"/>
                  </a:lnTo>
                  <a:lnTo>
                    <a:pt x="1112651" y="577058"/>
                  </a:lnTo>
                  <a:lnTo>
                    <a:pt x="1106625" y="621812"/>
                  </a:lnTo>
                  <a:lnTo>
                    <a:pt x="1096787" y="665323"/>
                  </a:lnTo>
                  <a:lnTo>
                    <a:pt x="1083303" y="707432"/>
                  </a:lnTo>
                  <a:lnTo>
                    <a:pt x="1066340" y="747980"/>
                  </a:lnTo>
                  <a:lnTo>
                    <a:pt x="1046067" y="786808"/>
                  </a:lnTo>
                  <a:lnTo>
                    <a:pt x="1022650" y="823756"/>
                  </a:lnTo>
                  <a:lnTo>
                    <a:pt x="996257" y="858664"/>
                  </a:lnTo>
                  <a:lnTo>
                    <a:pt x="967055" y="891373"/>
                  </a:lnTo>
                  <a:lnTo>
                    <a:pt x="935212" y="921724"/>
                  </a:lnTo>
                  <a:lnTo>
                    <a:pt x="900894" y="949558"/>
                  </a:lnTo>
                  <a:lnTo>
                    <a:pt x="864269" y="974713"/>
                  </a:lnTo>
                  <a:lnTo>
                    <a:pt x="825504" y="997032"/>
                  </a:lnTo>
                  <a:lnTo>
                    <a:pt x="784767" y="1016355"/>
                  </a:lnTo>
                  <a:lnTo>
                    <a:pt x="742224" y="1032523"/>
                  </a:lnTo>
                  <a:lnTo>
                    <a:pt x="698044" y="1045375"/>
                  </a:lnTo>
                  <a:lnTo>
                    <a:pt x="652393" y="1054752"/>
                  </a:lnTo>
                  <a:lnTo>
                    <a:pt x="605438" y="1060495"/>
                  </a:lnTo>
                  <a:lnTo>
                    <a:pt x="557348" y="1062445"/>
                  </a:lnTo>
                  <a:lnTo>
                    <a:pt x="509258" y="1060495"/>
                  </a:lnTo>
                  <a:lnTo>
                    <a:pt x="462304" y="1054752"/>
                  </a:lnTo>
                  <a:lnTo>
                    <a:pt x="416653" y="1045375"/>
                  </a:lnTo>
                  <a:lnTo>
                    <a:pt x="372473" y="1032523"/>
                  </a:lnTo>
                  <a:lnTo>
                    <a:pt x="329930" y="1016355"/>
                  </a:lnTo>
                  <a:lnTo>
                    <a:pt x="289193" y="997032"/>
                  </a:lnTo>
                  <a:lnTo>
                    <a:pt x="250428" y="974713"/>
                  </a:lnTo>
                  <a:lnTo>
                    <a:pt x="213803" y="949558"/>
                  </a:lnTo>
                  <a:lnTo>
                    <a:pt x="179485" y="921724"/>
                  </a:lnTo>
                  <a:lnTo>
                    <a:pt x="147641" y="891373"/>
                  </a:lnTo>
                  <a:lnTo>
                    <a:pt x="118439" y="858664"/>
                  </a:lnTo>
                  <a:lnTo>
                    <a:pt x="92046" y="823756"/>
                  </a:lnTo>
                  <a:lnTo>
                    <a:pt x="68629" y="786808"/>
                  </a:lnTo>
                  <a:lnTo>
                    <a:pt x="48356" y="747980"/>
                  </a:lnTo>
                  <a:lnTo>
                    <a:pt x="31394" y="707432"/>
                  </a:lnTo>
                  <a:lnTo>
                    <a:pt x="17910" y="665323"/>
                  </a:lnTo>
                  <a:lnTo>
                    <a:pt x="8071" y="621812"/>
                  </a:lnTo>
                  <a:lnTo>
                    <a:pt x="2045" y="577058"/>
                  </a:lnTo>
                  <a:lnTo>
                    <a:pt x="0" y="531222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268994" y="5852667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85090">
              <a:lnSpc>
                <a:spcPts val="1900"/>
              </a:lnSpc>
              <a:spcBef>
                <a:spcPts val="18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left 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89626" y="5852667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22860">
              <a:lnSpc>
                <a:spcPts val="1900"/>
              </a:lnSpc>
              <a:spcBef>
                <a:spcPts val="180"/>
              </a:spcBef>
            </a:pP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right </a:t>
            </a:r>
            <a:r>
              <a:rPr sz="1600" spc="-4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21430" y="5297932"/>
            <a:ext cx="11709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RIGHT</a:t>
            </a:r>
            <a:r>
              <a:rPr sz="1600" spc="-1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JOIN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098594" y="5578916"/>
            <a:ext cx="1115060" cy="1062990"/>
          </a:xfrm>
          <a:custGeom>
            <a:avLst/>
            <a:gdLst/>
            <a:ahLst/>
            <a:cxnLst/>
            <a:rect l="l" t="t" r="r" b="b"/>
            <a:pathLst>
              <a:path w="1115060" h="1062990">
                <a:moveTo>
                  <a:pt x="0" y="531222"/>
                </a:moveTo>
                <a:lnTo>
                  <a:pt x="2045" y="485386"/>
                </a:lnTo>
                <a:lnTo>
                  <a:pt x="8071" y="440633"/>
                </a:lnTo>
                <a:lnTo>
                  <a:pt x="17910" y="397122"/>
                </a:lnTo>
                <a:lnTo>
                  <a:pt x="31394" y="355013"/>
                </a:lnTo>
                <a:lnTo>
                  <a:pt x="48356" y="314464"/>
                </a:lnTo>
                <a:lnTo>
                  <a:pt x="68629" y="275637"/>
                </a:lnTo>
                <a:lnTo>
                  <a:pt x="92046" y="238689"/>
                </a:lnTo>
                <a:lnTo>
                  <a:pt x="118439" y="203781"/>
                </a:lnTo>
                <a:lnTo>
                  <a:pt x="147641" y="171071"/>
                </a:lnTo>
                <a:lnTo>
                  <a:pt x="179485" y="140720"/>
                </a:lnTo>
                <a:lnTo>
                  <a:pt x="213803" y="112887"/>
                </a:lnTo>
                <a:lnTo>
                  <a:pt x="250428" y="87731"/>
                </a:lnTo>
                <a:lnTo>
                  <a:pt x="289193" y="65412"/>
                </a:lnTo>
                <a:lnTo>
                  <a:pt x="329930" y="46089"/>
                </a:lnTo>
                <a:lnTo>
                  <a:pt x="372473" y="29922"/>
                </a:lnTo>
                <a:lnTo>
                  <a:pt x="416653" y="17070"/>
                </a:lnTo>
                <a:lnTo>
                  <a:pt x="462304" y="7693"/>
                </a:lnTo>
                <a:lnTo>
                  <a:pt x="509258" y="1949"/>
                </a:lnTo>
                <a:lnTo>
                  <a:pt x="557348" y="0"/>
                </a:lnTo>
                <a:lnTo>
                  <a:pt x="605438" y="1949"/>
                </a:lnTo>
                <a:lnTo>
                  <a:pt x="652393" y="7693"/>
                </a:lnTo>
                <a:lnTo>
                  <a:pt x="698044" y="17070"/>
                </a:lnTo>
                <a:lnTo>
                  <a:pt x="742224" y="29922"/>
                </a:lnTo>
                <a:lnTo>
                  <a:pt x="784767" y="46089"/>
                </a:lnTo>
                <a:lnTo>
                  <a:pt x="825504" y="65412"/>
                </a:lnTo>
                <a:lnTo>
                  <a:pt x="864269" y="87731"/>
                </a:lnTo>
                <a:lnTo>
                  <a:pt x="900894" y="112887"/>
                </a:lnTo>
                <a:lnTo>
                  <a:pt x="935212" y="140720"/>
                </a:lnTo>
                <a:lnTo>
                  <a:pt x="967055" y="171071"/>
                </a:lnTo>
                <a:lnTo>
                  <a:pt x="996257" y="203781"/>
                </a:lnTo>
                <a:lnTo>
                  <a:pt x="1022650" y="238689"/>
                </a:lnTo>
                <a:lnTo>
                  <a:pt x="1046067" y="275637"/>
                </a:lnTo>
                <a:lnTo>
                  <a:pt x="1066340" y="314464"/>
                </a:lnTo>
                <a:lnTo>
                  <a:pt x="1083303" y="355013"/>
                </a:lnTo>
                <a:lnTo>
                  <a:pt x="1096787" y="397122"/>
                </a:lnTo>
                <a:lnTo>
                  <a:pt x="1106625" y="440633"/>
                </a:lnTo>
                <a:lnTo>
                  <a:pt x="1112651" y="485386"/>
                </a:lnTo>
                <a:lnTo>
                  <a:pt x="1114697" y="531222"/>
                </a:lnTo>
                <a:lnTo>
                  <a:pt x="1112651" y="577058"/>
                </a:lnTo>
                <a:lnTo>
                  <a:pt x="1106625" y="621812"/>
                </a:lnTo>
                <a:lnTo>
                  <a:pt x="1096787" y="665323"/>
                </a:lnTo>
                <a:lnTo>
                  <a:pt x="1083303" y="707432"/>
                </a:lnTo>
                <a:lnTo>
                  <a:pt x="1066340" y="747980"/>
                </a:lnTo>
                <a:lnTo>
                  <a:pt x="1046067" y="786808"/>
                </a:lnTo>
                <a:lnTo>
                  <a:pt x="1022650" y="823756"/>
                </a:lnTo>
                <a:lnTo>
                  <a:pt x="996257" y="858664"/>
                </a:lnTo>
                <a:lnTo>
                  <a:pt x="967055" y="891373"/>
                </a:lnTo>
                <a:lnTo>
                  <a:pt x="935212" y="921724"/>
                </a:lnTo>
                <a:lnTo>
                  <a:pt x="900894" y="949558"/>
                </a:lnTo>
                <a:lnTo>
                  <a:pt x="864269" y="974713"/>
                </a:lnTo>
                <a:lnTo>
                  <a:pt x="825504" y="997032"/>
                </a:lnTo>
                <a:lnTo>
                  <a:pt x="784767" y="1016355"/>
                </a:lnTo>
                <a:lnTo>
                  <a:pt x="742224" y="1032523"/>
                </a:lnTo>
                <a:lnTo>
                  <a:pt x="698044" y="1045375"/>
                </a:lnTo>
                <a:lnTo>
                  <a:pt x="652393" y="1054752"/>
                </a:lnTo>
                <a:lnTo>
                  <a:pt x="605438" y="1060495"/>
                </a:lnTo>
                <a:lnTo>
                  <a:pt x="557348" y="1062445"/>
                </a:lnTo>
                <a:lnTo>
                  <a:pt x="509258" y="1060495"/>
                </a:lnTo>
                <a:lnTo>
                  <a:pt x="462304" y="1054752"/>
                </a:lnTo>
                <a:lnTo>
                  <a:pt x="416653" y="1045375"/>
                </a:lnTo>
                <a:lnTo>
                  <a:pt x="372473" y="1032523"/>
                </a:lnTo>
                <a:lnTo>
                  <a:pt x="329930" y="1016355"/>
                </a:lnTo>
                <a:lnTo>
                  <a:pt x="289193" y="997032"/>
                </a:lnTo>
                <a:lnTo>
                  <a:pt x="250428" y="974713"/>
                </a:lnTo>
                <a:lnTo>
                  <a:pt x="213803" y="949558"/>
                </a:lnTo>
                <a:lnTo>
                  <a:pt x="179485" y="921724"/>
                </a:lnTo>
                <a:lnTo>
                  <a:pt x="147641" y="891373"/>
                </a:lnTo>
                <a:lnTo>
                  <a:pt x="118439" y="858664"/>
                </a:lnTo>
                <a:lnTo>
                  <a:pt x="92046" y="823756"/>
                </a:lnTo>
                <a:lnTo>
                  <a:pt x="68629" y="786808"/>
                </a:lnTo>
                <a:lnTo>
                  <a:pt x="48356" y="747980"/>
                </a:lnTo>
                <a:lnTo>
                  <a:pt x="31394" y="707432"/>
                </a:lnTo>
                <a:lnTo>
                  <a:pt x="17910" y="665323"/>
                </a:lnTo>
                <a:lnTo>
                  <a:pt x="8071" y="621812"/>
                </a:lnTo>
                <a:lnTo>
                  <a:pt x="2045" y="577058"/>
                </a:lnTo>
                <a:lnTo>
                  <a:pt x="0" y="531222"/>
                </a:lnTo>
                <a:close/>
              </a:path>
            </a:pathLst>
          </a:custGeom>
          <a:ln w="28186">
            <a:solidFill>
              <a:srgbClr val="6B766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199606" y="4151464"/>
            <a:ext cx="398780" cy="777875"/>
          </a:xfrm>
          <a:custGeom>
            <a:avLst/>
            <a:gdLst/>
            <a:ahLst/>
            <a:cxnLst/>
            <a:rect l="l" t="t" r="r" b="b"/>
            <a:pathLst>
              <a:path w="398779" h="777875">
                <a:moveTo>
                  <a:pt x="398691" y="397103"/>
                </a:moveTo>
                <a:lnTo>
                  <a:pt x="395909" y="340893"/>
                </a:lnTo>
                <a:lnTo>
                  <a:pt x="387819" y="287248"/>
                </a:lnTo>
                <a:lnTo>
                  <a:pt x="374827" y="236740"/>
                </a:lnTo>
                <a:lnTo>
                  <a:pt x="357314" y="189979"/>
                </a:lnTo>
                <a:lnTo>
                  <a:pt x="335699" y="147535"/>
                </a:lnTo>
                <a:lnTo>
                  <a:pt x="310362" y="110020"/>
                </a:lnTo>
                <a:lnTo>
                  <a:pt x="281711" y="78003"/>
                </a:lnTo>
                <a:lnTo>
                  <a:pt x="250139" y="52070"/>
                </a:lnTo>
                <a:lnTo>
                  <a:pt x="236245" y="44234"/>
                </a:lnTo>
                <a:lnTo>
                  <a:pt x="248272" y="0"/>
                </a:lnTo>
                <a:lnTo>
                  <a:pt x="211582" y="4114"/>
                </a:lnTo>
                <a:lnTo>
                  <a:pt x="176568" y="16103"/>
                </a:lnTo>
                <a:lnTo>
                  <a:pt x="170230" y="19799"/>
                </a:lnTo>
                <a:lnTo>
                  <a:pt x="141871" y="16713"/>
                </a:lnTo>
                <a:lnTo>
                  <a:pt x="144729" y="34696"/>
                </a:lnTo>
                <a:lnTo>
                  <a:pt x="143611" y="35344"/>
                </a:lnTo>
                <a:lnTo>
                  <a:pt x="113093" y="61277"/>
                </a:lnTo>
                <a:lnTo>
                  <a:pt x="85394" y="93294"/>
                </a:lnTo>
                <a:lnTo>
                  <a:pt x="60896" y="130822"/>
                </a:lnTo>
                <a:lnTo>
                  <a:pt x="40005" y="173253"/>
                </a:lnTo>
                <a:lnTo>
                  <a:pt x="23075" y="220027"/>
                </a:lnTo>
                <a:lnTo>
                  <a:pt x="10515" y="270522"/>
                </a:lnTo>
                <a:lnTo>
                  <a:pt x="2692" y="324180"/>
                </a:lnTo>
                <a:lnTo>
                  <a:pt x="0" y="380390"/>
                </a:lnTo>
                <a:lnTo>
                  <a:pt x="2692" y="436600"/>
                </a:lnTo>
                <a:lnTo>
                  <a:pt x="10515" y="490245"/>
                </a:lnTo>
                <a:lnTo>
                  <a:pt x="23075" y="540753"/>
                </a:lnTo>
                <a:lnTo>
                  <a:pt x="40005" y="587514"/>
                </a:lnTo>
                <a:lnTo>
                  <a:pt x="60896" y="629945"/>
                </a:lnTo>
                <a:lnTo>
                  <a:pt x="85394" y="667473"/>
                </a:lnTo>
                <a:lnTo>
                  <a:pt x="113093" y="699490"/>
                </a:lnTo>
                <a:lnTo>
                  <a:pt x="143611" y="725424"/>
                </a:lnTo>
                <a:lnTo>
                  <a:pt x="149606" y="728941"/>
                </a:lnTo>
                <a:lnTo>
                  <a:pt x="141871" y="777494"/>
                </a:lnTo>
                <a:lnTo>
                  <a:pt x="179819" y="773366"/>
                </a:lnTo>
                <a:lnTo>
                  <a:pt x="216039" y="761390"/>
                </a:lnTo>
                <a:lnTo>
                  <a:pt x="222288" y="757859"/>
                </a:lnTo>
                <a:lnTo>
                  <a:pt x="248272" y="760780"/>
                </a:lnTo>
                <a:lnTo>
                  <a:pt x="244119" y="745540"/>
                </a:lnTo>
                <a:lnTo>
                  <a:pt x="250139" y="742137"/>
                </a:lnTo>
                <a:lnTo>
                  <a:pt x="281711" y="716216"/>
                </a:lnTo>
                <a:lnTo>
                  <a:pt x="310362" y="684187"/>
                </a:lnTo>
                <a:lnTo>
                  <a:pt x="335699" y="646671"/>
                </a:lnTo>
                <a:lnTo>
                  <a:pt x="357314" y="604227"/>
                </a:lnTo>
                <a:lnTo>
                  <a:pt x="374827" y="557466"/>
                </a:lnTo>
                <a:lnTo>
                  <a:pt x="387819" y="506971"/>
                </a:lnTo>
                <a:lnTo>
                  <a:pt x="395909" y="453313"/>
                </a:lnTo>
                <a:lnTo>
                  <a:pt x="398691" y="397103"/>
                </a:lnTo>
                <a:close/>
              </a:path>
            </a:pathLst>
          </a:custGeom>
          <a:solidFill>
            <a:srgbClr val="E8F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659191" y="4285996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85090">
              <a:lnSpc>
                <a:spcPts val="1900"/>
              </a:lnSpc>
              <a:spcBef>
                <a:spcPts val="18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left 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679822" y="4285996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22860">
              <a:lnSpc>
                <a:spcPts val="1900"/>
              </a:lnSpc>
              <a:spcBef>
                <a:spcPts val="180"/>
              </a:spcBef>
            </a:pP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right </a:t>
            </a:r>
            <a:r>
              <a:rPr sz="1600" spc="-4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741216" y="3709923"/>
            <a:ext cx="13119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(INNER)</a:t>
            </a:r>
            <a:r>
              <a:rPr sz="1600" spc="-6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JOIN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474698" y="3997558"/>
            <a:ext cx="1874520" cy="1090930"/>
            <a:chOff x="5474698" y="3997558"/>
            <a:chExt cx="1874520" cy="1090930"/>
          </a:xfrm>
        </p:grpSpPr>
        <p:sp>
          <p:nvSpPr>
            <p:cNvPr id="32" name="object 32"/>
            <p:cNvSpPr/>
            <p:nvPr/>
          </p:nvSpPr>
          <p:spPr>
            <a:xfrm>
              <a:off x="5488791" y="4011652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59" h="1062989">
                  <a:moveTo>
                    <a:pt x="0" y="531222"/>
                  </a:moveTo>
                  <a:lnTo>
                    <a:pt x="2045" y="485386"/>
                  </a:lnTo>
                  <a:lnTo>
                    <a:pt x="8071" y="440633"/>
                  </a:lnTo>
                  <a:lnTo>
                    <a:pt x="17910" y="397122"/>
                  </a:lnTo>
                  <a:lnTo>
                    <a:pt x="31394" y="355013"/>
                  </a:lnTo>
                  <a:lnTo>
                    <a:pt x="48356" y="314464"/>
                  </a:lnTo>
                  <a:lnTo>
                    <a:pt x="68629" y="275637"/>
                  </a:lnTo>
                  <a:lnTo>
                    <a:pt x="92046" y="238689"/>
                  </a:lnTo>
                  <a:lnTo>
                    <a:pt x="118439" y="203781"/>
                  </a:lnTo>
                  <a:lnTo>
                    <a:pt x="147641" y="171071"/>
                  </a:lnTo>
                  <a:lnTo>
                    <a:pt x="179485" y="140720"/>
                  </a:lnTo>
                  <a:lnTo>
                    <a:pt x="213803" y="112887"/>
                  </a:lnTo>
                  <a:lnTo>
                    <a:pt x="250428" y="87731"/>
                  </a:lnTo>
                  <a:lnTo>
                    <a:pt x="289193" y="65412"/>
                  </a:lnTo>
                  <a:lnTo>
                    <a:pt x="329930" y="46089"/>
                  </a:lnTo>
                  <a:lnTo>
                    <a:pt x="372473" y="29922"/>
                  </a:lnTo>
                  <a:lnTo>
                    <a:pt x="416653" y="17070"/>
                  </a:lnTo>
                  <a:lnTo>
                    <a:pt x="462304" y="7693"/>
                  </a:lnTo>
                  <a:lnTo>
                    <a:pt x="509258" y="1949"/>
                  </a:lnTo>
                  <a:lnTo>
                    <a:pt x="557348" y="0"/>
                  </a:lnTo>
                  <a:lnTo>
                    <a:pt x="605438" y="1949"/>
                  </a:lnTo>
                  <a:lnTo>
                    <a:pt x="652393" y="7693"/>
                  </a:lnTo>
                  <a:lnTo>
                    <a:pt x="698044" y="17070"/>
                  </a:lnTo>
                  <a:lnTo>
                    <a:pt x="742224" y="29922"/>
                  </a:lnTo>
                  <a:lnTo>
                    <a:pt x="784767" y="46089"/>
                  </a:lnTo>
                  <a:lnTo>
                    <a:pt x="825504" y="65412"/>
                  </a:lnTo>
                  <a:lnTo>
                    <a:pt x="864269" y="87731"/>
                  </a:lnTo>
                  <a:lnTo>
                    <a:pt x="900894" y="112887"/>
                  </a:lnTo>
                  <a:lnTo>
                    <a:pt x="935212" y="140720"/>
                  </a:lnTo>
                  <a:lnTo>
                    <a:pt x="967055" y="171071"/>
                  </a:lnTo>
                  <a:lnTo>
                    <a:pt x="996257" y="203781"/>
                  </a:lnTo>
                  <a:lnTo>
                    <a:pt x="1022650" y="238689"/>
                  </a:lnTo>
                  <a:lnTo>
                    <a:pt x="1046067" y="275637"/>
                  </a:lnTo>
                  <a:lnTo>
                    <a:pt x="1066340" y="314464"/>
                  </a:lnTo>
                  <a:lnTo>
                    <a:pt x="1083303" y="355013"/>
                  </a:lnTo>
                  <a:lnTo>
                    <a:pt x="1096787" y="397122"/>
                  </a:lnTo>
                  <a:lnTo>
                    <a:pt x="1106625" y="440633"/>
                  </a:lnTo>
                  <a:lnTo>
                    <a:pt x="1112651" y="485386"/>
                  </a:lnTo>
                  <a:lnTo>
                    <a:pt x="1114697" y="531222"/>
                  </a:lnTo>
                  <a:lnTo>
                    <a:pt x="1112651" y="577058"/>
                  </a:lnTo>
                  <a:lnTo>
                    <a:pt x="1106625" y="621812"/>
                  </a:lnTo>
                  <a:lnTo>
                    <a:pt x="1096787" y="665323"/>
                  </a:lnTo>
                  <a:lnTo>
                    <a:pt x="1083303" y="707432"/>
                  </a:lnTo>
                  <a:lnTo>
                    <a:pt x="1066340" y="747980"/>
                  </a:lnTo>
                  <a:lnTo>
                    <a:pt x="1046067" y="786808"/>
                  </a:lnTo>
                  <a:lnTo>
                    <a:pt x="1022650" y="823756"/>
                  </a:lnTo>
                  <a:lnTo>
                    <a:pt x="996257" y="858664"/>
                  </a:lnTo>
                  <a:lnTo>
                    <a:pt x="967055" y="891373"/>
                  </a:lnTo>
                  <a:lnTo>
                    <a:pt x="935212" y="921724"/>
                  </a:lnTo>
                  <a:lnTo>
                    <a:pt x="900894" y="949558"/>
                  </a:lnTo>
                  <a:lnTo>
                    <a:pt x="864269" y="974713"/>
                  </a:lnTo>
                  <a:lnTo>
                    <a:pt x="825504" y="997032"/>
                  </a:lnTo>
                  <a:lnTo>
                    <a:pt x="784767" y="1016355"/>
                  </a:lnTo>
                  <a:lnTo>
                    <a:pt x="742224" y="1032523"/>
                  </a:lnTo>
                  <a:lnTo>
                    <a:pt x="698044" y="1045375"/>
                  </a:lnTo>
                  <a:lnTo>
                    <a:pt x="652393" y="1054752"/>
                  </a:lnTo>
                  <a:lnTo>
                    <a:pt x="605438" y="1060495"/>
                  </a:lnTo>
                  <a:lnTo>
                    <a:pt x="557348" y="1062445"/>
                  </a:lnTo>
                  <a:lnTo>
                    <a:pt x="509258" y="1060495"/>
                  </a:lnTo>
                  <a:lnTo>
                    <a:pt x="462304" y="1054752"/>
                  </a:lnTo>
                  <a:lnTo>
                    <a:pt x="416653" y="1045375"/>
                  </a:lnTo>
                  <a:lnTo>
                    <a:pt x="372473" y="1032523"/>
                  </a:lnTo>
                  <a:lnTo>
                    <a:pt x="329930" y="1016355"/>
                  </a:lnTo>
                  <a:lnTo>
                    <a:pt x="289193" y="997032"/>
                  </a:lnTo>
                  <a:lnTo>
                    <a:pt x="250428" y="974713"/>
                  </a:lnTo>
                  <a:lnTo>
                    <a:pt x="213803" y="949558"/>
                  </a:lnTo>
                  <a:lnTo>
                    <a:pt x="179485" y="921724"/>
                  </a:lnTo>
                  <a:lnTo>
                    <a:pt x="147641" y="891373"/>
                  </a:lnTo>
                  <a:lnTo>
                    <a:pt x="118439" y="858664"/>
                  </a:lnTo>
                  <a:lnTo>
                    <a:pt x="92046" y="823756"/>
                  </a:lnTo>
                  <a:lnTo>
                    <a:pt x="68629" y="786808"/>
                  </a:lnTo>
                  <a:lnTo>
                    <a:pt x="48356" y="747980"/>
                  </a:lnTo>
                  <a:lnTo>
                    <a:pt x="31394" y="707432"/>
                  </a:lnTo>
                  <a:lnTo>
                    <a:pt x="17910" y="665323"/>
                  </a:lnTo>
                  <a:lnTo>
                    <a:pt x="8071" y="621812"/>
                  </a:lnTo>
                  <a:lnTo>
                    <a:pt x="2045" y="577058"/>
                  </a:lnTo>
                  <a:lnTo>
                    <a:pt x="0" y="531222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220311" y="4011652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59" h="1062989">
                  <a:moveTo>
                    <a:pt x="0" y="531222"/>
                  </a:moveTo>
                  <a:lnTo>
                    <a:pt x="2045" y="485386"/>
                  </a:lnTo>
                  <a:lnTo>
                    <a:pt x="8071" y="440633"/>
                  </a:lnTo>
                  <a:lnTo>
                    <a:pt x="17910" y="397122"/>
                  </a:lnTo>
                  <a:lnTo>
                    <a:pt x="31394" y="355013"/>
                  </a:lnTo>
                  <a:lnTo>
                    <a:pt x="48356" y="314464"/>
                  </a:lnTo>
                  <a:lnTo>
                    <a:pt x="68629" y="275637"/>
                  </a:lnTo>
                  <a:lnTo>
                    <a:pt x="92046" y="238689"/>
                  </a:lnTo>
                  <a:lnTo>
                    <a:pt x="118439" y="203781"/>
                  </a:lnTo>
                  <a:lnTo>
                    <a:pt x="147641" y="171071"/>
                  </a:lnTo>
                  <a:lnTo>
                    <a:pt x="179485" y="140720"/>
                  </a:lnTo>
                  <a:lnTo>
                    <a:pt x="213803" y="112887"/>
                  </a:lnTo>
                  <a:lnTo>
                    <a:pt x="250428" y="87731"/>
                  </a:lnTo>
                  <a:lnTo>
                    <a:pt x="289193" y="65412"/>
                  </a:lnTo>
                  <a:lnTo>
                    <a:pt x="329930" y="46089"/>
                  </a:lnTo>
                  <a:lnTo>
                    <a:pt x="372473" y="29922"/>
                  </a:lnTo>
                  <a:lnTo>
                    <a:pt x="416653" y="17070"/>
                  </a:lnTo>
                  <a:lnTo>
                    <a:pt x="462304" y="7693"/>
                  </a:lnTo>
                  <a:lnTo>
                    <a:pt x="509258" y="1949"/>
                  </a:lnTo>
                  <a:lnTo>
                    <a:pt x="557348" y="0"/>
                  </a:lnTo>
                  <a:lnTo>
                    <a:pt x="605438" y="1949"/>
                  </a:lnTo>
                  <a:lnTo>
                    <a:pt x="652393" y="7693"/>
                  </a:lnTo>
                  <a:lnTo>
                    <a:pt x="698044" y="17070"/>
                  </a:lnTo>
                  <a:lnTo>
                    <a:pt x="742224" y="29922"/>
                  </a:lnTo>
                  <a:lnTo>
                    <a:pt x="784767" y="46089"/>
                  </a:lnTo>
                  <a:lnTo>
                    <a:pt x="825504" y="65412"/>
                  </a:lnTo>
                  <a:lnTo>
                    <a:pt x="864269" y="87731"/>
                  </a:lnTo>
                  <a:lnTo>
                    <a:pt x="900894" y="112887"/>
                  </a:lnTo>
                  <a:lnTo>
                    <a:pt x="935212" y="140720"/>
                  </a:lnTo>
                  <a:lnTo>
                    <a:pt x="967055" y="171071"/>
                  </a:lnTo>
                  <a:lnTo>
                    <a:pt x="996257" y="203781"/>
                  </a:lnTo>
                  <a:lnTo>
                    <a:pt x="1022650" y="238689"/>
                  </a:lnTo>
                  <a:lnTo>
                    <a:pt x="1046067" y="275637"/>
                  </a:lnTo>
                  <a:lnTo>
                    <a:pt x="1066340" y="314464"/>
                  </a:lnTo>
                  <a:lnTo>
                    <a:pt x="1083303" y="355013"/>
                  </a:lnTo>
                  <a:lnTo>
                    <a:pt x="1096787" y="397122"/>
                  </a:lnTo>
                  <a:lnTo>
                    <a:pt x="1106625" y="440633"/>
                  </a:lnTo>
                  <a:lnTo>
                    <a:pt x="1112651" y="485386"/>
                  </a:lnTo>
                  <a:lnTo>
                    <a:pt x="1114697" y="531222"/>
                  </a:lnTo>
                  <a:lnTo>
                    <a:pt x="1112651" y="577058"/>
                  </a:lnTo>
                  <a:lnTo>
                    <a:pt x="1106625" y="621812"/>
                  </a:lnTo>
                  <a:lnTo>
                    <a:pt x="1096787" y="665323"/>
                  </a:lnTo>
                  <a:lnTo>
                    <a:pt x="1083303" y="707432"/>
                  </a:lnTo>
                  <a:lnTo>
                    <a:pt x="1066340" y="747980"/>
                  </a:lnTo>
                  <a:lnTo>
                    <a:pt x="1046067" y="786808"/>
                  </a:lnTo>
                  <a:lnTo>
                    <a:pt x="1022650" y="823756"/>
                  </a:lnTo>
                  <a:lnTo>
                    <a:pt x="996257" y="858664"/>
                  </a:lnTo>
                  <a:lnTo>
                    <a:pt x="967055" y="891373"/>
                  </a:lnTo>
                  <a:lnTo>
                    <a:pt x="935212" y="921724"/>
                  </a:lnTo>
                  <a:lnTo>
                    <a:pt x="900894" y="949558"/>
                  </a:lnTo>
                  <a:lnTo>
                    <a:pt x="864269" y="974713"/>
                  </a:lnTo>
                  <a:lnTo>
                    <a:pt x="825504" y="997032"/>
                  </a:lnTo>
                  <a:lnTo>
                    <a:pt x="784767" y="1016355"/>
                  </a:lnTo>
                  <a:lnTo>
                    <a:pt x="742224" y="1032523"/>
                  </a:lnTo>
                  <a:lnTo>
                    <a:pt x="698044" y="1045375"/>
                  </a:lnTo>
                  <a:lnTo>
                    <a:pt x="652393" y="1054752"/>
                  </a:lnTo>
                  <a:lnTo>
                    <a:pt x="605438" y="1060495"/>
                  </a:lnTo>
                  <a:lnTo>
                    <a:pt x="557348" y="1062445"/>
                  </a:lnTo>
                  <a:lnTo>
                    <a:pt x="509258" y="1060495"/>
                  </a:lnTo>
                  <a:lnTo>
                    <a:pt x="462304" y="1054752"/>
                  </a:lnTo>
                  <a:lnTo>
                    <a:pt x="416653" y="1045375"/>
                  </a:lnTo>
                  <a:lnTo>
                    <a:pt x="372473" y="1032523"/>
                  </a:lnTo>
                  <a:lnTo>
                    <a:pt x="329930" y="1016355"/>
                  </a:lnTo>
                  <a:lnTo>
                    <a:pt x="289193" y="997032"/>
                  </a:lnTo>
                  <a:lnTo>
                    <a:pt x="250428" y="974713"/>
                  </a:lnTo>
                  <a:lnTo>
                    <a:pt x="213803" y="949558"/>
                  </a:lnTo>
                  <a:lnTo>
                    <a:pt x="179485" y="921724"/>
                  </a:lnTo>
                  <a:lnTo>
                    <a:pt x="147641" y="891373"/>
                  </a:lnTo>
                  <a:lnTo>
                    <a:pt x="118439" y="858664"/>
                  </a:lnTo>
                  <a:lnTo>
                    <a:pt x="92046" y="823756"/>
                  </a:lnTo>
                  <a:lnTo>
                    <a:pt x="68629" y="786808"/>
                  </a:lnTo>
                  <a:lnTo>
                    <a:pt x="48356" y="747980"/>
                  </a:lnTo>
                  <a:lnTo>
                    <a:pt x="31394" y="707432"/>
                  </a:lnTo>
                  <a:lnTo>
                    <a:pt x="17910" y="665323"/>
                  </a:lnTo>
                  <a:lnTo>
                    <a:pt x="8071" y="621812"/>
                  </a:lnTo>
                  <a:lnTo>
                    <a:pt x="2045" y="577058"/>
                  </a:lnTo>
                  <a:lnTo>
                    <a:pt x="0" y="531222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/>
          <p:nvPr/>
        </p:nvSpPr>
        <p:spPr>
          <a:xfrm>
            <a:off x="3400730" y="4151464"/>
            <a:ext cx="398780" cy="777875"/>
          </a:xfrm>
          <a:custGeom>
            <a:avLst/>
            <a:gdLst/>
            <a:ahLst/>
            <a:cxnLst/>
            <a:rect l="l" t="t" r="r" b="b"/>
            <a:pathLst>
              <a:path w="398779" h="777875">
                <a:moveTo>
                  <a:pt x="398691" y="397103"/>
                </a:moveTo>
                <a:lnTo>
                  <a:pt x="395909" y="340893"/>
                </a:lnTo>
                <a:lnTo>
                  <a:pt x="387819" y="287248"/>
                </a:lnTo>
                <a:lnTo>
                  <a:pt x="374815" y="236740"/>
                </a:lnTo>
                <a:lnTo>
                  <a:pt x="357314" y="189979"/>
                </a:lnTo>
                <a:lnTo>
                  <a:pt x="335699" y="147535"/>
                </a:lnTo>
                <a:lnTo>
                  <a:pt x="310362" y="110020"/>
                </a:lnTo>
                <a:lnTo>
                  <a:pt x="281711" y="78003"/>
                </a:lnTo>
                <a:lnTo>
                  <a:pt x="250139" y="52070"/>
                </a:lnTo>
                <a:lnTo>
                  <a:pt x="236245" y="44234"/>
                </a:lnTo>
                <a:lnTo>
                  <a:pt x="248272" y="0"/>
                </a:lnTo>
                <a:lnTo>
                  <a:pt x="211582" y="4114"/>
                </a:lnTo>
                <a:lnTo>
                  <a:pt x="176568" y="16103"/>
                </a:lnTo>
                <a:lnTo>
                  <a:pt x="170230" y="19799"/>
                </a:lnTo>
                <a:lnTo>
                  <a:pt x="141871" y="16713"/>
                </a:lnTo>
                <a:lnTo>
                  <a:pt x="144729" y="34696"/>
                </a:lnTo>
                <a:lnTo>
                  <a:pt x="143611" y="35344"/>
                </a:lnTo>
                <a:lnTo>
                  <a:pt x="113093" y="61277"/>
                </a:lnTo>
                <a:lnTo>
                  <a:pt x="85394" y="93294"/>
                </a:lnTo>
                <a:lnTo>
                  <a:pt x="60896" y="130822"/>
                </a:lnTo>
                <a:lnTo>
                  <a:pt x="40005" y="173253"/>
                </a:lnTo>
                <a:lnTo>
                  <a:pt x="23075" y="220027"/>
                </a:lnTo>
                <a:lnTo>
                  <a:pt x="10515" y="270522"/>
                </a:lnTo>
                <a:lnTo>
                  <a:pt x="2692" y="324180"/>
                </a:lnTo>
                <a:lnTo>
                  <a:pt x="0" y="380390"/>
                </a:lnTo>
                <a:lnTo>
                  <a:pt x="2692" y="436600"/>
                </a:lnTo>
                <a:lnTo>
                  <a:pt x="10515" y="490245"/>
                </a:lnTo>
                <a:lnTo>
                  <a:pt x="23075" y="540753"/>
                </a:lnTo>
                <a:lnTo>
                  <a:pt x="40005" y="587514"/>
                </a:lnTo>
                <a:lnTo>
                  <a:pt x="60896" y="629945"/>
                </a:lnTo>
                <a:lnTo>
                  <a:pt x="85394" y="667473"/>
                </a:lnTo>
                <a:lnTo>
                  <a:pt x="113093" y="699490"/>
                </a:lnTo>
                <a:lnTo>
                  <a:pt x="143611" y="725424"/>
                </a:lnTo>
                <a:lnTo>
                  <a:pt x="149606" y="728941"/>
                </a:lnTo>
                <a:lnTo>
                  <a:pt x="141871" y="777494"/>
                </a:lnTo>
                <a:lnTo>
                  <a:pt x="179819" y="773366"/>
                </a:lnTo>
                <a:lnTo>
                  <a:pt x="216039" y="761390"/>
                </a:lnTo>
                <a:lnTo>
                  <a:pt x="222288" y="757859"/>
                </a:lnTo>
                <a:lnTo>
                  <a:pt x="248272" y="760780"/>
                </a:lnTo>
                <a:lnTo>
                  <a:pt x="244119" y="745540"/>
                </a:lnTo>
                <a:lnTo>
                  <a:pt x="250139" y="742137"/>
                </a:lnTo>
                <a:lnTo>
                  <a:pt x="281711" y="716216"/>
                </a:lnTo>
                <a:lnTo>
                  <a:pt x="310362" y="684187"/>
                </a:lnTo>
                <a:lnTo>
                  <a:pt x="335699" y="646671"/>
                </a:lnTo>
                <a:lnTo>
                  <a:pt x="357314" y="604227"/>
                </a:lnTo>
                <a:lnTo>
                  <a:pt x="374815" y="557466"/>
                </a:lnTo>
                <a:lnTo>
                  <a:pt x="387819" y="506971"/>
                </a:lnTo>
                <a:lnTo>
                  <a:pt x="395909" y="453313"/>
                </a:lnTo>
                <a:lnTo>
                  <a:pt x="398691" y="397103"/>
                </a:lnTo>
                <a:close/>
              </a:path>
            </a:pathLst>
          </a:custGeom>
          <a:solidFill>
            <a:srgbClr val="E8F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860313" y="4285996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85090">
              <a:lnSpc>
                <a:spcPts val="1900"/>
              </a:lnSpc>
              <a:spcBef>
                <a:spcPts val="18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left 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880944" y="4285996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22860">
              <a:lnSpc>
                <a:spcPts val="1900"/>
              </a:lnSpc>
              <a:spcBef>
                <a:spcPts val="180"/>
              </a:spcBef>
            </a:pP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right </a:t>
            </a:r>
            <a:r>
              <a:rPr sz="1600" spc="-4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863057" y="3709923"/>
            <a:ext cx="14706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N</a:t>
            </a:r>
            <a:r>
              <a:rPr sz="1600" spc="-120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UR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L</a:t>
            </a:r>
            <a:r>
              <a:rPr sz="1600" spc="-6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J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OI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N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675820" y="3997558"/>
            <a:ext cx="1874520" cy="1090930"/>
            <a:chOff x="2675820" y="3997558"/>
            <a:chExt cx="1874520" cy="1090930"/>
          </a:xfrm>
        </p:grpSpPr>
        <p:sp>
          <p:nvSpPr>
            <p:cNvPr id="39" name="object 39"/>
            <p:cNvSpPr/>
            <p:nvPr/>
          </p:nvSpPr>
          <p:spPr>
            <a:xfrm>
              <a:off x="2689913" y="4011652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60" h="1062989">
                  <a:moveTo>
                    <a:pt x="0" y="531222"/>
                  </a:moveTo>
                  <a:lnTo>
                    <a:pt x="2045" y="485386"/>
                  </a:lnTo>
                  <a:lnTo>
                    <a:pt x="8071" y="440633"/>
                  </a:lnTo>
                  <a:lnTo>
                    <a:pt x="17910" y="397122"/>
                  </a:lnTo>
                  <a:lnTo>
                    <a:pt x="31394" y="355013"/>
                  </a:lnTo>
                  <a:lnTo>
                    <a:pt x="48356" y="314464"/>
                  </a:lnTo>
                  <a:lnTo>
                    <a:pt x="68629" y="275637"/>
                  </a:lnTo>
                  <a:lnTo>
                    <a:pt x="92046" y="238689"/>
                  </a:lnTo>
                  <a:lnTo>
                    <a:pt x="118439" y="203781"/>
                  </a:lnTo>
                  <a:lnTo>
                    <a:pt x="147641" y="171071"/>
                  </a:lnTo>
                  <a:lnTo>
                    <a:pt x="179485" y="140720"/>
                  </a:lnTo>
                  <a:lnTo>
                    <a:pt x="213803" y="112887"/>
                  </a:lnTo>
                  <a:lnTo>
                    <a:pt x="250428" y="87731"/>
                  </a:lnTo>
                  <a:lnTo>
                    <a:pt x="289193" y="65412"/>
                  </a:lnTo>
                  <a:lnTo>
                    <a:pt x="329930" y="46089"/>
                  </a:lnTo>
                  <a:lnTo>
                    <a:pt x="372473" y="29922"/>
                  </a:lnTo>
                  <a:lnTo>
                    <a:pt x="416653" y="17070"/>
                  </a:lnTo>
                  <a:lnTo>
                    <a:pt x="462304" y="7693"/>
                  </a:lnTo>
                  <a:lnTo>
                    <a:pt x="509258" y="1949"/>
                  </a:lnTo>
                  <a:lnTo>
                    <a:pt x="557348" y="0"/>
                  </a:lnTo>
                  <a:lnTo>
                    <a:pt x="605438" y="1949"/>
                  </a:lnTo>
                  <a:lnTo>
                    <a:pt x="652393" y="7693"/>
                  </a:lnTo>
                  <a:lnTo>
                    <a:pt x="698044" y="17070"/>
                  </a:lnTo>
                  <a:lnTo>
                    <a:pt x="742224" y="29922"/>
                  </a:lnTo>
                  <a:lnTo>
                    <a:pt x="784767" y="46089"/>
                  </a:lnTo>
                  <a:lnTo>
                    <a:pt x="825504" y="65412"/>
                  </a:lnTo>
                  <a:lnTo>
                    <a:pt x="864269" y="87731"/>
                  </a:lnTo>
                  <a:lnTo>
                    <a:pt x="900894" y="112887"/>
                  </a:lnTo>
                  <a:lnTo>
                    <a:pt x="935212" y="140720"/>
                  </a:lnTo>
                  <a:lnTo>
                    <a:pt x="967055" y="171071"/>
                  </a:lnTo>
                  <a:lnTo>
                    <a:pt x="996257" y="203781"/>
                  </a:lnTo>
                  <a:lnTo>
                    <a:pt x="1022650" y="238689"/>
                  </a:lnTo>
                  <a:lnTo>
                    <a:pt x="1046067" y="275637"/>
                  </a:lnTo>
                  <a:lnTo>
                    <a:pt x="1066340" y="314464"/>
                  </a:lnTo>
                  <a:lnTo>
                    <a:pt x="1083303" y="355013"/>
                  </a:lnTo>
                  <a:lnTo>
                    <a:pt x="1096787" y="397122"/>
                  </a:lnTo>
                  <a:lnTo>
                    <a:pt x="1106625" y="440633"/>
                  </a:lnTo>
                  <a:lnTo>
                    <a:pt x="1112651" y="485386"/>
                  </a:lnTo>
                  <a:lnTo>
                    <a:pt x="1114697" y="531222"/>
                  </a:lnTo>
                  <a:lnTo>
                    <a:pt x="1112651" y="577058"/>
                  </a:lnTo>
                  <a:lnTo>
                    <a:pt x="1106625" y="621812"/>
                  </a:lnTo>
                  <a:lnTo>
                    <a:pt x="1096787" y="665323"/>
                  </a:lnTo>
                  <a:lnTo>
                    <a:pt x="1083303" y="707432"/>
                  </a:lnTo>
                  <a:lnTo>
                    <a:pt x="1066340" y="747980"/>
                  </a:lnTo>
                  <a:lnTo>
                    <a:pt x="1046067" y="786808"/>
                  </a:lnTo>
                  <a:lnTo>
                    <a:pt x="1022650" y="823756"/>
                  </a:lnTo>
                  <a:lnTo>
                    <a:pt x="996257" y="858664"/>
                  </a:lnTo>
                  <a:lnTo>
                    <a:pt x="967055" y="891373"/>
                  </a:lnTo>
                  <a:lnTo>
                    <a:pt x="935212" y="921724"/>
                  </a:lnTo>
                  <a:lnTo>
                    <a:pt x="900894" y="949558"/>
                  </a:lnTo>
                  <a:lnTo>
                    <a:pt x="864269" y="974713"/>
                  </a:lnTo>
                  <a:lnTo>
                    <a:pt x="825504" y="997032"/>
                  </a:lnTo>
                  <a:lnTo>
                    <a:pt x="784767" y="1016355"/>
                  </a:lnTo>
                  <a:lnTo>
                    <a:pt x="742224" y="1032523"/>
                  </a:lnTo>
                  <a:lnTo>
                    <a:pt x="698044" y="1045375"/>
                  </a:lnTo>
                  <a:lnTo>
                    <a:pt x="652393" y="1054752"/>
                  </a:lnTo>
                  <a:lnTo>
                    <a:pt x="605438" y="1060495"/>
                  </a:lnTo>
                  <a:lnTo>
                    <a:pt x="557348" y="1062445"/>
                  </a:lnTo>
                  <a:lnTo>
                    <a:pt x="509258" y="1060495"/>
                  </a:lnTo>
                  <a:lnTo>
                    <a:pt x="462304" y="1054752"/>
                  </a:lnTo>
                  <a:lnTo>
                    <a:pt x="416653" y="1045375"/>
                  </a:lnTo>
                  <a:lnTo>
                    <a:pt x="372473" y="1032523"/>
                  </a:lnTo>
                  <a:lnTo>
                    <a:pt x="329930" y="1016355"/>
                  </a:lnTo>
                  <a:lnTo>
                    <a:pt x="289193" y="997032"/>
                  </a:lnTo>
                  <a:lnTo>
                    <a:pt x="250428" y="974713"/>
                  </a:lnTo>
                  <a:lnTo>
                    <a:pt x="213803" y="949558"/>
                  </a:lnTo>
                  <a:lnTo>
                    <a:pt x="179485" y="921724"/>
                  </a:lnTo>
                  <a:lnTo>
                    <a:pt x="147641" y="891373"/>
                  </a:lnTo>
                  <a:lnTo>
                    <a:pt x="118439" y="858664"/>
                  </a:lnTo>
                  <a:lnTo>
                    <a:pt x="92046" y="823756"/>
                  </a:lnTo>
                  <a:lnTo>
                    <a:pt x="68629" y="786808"/>
                  </a:lnTo>
                  <a:lnTo>
                    <a:pt x="48356" y="747980"/>
                  </a:lnTo>
                  <a:lnTo>
                    <a:pt x="31394" y="707432"/>
                  </a:lnTo>
                  <a:lnTo>
                    <a:pt x="17910" y="665323"/>
                  </a:lnTo>
                  <a:lnTo>
                    <a:pt x="8071" y="621812"/>
                  </a:lnTo>
                  <a:lnTo>
                    <a:pt x="2045" y="577058"/>
                  </a:lnTo>
                  <a:lnTo>
                    <a:pt x="0" y="531222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421433" y="4011652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60" h="1062989">
                  <a:moveTo>
                    <a:pt x="0" y="531222"/>
                  </a:moveTo>
                  <a:lnTo>
                    <a:pt x="2045" y="485386"/>
                  </a:lnTo>
                  <a:lnTo>
                    <a:pt x="8071" y="440633"/>
                  </a:lnTo>
                  <a:lnTo>
                    <a:pt x="17910" y="397122"/>
                  </a:lnTo>
                  <a:lnTo>
                    <a:pt x="31394" y="355013"/>
                  </a:lnTo>
                  <a:lnTo>
                    <a:pt x="48356" y="314464"/>
                  </a:lnTo>
                  <a:lnTo>
                    <a:pt x="68629" y="275637"/>
                  </a:lnTo>
                  <a:lnTo>
                    <a:pt x="92046" y="238689"/>
                  </a:lnTo>
                  <a:lnTo>
                    <a:pt x="118439" y="203781"/>
                  </a:lnTo>
                  <a:lnTo>
                    <a:pt x="147641" y="171071"/>
                  </a:lnTo>
                  <a:lnTo>
                    <a:pt x="179485" y="140720"/>
                  </a:lnTo>
                  <a:lnTo>
                    <a:pt x="213803" y="112887"/>
                  </a:lnTo>
                  <a:lnTo>
                    <a:pt x="250428" y="87731"/>
                  </a:lnTo>
                  <a:lnTo>
                    <a:pt x="289193" y="65412"/>
                  </a:lnTo>
                  <a:lnTo>
                    <a:pt x="329930" y="46089"/>
                  </a:lnTo>
                  <a:lnTo>
                    <a:pt x="372473" y="29922"/>
                  </a:lnTo>
                  <a:lnTo>
                    <a:pt x="416653" y="17070"/>
                  </a:lnTo>
                  <a:lnTo>
                    <a:pt x="462304" y="7693"/>
                  </a:lnTo>
                  <a:lnTo>
                    <a:pt x="509258" y="1949"/>
                  </a:lnTo>
                  <a:lnTo>
                    <a:pt x="557348" y="0"/>
                  </a:lnTo>
                  <a:lnTo>
                    <a:pt x="605438" y="1949"/>
                  </a:lnTo>
                  <a:lnTo>
                    <a:pt x="652393" y="7693"/>
                  </a:lnTo>
                  <a:lnTo>
                    <a:pt x="698044" y="17070"/>
                  </a:lnTo>
                  <a:lnTo>
                    <a:pt x="742224" y="29922"/>
                  </a:lnTo>
                  <a:lnTo>
                    <a:pt x="784767" y="46089"/>
                  </a:lnTo>
                  <a:lnTo>
                    <a:pt x="825504" y="65412"/>
                  </a:lnTo>
                  <a:lnTo>
                    <a:pt x="864269" y="87731"/>
                  </a:lnTo>
                  <a:lnTo>
                    <a:pt x="900894" y="112887"/>
                  </a:lnTo>
                  <a:lnTo>
                    <a:pt x="935212" y="140720"/>
                  </a:lnTo>
                  <a:lnTo>
                    <a:pt x="967055" y="171071"/>
                  </a:lnTo>
                  <a:lnTo>
                    <a:pt x="996257" y="203781"/>
                  </a:lnTo>
                  <a:lnTo>
                    <a:pt x="1022650" y="238689"/>
                  </a:lnTo>
                  <a:lnTo>
                    <a:pt x="1046067" y="275637"/>
                  </a:lnTo>
                  <a:lnTo>
                    <a:pt x="1066340" y="314464"/>
                  </a:lnTo>
                  <a:lnTo>
                    <a:pt x="1083303" y="355013"/>
                  </a:lnTo>
                  <a:lnTo>
                    <a:pt x="1096787" y="397122"/>
                  </a:lnTo>
                  <a:lnTo>
                    <a:pt x="1106625" y="440633"/>
                  </a:lnTo>
                  <a:lnTo>
                    <a:pt x="1112651" y="485386"/>
                  </a:lnTo>
                  <a:lnTo>
                    <a:pt x="1114697" y="531222"/>
                  </a:lnTo>
                  <a:lnTo>
                    <a:pt x="1112651" y="577058"/>
                  </a:lnTo>
                  <a:lnTo>
                    <a:pt x="1106625" y="621812"/>
                  </a:lnTo>
                  <a:lnTo>
                    <a:pt x="1096787" y="665323"/>
                  </a:lnTo>
                  <a:lnTo>
                    <a:pt x="1083303" y="707432"/>
                  </a:lnTo>
                  <a:lnTo>
                    <a:pt x="1066340" y="747980"/>
                  </a:lnTo>
                  <a:lnTo>
                    <a:pt x="1046067" y="786808"/>
                  </a:lnTo>
                  <a:lnTo>
                    <a:pt x="1022650" y="823756"/>
                  </a:lnTo>
                  <a:lnTo>
                    <a:pt x="996257" y="858664"/>
                  </a:lnTo>
                  <a:lnTo>
                    <a:pt x="967055" y="891373"/>
                  </a:lnTo>
                  <a:lnTo>
                    <a:pt x="935212" y="921724"/>
                  </a:lnTo>
                  <a:lnTo>
                    <a:pt x="900894" y="949558"/>
                  </a:lnTo>
                  <a:lnTo>
                    <a:pt x="864269" y="974713"/>
                  </a:lnTo>
                  <a:lnTo>
                    <a:pt x="825504" y="997032"/>
                  </a:lnTo>
                  <a:lnTo>
                    <a:pt x="784767" y="1016355"/>
                  </a:lnTo>
                  <a:lnTo>
                    <a:pt x="742224" y="1032523"/>
                  </a:lnTo>
                  <a:lnTo>
                    <a:pt x="698044" y="1045375"/>
                  </a:lnTo>
                  <a:lnTo>
                    <a:pt x="652393" y="1054752"/>
                  </a:lnTo>
                  <a:lnTo>
                    <a:pt x="605438" y="1060495"/>
                  </a:lnTo>
                  <a:lnTo>
                    <a:pt x="557348" y="1062445"/>
                  </a:lnTo>
                  <a:lnTo>
                    <a:pt x="509258" y="1060495"/>
                  </a:lnTo>
                  <a:lnTo>
                    <a:pt x="462304" y="1054752"/>
                  </a:lnTo>
                  <a:lnTo>
                    <a:pt x="416653" y="1045375"/>
                  </a:lnTo>
                  <a:lnTo>
                    <a:pt x="372473" y="1032523"/>
                  </a:lnTo>
                  <a:lnTo>
                    <a:pt x="329930" y="1016355"/>
                  </a:lnTo>
                  <a:lnTo>
                    <a:pt x="289193" y="997032"/>
                  </a:lnTo>
                  <a:lnTo>
                    <a:pt x="250428" y="974713"/>
                  </a:lnTo>
                  <a:lnTo>
                    <a:pt x="213803" y="949558"/>
                  </a:lnTo>
                  <a:lnTo>
                    <a:pt x="179485" y="921724"/>
                  </a:lnTo>
                  <a:lnTo>
                    <a:pt x="147641" y="891373"/>
                  </a:lnTo>
                  <a:lnTo>
                    <a:pt x="118439" y="858664"/>
                  </a:lnTo>
                  <a:lnTo>
                    <a:pt x="92046" y="823756"/>
                  </a:lnTo>
                  <a:lnTo>
                    <a:pt x="68629" y="786808"/>
                  </a:lnTo>
                  <a:lnTo>
                    <a:pt x="48356" y="747980"/>
                  </a:lnTo>
                  <a:lnTo>
                    <a:pt x="31394" y="707432"/>
                  </a:lnTo>
                  <a:lnTo>
                    <a:pt x="17910" y="665323"/>
                  </a:lnTo>
                  <a:lnTo>
                    <a:pt x="8071" y="621812"/>
                  </a:lnTo>
                  <a:lnTo>
                    <a:pt x="2045" y="577058"/>
                  </a:lnTo>
                  <a:lnTo>
                    <a:pt x="0" y="531222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6720265" y="6648704"/>
            <a:ext cx="2165985" cy="44640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 indent="176530">
              <a:lnSpc>
                <a:spcPts val="1510"/>
              </a:lnSpc>
              <a:spcBef>
                <a:spcPts val="39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(preserve 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all 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rows, 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uncommon,</a:t>
            </a:r>
            <a:r>
              <a:rPr sz="15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thus</a:t>
            </a:r>
            <a:r>
              <a:rPr sz="15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skip)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80239" y="4213352"/>
            <a:ext cx="15551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(most</a:t>
            </a:r>
            <a:r>
              <a:rPr sz="15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common)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163151" y="6648704"/>
            <a:ext cx="1742439" cy="44640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15900" marR="5080" indent="-203200">
              <a:lnSpc>
                <a:spcPts val="1510"/>
              </a:lnSpc>
              <a:spcBef>
                <a:spcPts val="39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(preserve</a:t>
            </a:r>
            <a:r>
              <a:rPr sz="15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15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rows </a:t>
            </a:r>
            <a:r>
              <a:rPr sz="1500" spc="-50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5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right</a:t>
            </a:r>
            <a:r>
              <a:rPr sz="15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table)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255133" y="6648704"/>
            <a:ext cx="1742439" cy="44640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85750" marR="5080" indent="-273685">
              <a:lnSpc>
                <a:spcPts val="1510"/>
              </a:lnSpc>
              <a:spcBef>
                <a:spcPts val="39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(preserve</a:t>
            </a:r>
            <a:r>
              <a:rPr sz="15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15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rows </a:t>
            </a:r>
            <a:r>
              <a:rPr sz="1500" spc="-50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5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left</a:t>
            </a:r>
            <a:r>
              <a:rPr sz="15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table)</a:t>
            </a:r>
            <a:endParaRPr sz="1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08392" y="315975"/>
            <a:ext cx="445960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35" dirty="0"/>
              <a:t>NA</a:t>
            </a:r>
            <a:r>
              <a:rPr sz="4300" spc="-130" dirty="0"/>
              <a:t>T</a:t>
            </a:r>
            <a:r>
              <a:rPr sz="4300" spc="-135" dirty="0"/>
              <a:t>U</a:t>
            </a:r>
            <a:r>
              <a:rPr sz="4300" spc="-140" dirty="0"/>
              <a:t>RA</a:t>
            </a:r>
            <a:r>
              <a:rPr sz="4300" dirty="0"/>
              <a:t>L</a:t>
            </a:r>
            <a:r>
              <a:rPr sz="4300" spc="-250" dirty="0"/>
              <a:t> </a:t>
            </a:r>
            <a:r>
              <a:rPr sz="4300" spc="-120" dirty="0"/>
              <a:t>J</a:t>
            </a:r>
            <a:r>
              <a:rPr sz="4300" spc="-140" dirty="0"/>
              <a:t>O</a:t>
            </a:r>
            <a:r>
              <a:rPr sz="4300" spc="-125" dirty="0"/>
              <a:t>I</a:t>
            </a:r>
            <a:r>
              <a:rPr sz="4300" dirty="0"/>
              <a:t>N</a:t>
            </a:r>
            <a:endParaRPr sz="4300"/>
          </a:p>
        </p:txBody>
      </p:sp>
      <p:sp>
        <p:nvSpPr>
          <p:cNvPr id="3" name="object 3"/>
          <p:cNvSpPr/>
          <p:nvPr/>
        </p:nvSpPr>
        <p:spPr>
          <a:xfrm>
            <a:off x="8635492" y="1634896"/>
            <a:ext cx="398780" cy="777875"/>
          </a:xfrm>
          <a:custGeom>
            <a:avLst/>
            <a:gdLst/>
            <a:ahLst/>
            <a:cxnLst/>
            <a:rect l="l" t="t" r="r" b="b"/>
            <a:pathLst>
              <a:path w="398779" h="777875">
                <a:moveTo>
                  <a:pt x="398691" y="397116"/>
                </a:moveTo>
                <a:lnTo>
                  <a:pt x="395897" y="340906"/>
                </a:lnTo>
                <a:lnTo>
                  <a:pt x="387819" y="287248"/>
                </a:lnTo>
                <a:lnTo>
                  <a:pt x="374815" y="236753"/>
                </a:lnTo>
                <a:lnTo>
                  <a:pt x="357314" y="189992"/>
                </a:lnTo>
                <a:lnTo>
                  <a:pt x="335699" y="147548"/>
                </a:lnTo>
                <a:lnTo>
                  <a:pt x="310362" y="110020"/>
                </a:lnTo>
                <a:lnTo>
                  <a:pt x="281711" y="78003"/>
                </a:lnTo>
                <a:lnTo>
                  <a:pt x="250139" y="52082"/>
                </a:lnTo>
                <a:lnTo>
                  <a:pt x="236245" y="44246"/>
                </a:lnTo>
                <a:lnTo>
                  <a:pt x="248272" y="0"/>
                </a:lnTo>
                <a:lnTo>
                  <a:pt x="211582" y="4127"/>
                </a:lnTo>
                <a:lnTo>
                  <a:pt x="176568" y="16103"/>
                </a:lnTo>
                <a:lnTo>
                  <a:pt x="170230" y="19812"/>
                </a:lnTo>
                <a:lnTo>
                  <a:pt x="141871" y="16725"/>
                </a:lnTo>
                <a:lnTo>
                  <a:pt x="144729" y="34709"/>
                </a:lnTo>
                <a:lnTo>
                  <a:pt x="143611" y="35356"/>
                </a:lnTo>
                <a:lnTo>
                  <a:pt x="113080" y="61290"/>
                </a:lnTo>
                <a:lnTo>
                  <a:pt x="85382" y="93306"/>
                </a:lnTo>
                <a:lnTo>
                  <a:pt x="60896" y="130835"/>
                </a:lnTo>
                <a:lnTo>
                  <a:pt x="39992" y="173266"/>
                </a:lnTo>
                <a:lnTo>
                  <a:pt x="23075" y="220027"/>
                </a:lnTo>
                <a:lnTo>
                  <a:pt x="10515" y="270535"/>
                </a:lnTo>
                <a:lnTo>
                  <a:pt x="2692" y="324180"/>
                </a:lnTo>
                <a:lnTo>
                  <a:pt x="0" y="380390"/>
                </a:lnTo>
                <a:lnTo>
                  <a:pt x="2692" y="436600"/>
                </a:lnTo>
                <a:lnTo>
                  <a:pt x="10515" y="490258"/>
                </a:lnTo>
                <a:lnTo>
                  <a:pt x="23075" y="540753"/>
                </a:lnTo>
                <a:lnTo>
                  <a:pt x="39992" y="587514"/>
                </a:lnTo>
                <a:lnTo>
                  <a:pt x="60896" y="629958"/>
                </a:lnTo>
                <a:lnTo>
                  <a:pt x="85382" y="667473"/>
                </a:lnTo>
                <a:lnTo>
                  <a:pt x="113080" y="699503"/>
                </a:lnTo>
                <a:lnTo>
                  <a:pt x="143611" y="725424"/>
                </a:lnTo>
                <a:lnTo>
                  <a:pt x="149618" y="728941"/>
                </a:lnTo>
                <a:lnTo>
                  <a:pt x="141871" y="777506"/>
                </a:lnTo>
                <a:lnTo>
                  <a:pt x="179819" y="773379"/>
                </a:lnTo>
                <a:lnTo>
                  <a:pt x="216039" y="761403"/>
                </a:lnTo>
                <a:lnTo>
                  <a:pt x="222313" y="757872"/>
                </a:lnTo>
                <a:lnTo>
                  <a:pt x="248272" y="760780"/>
                </a:lnTo>
                <a:lnTo>
                  <a:pt x="244119" y="745553"/>
                </a:lnTo>
                <a:lnTo>
                  <a:pt x="250139" y="742149"/>
                </a:lnTo>
                <a:lnTo>
                  <a:pt x="281711" y="716216"/>
                </a:lnTo>
                <a:lnTo>
                  <a:pt x="310362" y="684199"/>
                </a:lnTo>
                <a:lnTo>
                  <a:pt x="335699" y="646671"/>
                </a:lnTo>
                <a:lnTo>
                  <a:pt x="357314" y="604240"/>
                </a:lnTo>
                <a:lnTo>
                  <a:pt x="374815" y="557479"/>
                </a:lnTo>
                <a:lnTo>
                  <a:pt x="387819" y="506971"/>
                </a:lnTo>
                <a:lnTo>
                  <a:pt x="395897" y="453326"/>
                </a:lnTo>
                <a:lnTo>
                  <a:pt x="398691" y="397116"/>
                </a:lnTo>
                <a:close/>
              </a:path>
            </a:pathLst>
          </a:custGeom>
          <a:solidFill>
            <a:srgbClr val="E8F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095072" y="1768347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85090">
              <a:lnSpc>
                <a:spcPts val="1900"/>
              </a:lnSpc>
              <a:spcBef>
                <a:spcPts val="18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left 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15704" y="1768347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22860">
              <a:lnSpc>
                <a:spcPts val="1900"/>
              </a:lnSpc>
              <a:spcBef>
                <a:spcPts val="180"/>
              </a:spcBef>
            </a:pP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right </a:t>
            </a:r>
            <a:r>
              <a:rPr sz="1600" spc="-4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97815" y="1177035"/>
            <a:ext cx="14706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N</a:t>
            </a:r>
            <a:r>
              <a:rPr sz="1600" spc="-120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UR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L</a:t>
            </a:r>
            <a:r>
              <a:rPr sz="1600" spc="-6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J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OI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N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910579" y="1480997"/>
            <a:ext cx="1874520" cy="1090930"/>
            <a:chOff x="7910579" y="1480997"/>
            <a:chExt cx="1874520" cy="1090930"/>
          </a:xfrm>
        </p:grpSpPr>
        <p:sp>
          <p:nvSpPr>
            <p:cNvPr id="8" name="object 8"/>
            <p:cNvSpPr/>
            <p:nvPr/>
          </p:nvSpPr>
          <p:spPr>
            <a:xfrm>
              <a:off x="7924673" y="1495091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59" h="1062989">
                  <a:moveTo>
                    <a:pt x="0" y="531222"/>
                  </a:moveTo>
                  <a:lnTo>
                    <a:pt x="2045" y="485386"/>
                  </a:lnTo>
                  <a:lnTo>
                    <a:pt x="8071" y="440633"/>
                  </a:lnTo>
                  <a:lnTo>
                    <a:pt x="17910" y="397122"/>
                  </a:lnTo>
                  <a:lnTo>
                    <a:pt x="31394" y="355013"/>
                  </a:lnTo>
                  <a:lnTo>
                    <a:pt x="48356" y="314464"/>
                  </a:lnTo>
                  <a:lnTo>
                    <a:pt x="68629" y="275637"/>
                  </a:lnTo>
                  <a:lnTo>
                    <a:pt x="92046" y="238689"/>
                  </a:lnTo>
                  <a:lnTo>
                    <a:pt x="118439" y="203781"/>
                  </a:lnTo>
                  <a:lnTo>
                    <a:pt x="147641" y="171071"/>
                  </a:lnTo>
                  <a:lnTo>
                    <a:pt x="179485" y="140720"/>
                  </a:lnTo>
                  <a:lnTo>
                    <a:pt x="213803" y="112887"/>
                  </a:lnTo>
                  <a:lnTo>
                    <a:pt x="250428" y="87731"/>
                  </a:lnTo>
                  <a:lnTo>
                    <a:pt x="289193" y="65412"/>
                  </a:lnTo>
                  <a:lnTo>
                    <a:pt x="329930" y="46089"/>
                  </a:lnTo>
                  <a:lnTo>
                    <a:pt x="372473" y="29922"/>
                  </a:lnTo>
                  <a:lnTo>
                    <a:pt x="416653" y="17070"/>
                  </a:lnTo>
                  <a:lnTo>
                    <a:pt x="462304" y="7693"/>
                  </a:lnTo>
                  <a:lnTo>
                    <a:pt x="509258" y="1949"/>
                  </a:lnTo>
                  <a:lnTo>
                    <a:pt x="557348" y="0"/>
                  </a:lnTo>
                  <a:lnTo>
                    <a:pt x="605438" y="1949"/>
                  </a:lnTo>
                  <a:lnTo>
                    <a:pt x="652393" y="7693"/>
                  </a:lnTo>
                  <a:lnTo>
                    <a:pt x="698044" y="17070"/>
                  </a:lnTo>
                  <a:lnTo>
                    <a:pt x="742224" y="29922"/>
                  </a:lnTo>
                  <a:lnTo>
                    <a:pt x="784767" y="46089"/>
                  </a:lnTo>
                  <a:lnTo>
                    <a:pt x="825504" y="65412"/>
                  </a:lnTo>
                  <a:lnTo>
                    <a:pt x="864269" y="87731"/>
                  </a:lnTo>
                  <a:lnTo>
                    <a:pt x="900894" y="112887"/>
                  </a:lnTo>
                  <a:lnTo>
                    <a:pt x="935212" y="140720"/>
                  </a:lnTo>
                  <a:lnTo>
                    <a:pt x="967055" y="171071"/>
                  </a:lnTo>
                  <a:lnTo>
                    <a:pt x="996257" y="203781"/>
                  </a:lnTo>
                  <a:lnTo>
                    <a:pt x="1022650" y="238689"/>
                  </a:lnTo>
                  <a:lnTo>
                    <a:pt x="1046067" y="275637"/>
                  </a:lnTo>
                  <a:lnTo>
                    <a:pt x="1066340" y="314464"/>
                  </a:lnTo>
                  <a:lnTo>
                    <a:pt x="1083303" y="355013"/>
                  </a:lnTo>
                  <a:lnTo>
                    <a:pt x="1096787" y="397122"/>
                  </a:lnTo>
                  <a:lnTo>
                    <a:pt x="1106625" y="440633"/>
                  </a:lnTo>
                  <a:lnTo>
                    <a:pt x="1112651" y="485386"/>
                  </a:lnTo>
                  <a:lnTo>
                    <a:pt x="1114697" y="531222"/>
                  </a:lnTo>
                  <a:lnTo>
                    <a:pt x="1112651" y="577058"/>
                  </a:lnTo>
                  <a:lnTo>
                    <a:pt x="1106625" y="621812"/>
                  </a:lnTo>
                  <a:lnTo>
                    <a:pt x="1096787" y="665323"/>
                  </a:lnTo>
                  <a:lnTo>
                    <a:pt x="1083303" y="707432"/>
                  </a:lnTo>
                  <a:lnTo>
                    <a:pt x="1066340" y="747980"/>
                  </a:lnTo>
                  <a:lnTo>
                    <a:pt x="1046067" y="786808"/>
                  </a:lnTo>
                  <a:lnTo>
                    <a:pt x="1022650" y="823756"/>
                  </a:lnTo>
                  <a:lnTo>
                    <a:pt x="996257" y="858664"/>
                  </a:lnTo>
                  <a:lnTo>
                    <a:pt x="967055" y="891373"/>
                  </a:lnTo>
                  <a:lnTo>
                    <a:pt x="935212" y="921724"/>
                  </a:lnTo>
                  <a:lnTo>
                    <a:pt x="900894" y="949558"/>
                  </a:lnTo>
                  <a:lnTo>
                    <a:pt x="864269" y="974713"/>
                  </a:lnTo>
                  <a:lnTo>
                    <a:pt x="825504" y="997032"/>
                  </a:lnTo>
                  <a:lnTo>
                    <a:pt x="784767" y="1016355"/>
                  </a:lnTo>
                  <a:lnTo>
                    <a:pt x="742224" y="1032523"/>
                  </a:lnTo>
                  <a:lnTo>
                    <a:pt x="698044" y="1045375"/>
                  </a:lnTo>
                  <a:lnTo>
                    <a:pt x="652393" y="1054752"/>
                  </a:lnTo>
                  <a:lnTo>
                    <a:pt x="605438" y="1060495"/>
                  </a:lnTo>
                  <a:lnTo>
                    <a:pt x="557348" y="1062445"/>
                  </a:lnTo>
                  <a:lnTo>
                    <a:pt x="509258" y="1060495"/>
                  </a:lnTo>
                  <a:lnTo>
                    <a:pt x="462304" y="1054752"/>
                  </a:lnTo>
                  <a:lnTo>
                    <a:pt x="416653" y="1045375"/>
                  </a:lnTo>
                  <a:lnTo>
                    <a:pt x="372473" y="1032523"/>
                  </a:lnTo>
                  <a:lnTo>
                    <a:pt x="329930" y="1016355"/>
                  </a:lnTo>
                  <a:lnTo>
                    <a:pt x="289193" y="997032"/>
                  </a:lnTo>
                  <a:lnTo>
                    <a:pt x="250428" y="974713"/>
                  </a:lnTo>
                  <a:lnTo>
                    <a:pt x="213803" y="949558"/>
                  </a:lnTo>
                  <a:lnTo>
                    <a:pt x="179485" y="921724"/>
                  </a:lnTo>
                  <a:lnTo>
                    <a:pt x="147641" y="891373"/>
                  </a:lnTo>
                  <a:lnTo>
                    <a:pt x="118439" y="858664"/>
                  </a:lnTo>
                  <a:lnTo>
                    <a:pt x="92046" y="823756"/>
                  </a:lnTo>
                  <a:lnTo>
                    <a:pt x="68629" y="786808"/>
                  </a:lnTo>
                  <a:lnTo>
                    <a:pt x="48356" y="747980"/>
                  </a:lnTo>
                  <a:lnTo>
                    <a:pt x="31394" y="707432"/>
                  </a:lnTo>
                  <a:lnTo>
                    <a:pt x="17910" y="665323"/>
                  </a:lnTo>
                  <a:lnTo>
                    <a:pt x="8071" y="621812"/>
                  </a:lnTo>
                  <a:lnTo>
                    <a:pt x="2045" y="577058"/>
                  </a:lnTo>
                  <a:lnTo>
                    <a:pt x="0" y="531222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56193" y="1495091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59" h="1062989">
                  <a:moveTo>
                    <a:pt x="0" y="531222"/>
                  </a:moveTo>
                  <a:lnTo>
                    <a:pt x="2045" y="485386"/>
                  </a:lnTo>
                  <a:lnTo>
                    <a:pt x="8071" y="440633"/>
                  </a:lnTo>
                  <a:lnTo>
                    <a:pt x="17910" y="397122"/>
                  </a:lnTo>
                  <a:lnTo>
                    <a:pt x="31394" y="355013"/>
                  </a:lnTo>
                  <a:lnTo>
                    <a:pt x="48356" y="314464"/>
                  </a:lnTo>
                  <a:lnTo>
                    <a:pt x="68629" y="275637"/>
                  </a:lnTo>
                  <a:lnTo>
                    <a:pt x="92046" y="238689"/>
                  </a:lnTo>
                  <a:lnTo>
                    <a:pt x="118439" y="203781"/>
                  </a:lnTo>
                  <a:lnTo>
                    <a:pt x="147641" y="171071"/>
                  </a:lnTo>
                  <a:lnTo>
                    <a:pt x="179485" y="140720"/>
                  </a:lnTo>
                  <a:lnTo>
                    <a:pt x="213803" y="112887"/>
                  </a:lnTo>
                  <a:lnTo>
                    <a:pt x="250428" y="87731"/>
                  </a:lnTo>
                  <a:lnTo>
                    <a:pt x="289193" y="65412"/>
                  </a:lnTo>
                  <a:lnTo>
                    <a:pt x="329930" y="46089"/>
                  </a:lnTo>
                  <a:lnTo>
                    <a:pt x="372473" y="29922"/>
                  </a:lnTo>
                  <a:lnTo>
                    <a:pt x="416653" y="17070"/>
                  </a:lnTo>
                  <a:lnTo>
                    <a:pt x="462304" y="7693"/>
                  </a:lnTo>
                  <a:lnTo>
                    <a:pt x="509258" y="1949"/>
                  </a:lnTo>
                  <a:lnTo>
                    <a:pt x="557348" y="0"/>
                  </a:lnTo>
                  <a:lnTo>
                    <a:pt x="605438" y="1949"/>
                  </a:lnTo>
                  <a:lnTo>
                    <a:pt x="652393" y="7693"/>
                  </a:lnTo>
                  <a:lnTo>
                    <a:pt x="698044" y="17070"/>
                  </a:lnTo>
                  <a:lnTo>
                    <a:pt x="742224" y="29922"/>
                  </a:lnTo>
                  <a:lnTo>
                    <a:pt x="784767" y="46089"/>
                  </a:lnTo>
                  <a:lnTo>
                    <a:pt x="825504" y="65412"/>
                  </a:lnTo>
                  <a:lnTo>
                    <a:pt x="864269" y="87731"/>
                  </a:lnTo>
                  <a:lnTo>
                    <a:pt x="900894" y="112887"/>
                  </a:lnTo>
                  <a:lnTo>
                    <a:pt x="935212" y="140720"/>
                  </a:lnTo>
                  <a:lnTo>
                    <a:pt x="967055" y="171071"/>
                  </a:lnTo>
                  <a:lnTo>
                    <a:pt x="996257" y="203781"/>
                  </a:lnTo>
                  <a:lnTo>
                    <a:pt x="1022650" y="238689"/>
                  </a:lnTo>
                  <a:lnTo>
                    <a:pt x="1046067" y="275637"/>
                  </a:lnTo>
                  <a:lnTo>
                    <a:pt x="1066340" y="314464"/>
                  </a:lnTo>
                  <a:lnTo>
                    <a:pt x="1083303" y="355013"/>
                  </a:lnTo>
                  <a:lnTo>
                    <a:pt x="1096787" y="397122"/>
                  </a:lnTo>
                  <a:lnTo>
                    <a:pt x="1106625" y="440633"/>
                  </a:lnTo>
                  <a:lnTo>
                    <a:pt x="1112651" y="485386"/>
                  </a:lnTo>
                  <a:lnTo>
                    <a:pt x="1114697" y="531222"/>
                  </a:lnTo>
                  <a:lnTo>
                    <a:pt x="1112651" y="577058"/>
                  </a:lnTo>
                  <a:lnTo>
                    <a:pt x="1106625" y="621812"/>
                  </a:lnTo>
                  <a:lnTo>
                    <a:pt x="1096787" y="665323"/>
                  </a:lnTo>
                  <a:lnTo>
                    <a:pt x="1083303" y="707432"/>
                  </a:lnTo>
                  <a:lnTo>
                    <a:pt x="1066340" y="747980"/>
                  </a:lnTo>
                  <a:lnTo>
                    <a:pt x="1046067" y="786808"/>
                  </a:lnTo>
                  <a:lnTo>
                    <a:pt x="1022650" y="823756"/>
                  </a:lnTo>
                  <a:lnTo>
                    <a:pt x="996257" y="858664"/>
                  </a:lnTo>
                  <a:lnTo>
                    <a:pt x="967055" y="891373"/>
                  </a:lnTo>
                  <a:lnTo>
                    <a:pt x="935212" y="921724"/>
                  </a:lnTo>
                  <a:lnTo>
                    <a:pt x="900894" y="949558"/>
                  </a:lnTo>
                  <a:lnTo>
                    <a:pt x="864269" y="974713"/>
                  </a:lnTo>
                  <a:lnTo>
                    <a:pt x="825504" y="997032"/>
                  </a:lnTo>
                  <a:lnTo>
                    <a:pt x="784767" y="1016355"/>
                  </a:lnTo>
                  <a:lnTo>
                    <a:pt x="742224" y="1032523"/>
                  </a:lnTo>
                  <a:lnTo>
                    <a:pt x="698044" y="1045375"/>
                  </a:lnTo>
                  <a:lnTo>
                    <a:pt x="652393" y="1054752"/>
                  </a:lnTo>
                  <a:lnTo>
                    <a:pt x="605438" y="1060495"/>
                  </a:lnTo>
                  <a:lnTo>
                    <a:pt x="557348" y="1062445"/>
                  </a:lnTo>
                  <a:lnTo>
                    <a:pt x="509258" y="1060495"/>
                  </a:lnTo>
                  <a:lnTo>
                    <a:pt x="462304" y="1054752"/>
                  </a:lnTo>
                  <a:lnTo>
                    <a:pt x="416653" y="1045375"/>
                  </a:lnTo>
                  <a:lnTo>
                    <a:pt x="372473" y="1032523"/>
                  </a:lnTo>
                  <a:lnTo>
                    <a:pt x="329930" y="1016355"/>
                  </a:lnTo>
                  <a:lnTo>
                    <a:pt x="289193" y="997032"/>
                  </a:lnTo>
                  <a:lnTo>
                    <a:pt x="250428" y="974713"/>
                  </a:lnTo>
                  <a:lnTo>
                    <a:pt x="213803" y="949558"/>
                  </a:lnTo>
                  <a:lnTo>
                    <a:pt x="179485" y="921724"/>
                  </a:lnTo>
                  <a:lnTo>
                    <a:pt x="147641" y="891373"/>
                  </a:lnTo>
                  <a:lnTo>
                    <a:pt x="118439" y="858664"/>
                  </a:lnTo>
                  <a:lnTo>
                    <a:pt x="92046" y="823756"/>
                  </a:lnTo>
                  <a:lnTo>
                    <a:pt x="68629" y="786808"/>
                  </a:lnTo>
                  <a:lnTo>
                    <a:pt x="48356" y="747980"/>
                  </a:lnTo>
                  <a:lnTo>
                    <a:pt x="31394" y="707432"/>
                  </a:lnTo>
                  <a:lnTo>
                    <a:pt x="17910" y="665323"/>
                  </a:lnTo>
                  <a:lnTo>
                    <a:pt x="8071" y="621812"/>
                  </a:lnTo>
                  <a:lnTo>
                    <a:pt x="2045" y="577058"/>
                  </a:lnTo>
                  <a:lnTo>
                    <a:pt x="0" y="531222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82565" y="2042322"/>
          <a:ext cx="2661284" cy="20813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colA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colB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ee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531306" y="2029022"/>
          <a:ext cx="3460112" cy="21403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5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0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920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colY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ABC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PQR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DEF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GHI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KLM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STU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83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XYZ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442346" y="1210055"/>
            <a:ext cx="5273040" cy="793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100"/>
              </a:spcBef>
            </a:pP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include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repeated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column</a:t>
            </a:r>
            <a:endParaRPr sz="2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  <a:tabLst>
                <a:tab pos="3043555" algn="l"/>
              </a:tabLst>
            </a:pP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one(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p1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17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colA,</a:t>
            </a:r>
            <a:r>
              <a:rPr sz="17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colB)	two(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p2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1700" spc="-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p1,</a:t>
            </a:r>
            <a:r>
              <a:rPr sz="17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colX,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20619" y="1719071"/>
            <a:ext cx="67691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5" dirty="0">
                <a:solidFill>
                  <a:srgbClr val="292934"/>
                </a:solidFill>
                <a:latin typeface="Courier New"/>
                <a:cs typeface="Courier New"/>
              </a:rPr>
              <a:t>colY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)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64193" y="4412470"/>
            <a:ext cx="4327525" cy="744855"/>
          </a:xfrm>
          <a:prstGeom prst="rect">
            <a:avLst/>
          </a:prstGeom>
          <a:ln w="20319">
            <a:solidFill>
              <a:srgbClr val="292934"/>
            </a:solidFill>
          </a:ln>
        </p:spPr>
        <p:txBody>
          <a:bodyPr vert="horz" wrap="square" lIns="0" tIns="76835" rIns="0" bIns="0" rtlCol="0">
            <a:spAutoFit/>
          </a:bodyPr>
          <a:lstStyle/>
          <a:p>
            <a:pPr marL="292735">
              <a:lnSpc>
                <a:spcPts val="2135"/>
              </a:lnSpc>
              <a:spcBef>
                <a:spcPts val="605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1900" spc="-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*</a:t>
            </a:r>
            <a:endParaRPr sz="1900">
              <a:latin typeface="Courier New"/>
              <a:cs typeface="Courier New"/>
            </a:endParaRPr>
          </a:p>
          <a:p>
            <a:pPr marL="292735">
              <a:lnSpc>
                <a:spcPts val="2135"/>
              </a:lnSpc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FROM one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NATURAL</a:t>
            </a:r>
            <a:r>
              <a:rPr sz="1900" spc="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JOIN</a:t>
            </a:r>
            <a:r>
              <a:rPr sz="1900" spc="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two;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14059" y="5506720"/>
            <a:ext cx="5267960" cy="136652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449580" marR="1751964" indent="-436880">
              <a:lnSpc>
                <a:spcPts val="1989"/>
              </a:lnSpc>
              <a:spcBef>
                <a:spcPts val="405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for</a:t>
            </a:r>
            <a:r>
              <a:rPr sz="19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each</a:t>
            </a:r>
            <a:r>
              <a:rPr sz="1900" spc="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row1</a:t>
            </a:r>
            <a:r>
              <a:rPr sz="19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in</a:t>
            </a:r>
            <a:r>
              <a:rPr sz="1900" spc="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one: 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for</a:t>
            </a:r>
            <a:r>
              <a:rPr sz="19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each</a:t>
            </a:r>
            <a:r>
              <a:rPr sz="19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row2</a:t>
            </a:r>
            <a:r>
              <a:rPr sz="19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in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two:</a:t>
            </a:r>
            <a:endParaRPr sz="1900">
              <a:latin typeface="Courier New"/>
              <a:cs typeface="Courier New"/>
            </a:endParaRPr>
          </a:p>
          <a:p>
            <a:pPr marL="1323340" marR="5080" indent="-436880">
              <a:lnSpc>
                <a:spcPts val="2110"/>
              </a:lnSpc>
              <a:spcBef>
                <a:spcPts val="5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if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(row1.p1</a:t>
            </a:r>
            <a:r>
              <a:rPr sz="1900" spc="11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r>
              <a:rPr sz="1900" spc="11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row2.p1): 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output</a:t>
            </a:r>
            <a:r>
              <a:rPr sz="1900" spc="-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(row1.p1,</a:t>
            </a:r>
            <a:r>
              <a:rPr sz="19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row1.colA,</a:t>
            </a:r>
            <a:endParaRPr sz="1900">
              <a:latin typeface="Courier New"/>
              <a:cs typeface="Courier New"/>
            </a:endParaRPr>
          </a:p>
          <a:p>
            <a:pPr marL="2487930">
              <a:lnSpc>
                <a:spcPts val="2050"/>
              </a:lnSpc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row2.p2,</a:t>
            </a:r>
            <a:r>
              <a:rPr sz="1900" spc="-5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row2.colX,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01597" y="6293103"/>
            <a:ext cx="1482090" cy="58039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 indent="-635">
              <a:lnSpc>
                <a:spcPts val="2090"/>
              </a:lnSpc>
              <a:spcBef>
                <a:spcPts val="325"/>
              </a:spcBef>
            </a:pP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row1.colB,  row2.colY)</a:t>
            </a:r>
            <a:endParaRPr sz="1900">
              <a:latin typeface="Courier New"/>
              <a:cs typeface="Courier New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330394" y="3352800"/>
            <a:ext cx="8554720" cy="3641725"/>
            <a:chOff x="1330394" y="3352800"/>
            <a:chExt cx="8554720" cy="3641725"/>
          </a:xfrm>
        </p:grpSpPr>
        <p:sp>
          <p:nvSpPr>
            <p:cNvPr id="18" name="object 18"/>
            <p:cNvSpPr/>
            <p:nvPr/>
          </p:nvSpPr>
          <p:spPr>
            <a:xfrm>
              <a:off x="1340554" y="5458753"/>
              <a:ext cx="7537450" cy="1525270"/>
            </a:xfrm>
            <a:custGeom>
              <a:avLst/>
              <a:gdLst/>
              <a:ahLst/>
              <a:cxnLst/>
              <a:rect l="l" t="t" r="r" b="b"/>
              <a:pathLst>
                <a:path w="7537450" h="1525270">
                  <a:moveTo>
                    <a:pt x="0" y="0"/>
                  </a:moveTo>
                  <a:lnTo>
                    <a:pt x="7536885" y="0"/>
                  </a:lnTo>
                  <a:lnTo>
                    <a:pt x="7536885" y="1525116"/>
                  </a:lnTo>
                  <a:lnTo>
                    <a:pt x="0" y="1525116"/>
                  </a:lnTo>
                  <a:lnTo>
                    <a:pt x="0" y="0"/>
                  </a:lnTo>
                  <a:close/>
                </a:path>
              </a:pathLst>
            </a:custGeom>
            <a:ln w="2031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48144" y="3352800"/>
              <a:ext cx="2636520" cy="222504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7397794" y="3368202"/>
            <a:ext cx="2305050" cy="168973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134620" rIns="0" bIns="0" rtlCol="0">
            <a:spAutoFit/>
          </a:bodyPr>
          <a:lstStyle/>
          <a:p>
            <a:pPr marL="148590" marR="128905" algn="ctr">
              <a:lnSpc>
                <a:spcPct val="96300"/>
              </a:lnSpc>
              <a:spcBef>
                <a:spcPts val="1060"/>
              </a:spcBef>
            </a:pP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Join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on </a:t>
            </a:r>
            <a:r>
              <a:rPr sz="1900" spc="15" dirty="0">
                <a:solidFill>
                  <a:srgbClr val="C00000"/>
                </a:solidFill>
                <a:latin typeface="Verdana"/>
                <a:cs typeface="Verdana"/>
              </a:rPr>
              <a:t>common </a:t>
            </a:r>
            <a:r>
              <a:rPr sz="1900" spc="-6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C00000"/>
                </a:solidFill>
                <a:latin typeface="Verdana"/>
                <a:cs typeface="Verdana"/>
              </a:rPr>
              <a:t>named </a:t>
            </a:r>
            <a:r>
              <a:rPr sz="19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C00000"/>
                </a:solidFill>
                <a:latin typeface="Verdana"/>
                <a:cs typeface="Verdana"/>
              </a:rPr>
              <a:t>attribute(s)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.</a:t>
            </a:r>
            <a:endParaRPr sz="1900">
              <a:latin typeface="Verdana"/>
              <a:cs typeface="Verdana"/>
            </a:endParaRPr>
          </a:p>
          <a:p>
            <a:pPr marL="142240" marR="117475" indent="-5080" algn="ctr">
              <a:lnSpc>
                <a:spcPts val="2210"/>
              </a:lnSpc>
              <a:spcBef>
                <a:spcPts val="254"/>
              </a:spcBef>
            </a:pP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match 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found,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move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on.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96504" y="4570848"/>
          <a:ext cx="5485127" cy="20813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78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78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colA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colB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colY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ABC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STU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PQR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DEF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ee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KLM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GHI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83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XYZ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08392" y="315975"/>
            <a:ext cx="445960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35" dirty="0"/>
              <a:t>NA</a:t>
            </a:r>
            <a:r>
              <a:rPr sz="4300" spc="-130" dirty="0"/>
              <a:t>T</a:t>
            </a:r>
            <a:r>
              <a:rPr sz="4300" spc="-135" dirty="0"/>
              <a:t>U</a:t>
            </a:r>
            <a:r>
              <a:rPr sz="4300" spc="-140" dirty="0"/>
              <a:t>RA</a:t>
            </a:r>
            <a:r>
              <a:rPr sz="4300" dirty="0"/>
              <a:t>L</a:t>
            </a:r>
            <a:r>
              <a:rPr sz="4300" spc="-250" dirty="0"/>
              <a:t> </a:t>
            </a:r>
            <a:r>
              <a:rPr sz="4300" spc="-120" dirty="0"/>
              <a:t>J</a:t>
            </a:r>
            <a:r>
              <a:rPr sz="4300" spc="-140" dirty="0"/>
              <a:t>O</a:t>
            </a:r>
            <a:r>
              <a:rPr sz="4300" spc="-125" dirty="0"/>
              <a:t>I</a:t>
            </a:r>
            <a:r>
              <a:rPr sz="4300" dirty="0"/>
              <a:t>N</a:t>
            </a:r>
            <a:endParaRPr sz="4300"/>
          </a:p>
        </p:txBody>
      </p:sp>
      <p:sp>
        <p:nvSpPr>
          <p:cNvPr id="4" name="object 4"/>
          <p:cNvSpPr/>
          <p:nvPr/>
        </p:nvSpPr>
        <p:spPr>
          <a:xfrm>
            <a:off x="8635492" y="1634896"/>
            <a:ext cx="398780" cy="777875"/>
          </a:xfrm>
          <a:custGeom>
            <a:avLst/>
            <a:gdLst/>
            <a:ahLst/>
            <a:cxnLst/>
            <a:rect l="l" t="t" r="r" b="b"/>
            <a:pathLst>
              <a:path w="398779" h="777875">
                <a:moveTo>
                  <a:pt x="398691" y="397116"/>
                </a:moveTo>
                <a:lnTo>
                  <a:pt x="395897" y="340906"/>
                </a:lnTo>
                <a:lnTo>
                  <a:pt x="387819" y="287248"/>
                </a:lnTo>
                <a:lnTo>
                  <a:pt x="374815" y="236753"/>
                </a:lnTo>
                <a:lnTo>
                  <a:pt x="357314" y="189992"/>
                </a:lnTo>
                <a:lnTo>
                  <a:pt x="335699" y="147548"/>
                </a:lnTo>
                <a:lnTo>
                  <a:pt x="310362" y="110020"/>
                </a:lnTo>
                <a:lnTo>
                  <a:pt x="281711" y="78003"/>
                </a:lnTo>
                <a:lnTo>
                  <a:pt x="250139" y="52082"/>
                </a:lnTo>
                <a:lnTo>
                  <a:pt x="236245" y="44246"/>
                </a:lnTo>
                <a:lnTo>
                  <a:pt x="248272" y="0"/>
                </a:lnTo>
                <a:lnTo>
                  <a:pt x="211582" y="4127"/>
                </a:lnTo>
                <a:lnTo>
                  <a:pt x="176568" y="16103"/>
                </a:lnTo>
                <a:lnTo>
                  <a:pt x="170230" y="19812"/>
                </a:lnTo>
                <a:lnTo>
                  <a:pt x="141871" y="16725"/>
                </a:lnTo>
                <a:lnTo>
                  <a:pt x="144729" y="34709"/>
                </a:lnTo>
                <a:lnTo>
                  <a:pt x="143611" y="35356"/>
                </a:lnTo>
                <a:lnTo>
                  <a:pt x="113080" y="61290"/>
                </a:lnTo>
                <a:lnTo>
                  <a:pt x="85382" y="93306"/>
                </a:lnTo>
                <a:lnTo>
                  <a:pt x="60896" y="130835"/>
                </a:lnTo>
                <a:lnTo>
                  <a:pt x="39992" y="173266"/>
                </a:lnTo>
                <a:lnTo>
                  <a:pt x="23075" y="220027"/>
                </a:lnTo>
                <a:lnTo>
                  <a:pt x="10515" y="270535"/>
                </a:lnTo>
                <a:lnTo>
                  <a:pt x="2692" y="324180"/>
                </a:lnTo>
                <a:lnTo>
                  <a:pt x="0" y="380390"/>
                </a:lnTo>
                <a:lnTo>
                  <a:pt x="2692" y="436600"/>
                </a:lnTo>
                <a:lnTo>
                  <a:pt x="10515" y="490258"/>
                </a:lnTo>
                <a:lnTo>
                  <a:pt x="23075" y="540753"/>
                </a:lnTo>
                <a:lnTo>
                  <a:pt x="39992" y="587514"/>
                </a:lnTo>
                <a:lnTo>
                  <a:pt x="60896" y="629958"/>
                </a:lnTo>
                <a:lnTo>
                  <a:pt x="85382" y="667473"/>
                </a:lnTo>
                <a:lnTo>
                  <a:pt x="113080" y="699503"/>
                </a:lnTo>
                <a:lnTo>
                  <a:pt x="143611" y="725424"/>
                </a:lnTo>
                <a:lnTo>
                  <a:pt x="149618" y="728941"/>
                </a:lnTo>
                <a:lnTo>
                  <a:pt x="141871" y="777506"/>
                </a:lnTo>
                <a:lnTo>
                  <a:pt x="179819" y="773379"/>
                </a:lnTo>
                <a:lnTo>
                  <a:pt x="216039" y="761403"/>
                </a:lnTo>
                <a:lnTo>
                  <a:pt x="222313" y="757872"/>
                </a:lnTo>
                <a:lnTo>
                  <a:pt x="248272" y="760780"/>
                </a:lnTo>
                <a:lnTo>
                  <a:pt x="244119" y="745553"/>
                </a:lnTo>
                <a:lnTo>
                  <a:pt x="250139" y="742149"/>
                </a:lnTo>
                <a:lnTo>
                  <a:pt x="281711" y="716216"/>
                </a:lnTo>
                <a:lnTo>
                  <a:pt x="310362" y="684199"/>
                </a:lnTo>
                <a:lnTo>
                  <a:pt x="335699" y="646671"/>
                </a:lnTo>
                <a:lnTo>
                  <a:pt x="357314" y="604240"/>
                </a:lnTo>
                <a:lnTo>
                  <a:pt x="374815" y="557479"/>
                </a:lnTo>
                <a:lnTo>
                  <a:pt x="387819" y="506971"/>
                </a:lnTo>
                <a:lnTo>
                  <a:pt x="395897" y="453326"/>
                </a:lnTo>
                <a:lnTo>
                  <a:pt x="398691" y="397116"/>
                </a:lnTo>
                <a:close/>
              </a:path>
            </a:pathLst>
          </a:custGeom>
          <a:solidFill>
            <a:srgbClr val="E8F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95072" y="1768347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85090">
              <a:lnSpc>
                <a:spcPts val="1900"/>
              </a:lnSpc>
              <a:spcBef>
                <a:spcPts val="18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left 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15704" y="1768347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22860">
              <a:lnSpc>
                <a:spcPts val="1900"/>
              </a:lnSpc>
              <a:spcBef>
                <a:spcPts val="180"/>
              </a:spcBef>
            </a:pP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right </a:t>
            </a:r>
            <a:r>
              <a:rPr sz="1600" spc="-4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97815" y="1177035"/>
            <a:ext cx="14706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N</a:t>
            </a:r>
            <a:r>
              <a:rPr sz="1600" spc="-120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UR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L</a:t>
            </a:r>
            <a:r>
              <a:rPr sz="1600" spc="-6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J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OI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N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910579" y="1480997"/>
            <a:ext cx="1874520" cy="1090930"/>
            <a:chOff x="7910579" y="1480997"/>
            <a:chExt cx="1874520" cy="1090930"/>
          </a:xfrm>
        </p:grpSpPr>
        <p:sp>
          <p:nvSpPr>
            <p:cNvPr id="9" name="object 9"/>
            <p:cNvSpPr/>
            <p:nvPr/>
          </p:nvSpPr>
          <p:spPr>
            <a:xfrm>
              <a:off x="7924673" y="1495091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59" h="1062989">
                  <a:moveTo>
                    <a:pt x="0" y="531222"/>
                  </a:moveTo>
                  <a:lnTo>
                    <a:pt x="2045" y="485386"/>
                  </a:lnTo>
                  <a:lnTo>
                    <a:pt x="8071" y="440633"/>
                  </a:lnTo>
                  <a:lnTo>
                    <a:pt x="17910" y="397122"/>
                  </a:lnTo>
                  <a:lnTo>
                    <a:pt x="31394" y="355013"/>
                  </a:lnTo>
                  <a:lnTo>
                    <a:pt x="48356" y="314464"/>
                  </a:lnTo>
                  <a:lnTo>
                    <a:pt x="68629" y="275637"/>
                  </a:lnTo>
                  <a:lnTo>
                    <a:pt x="92046" y="238689"/>
                  </a:lnTo>
                  <a:lnTo>
                    <a:pt x="118439" y="203781"/>
                  </a:lnTo>
                  <a:lnTo>
                    <a:pt x="147641" y="171071"/>
                  </a:lnTo>
                  <a:lnTo>
                    <a:pt x="179485" y="140720"/>
                  </a:lnTo>
                  <a:lnTo>
                    <a:pt x="213803" y="112887"/>
                  </a:lnTo>
                  <a:lnTo>
                    <a:pt x="250428" y="87731"/>
                  </a:lnTo>
                  <a:lnTo>
                    <a:pt x="289193" y="65412"/>
                  </a:lnTo>
                  <a:lnTo>
                    <a:pt x="329930" y="46089"/>
                  </a:lnTo>
                  <a:lnTo>
                    <a:pt x="372473" y="29922"/>
                  </a:lnTo>
                  <a:lnTo>
                    <a:pt x="416653" y="17070"/>
                  </a:lnTo>
                  <a:lnTo>
                    <a:pt x="462304" y="7693"/>
                  </a:lnTo>
                  <a:lnTo>
                    <a:pt x="509258" y="1949"/>
                  </a:lnTo>
                  <a:lnTo>
                    <a:pt x="557348" y="0"/>
                  </a:lnTo>
                  <a:lnTo>
                    <a:pt x="605438" y="1949"/>
                  </a:lnTo>
                  <a:lnTo>
                    <a:pt x="652393" y="7693"/>
                  </a:lnTo>
                  <a:lnTo>
                    <a:pt x="698044" y="17070"/>
                  </a:lnTo>
                  <a:lnTo>
                    <a:pt x="742224" y="29922"/>
                  </a:lnTo>
                  <a:lnTo>
                    <a:pt x="784767" y="46089"/>
                  </a:lnTo>
                  <a:lnTo>
                    <a:pt x="825504" y="65412"/>
                  </a:lnTo>
                  <a:lnTo>
                    <a:pt x="864269" y="87731"/>
                  </a:lnTo>
                  <a:lnTo>
                    <a:pt x="900894" y="112887"/>
                  </a:lnTo>
                  <a:lnTo>
                    <a:pt x="935212" y="140720"/>
                  </a:lnTo>
                  <a:lnTo>
                    <a:pt x="967055" y="171071"/>
                  </a:lnTo>
                  <a:lnTo>
                    <a:pt x="996257" y="203781"/>
                  </a:lnTo>
                  <a:lnTo>
                    <a:pt x="1022650" y="238689"/>
                  </a:lnTo>
                  <a:lnTo>
                    <a:pt x="1046067" y="275637"/>
                  </a:lnTo>
                  <a:lnTo>
                    <a:pt x="1066340" y="314464"/>
                  </a:lnTo>
                  <a:lnTo>
                    <a:pt x="1083303" y="355013"/>
                  </a:lnTo>
                  <a:lnTo>
                    <a:pt x="1096787" y="397122"/>
                  </a:lnTo>
                  <a:lnTo>
                    <a:pt x="1106625" y="440633"/>
                  </a:lnTo>
                  <a:lnTo>
                    <a:pt x="1112651" y="485386"/>
                  </a:lnTo>
                  <a:lnTo>
                    <a:pt x="1114697" y="531222"/>
                  </a:lnTo>
                  <a:lnTo>
                    <a:pt x="1112651" y="577058"/>
                  </a:lnTo>
                  <a:lnTo>
                    <a:pt x="1106625" y="621812"/>
                  </a:lnTo>
                  <a:lnTo>
                    <a:pt x="1096787" y="665323"/>
                  </a:lnTo>
                  <a:lnTo>
                    <a:pt x="1083303" y="707432"/>
                  </a:lnTo>
                  <a:lnTo>
                    <a:pt x="1066340" y="747980"/>
                  </a:lnTo>
                  <a:lnTo>
                    <a:pt x="1046067" y="786808"/>
                  </a:lnTo>
                  <a:lnTo>
                    <a:pt x="1022650" y="823756"/>
                  </a:lnTo>
                  <a:lnTo>
                    <a:pt x="996257" y="858664"/>
                  </a:lnTo>
                  <a:lnTo>
                    <a:pt x="967055" y="891373"/>
                  </a:lnTo>
                  <a:lnTo>
                    <a:pt x="935212" y="921724"/>
                  </a:lnTo>
                  <a:lnTo>
                    <a:pt x="900894" y="949558"/>
                  </a:lnTo>
                  <a:lnTo>
                    <a:pt x="864269" y="974713"/>
                  </a:lnTo>
                  <a:lnTo>
                    <a:pt x="825504" y="997032"/>
                  </a:lnTo>
                  <a:lnTo>
                    <a:pt x="784767" y="1016355"/>
                  </a:lnTo>
                  <a:lnTo>
                    <a:pt x="742224" y="1032523"/>
                  </a:lnTo>
                  <a:lnTo>
                    <a:pt x="698044" y="1045375"/>
                  </a:lnTo>
                  <a:lnTo>
                    <a:pt x="652393" y="1054752"/>
                  </a:lnTo>
                  <a:lnTo>
                    <a:pt x="605438" y="1060495"/>
                  </a:lnTo>
                  <a:lnTo>
                    <a:pt x="557348" y="1062445"/>
                  </a:lnTo>
                  <a:lnTo>
                    <a:pt x="509258" y="1060495"/>
                  </a:lnTo>
                  <a:lnTo>
                    <a:pt x="462304" y="1054752"/>
                  </a:lnTo>
                  <a:lnTo>
                    <a:pt x="416653" y="1045375"/>
                  </a:lnTo>
                  <a:lnTo>
                    <a:pt x="372473" y="1032523"/>
                  </a:lnTo>
                  <a:lnTo>
                    <a:pt x="329930" y="1016355"/>
                  </a:lnTo>
                  <a:lnTo>
                    <a:pt x="289193" y="997032"/>
                  </a:lnTo>
                  <a:lnTo>
                    <a:pt x="250428" y="974713"/>
                  </a:lnTo>
                  <a:lnTo>
                    <a:pt x="213803" y="949558"/>
                  </a:lnTo>
                  <a:lnTo>
                    <a:pt x="179485" y="921724"/>
                  </a:lnTo>
                  <a:lnTo>
                    <a:pt x="147641" y="891373"/>
                  </a:lnTo>
                  <a:lnTo>
                    <a:pt x="118439" y="858664"/>
                  </a:lnTo>
                  <a:lnTo>
                    <a:pt x="92046" y="823756"/>
                  </a:lnTo>
                  <a:lnTo>
                    <a:pt x="68629" y="786808"/>
                  </a:lnTo>
                  <a:lnTo>
                    <a:pt x="48356" y="747980"/>
                  </a:lnTo>
                  <a:lnTo>
                    <a:pt x="31394" y="707432"/>
                  </a:lnTo>
                  <a:lnTo>
                    <a:pt x="17910" y="665323"/>
                  </a:lnTo>
                  <a:lnTo>
                    <a:pt x="8071" y="621812"/>
                  </a:lnTo>
                  <a:lnTo>
                    <a:pt x="2045" y="577058"/>
                  </a:lnTo>
                  <a:lnTo>
                    <a:pt x="0" y="531222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56193" y="1495091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59" h="1062989">
                  <a:moveTo>
                    <a:pt x="0" y="531222"/>
                  </a:moveTo>
                  <a:lnTo>
                    <a:pt x="2045" y="485386"/>
                  </a:lnTo>
                  <a:lnTo>
                    <a:pt x="8071" y="440633"/>
                  </a:lnTo>
                  <a:lnTo>
                    <a:pt x="17910" y="397122"/>
                  </a:lnTo>
                  <a:lnTo>
                    <a:pt x="31394" y="355013"/>
                  </a:lnTo>
                  <a:lnTo>
                    <a:pt x="48356" y="314464"/>
                  </a:lnTo>
                  <a:lnTo>
                    <a:pt x="68629" y="275637"/>
                  </a:lnTo>
                  <a:lnTo>
                    <a:pt x="92046" y="238689"/>
                  </a:lnTo>
                  <a:lnTo>
                    <a:pt x="118439" y="203781"/>
                  </a:lnTo>
                  <a:lnTo>
                    <a:pt x="147641" y="171071"/>
                  </a:lnTo>
                  <a:lnTo>
                    <a:pt x="179485" y="140720"/>
                  </a:lnTo>
                  <a:lnTo>
                    <a:pt x="213803" y="112887"/>
                  </a:lnTo>
                  <a:lnTo>
                    <a:pt x="250428" y="87731"/>
                  </a:lnTo>
                  <a:lnTo>
                    <a:pt x="289193" y="65412"/>
                  </a:lnTo>
                  <a:lnTo>
                    <a:pt x="329930" y="46089"/>
                  </a:lnTo>
                  <a:lnTo>
                    <a:pt x="372473" y="29922"/>
                  </a:lnTo>
                  <a:lnTo>
                    <a:pt x="416653" y="17070"/>
                  </a:lnTo>
                  <a:lnTo>
                    <a:pt x="462304" y="7693"/>
                  </a:lnTo>
                  <a:lnTo>
                    <a:pt x="509258" y="1949"/>
                  </a:lnTo>
                  <a:lnTo>
                    <a:pt x="557348" y="0"/>
                  </a:lnTo>
                  <a:lnTo>
                    <a:pt x="605438" y="1949"/>
                  </a:lnTo>
                  <a:lnTo>
                    <a:pt x="652393" y="7693"/>
                  </a:lnTo>
                  <a:lnTo>
                    <a:pt x="698044" y="17070"/>
                  </a:lnTo>
                  <a:lnTo>
                    <a:pt x="742224" y="29922"/>
                  </a:lnTo>
                  <a:lnTo>
                    <a:pt x="784767" y="46089"/>
                  </a:lnTo>
                  <a:lnTo>
                    <a:pt x="825504" y="65412"/>
                  </a:lnTo>
                  <a:lnTo>
                    <a:pt x="864269" y="87731"/>
                  </a:lnTo>
                  <a:lnTo>
                    <a:pt x="900894" y="112887"/>
                  </a:lnTo>
                  <a:lnTo>
                    <a:pt x="935212" y="140720"/>
                  </a:lnTo>
                  <a:lnTo>
                    <a:pt x="967055" y="171071"/>
                  </a:lnTo>
                  <a:lnTo>
                    <a:pt x="996257" y="203781"/>
                  </a:lnTo>
                  <a:lnTo>
                    <a:pt x="1022650" y="238689"/>
                  </a:lnTo>
                  <a:lnTo>
                    <a:pt x="1046067" y="275637"/>
                  </a:lnTo>
                  <a:lnTo>
                    <a:pt x="1066340" y="314464"/>
                  </a:lnTo>
                  <a:lnTo>
                    <a:pt x="1083303" y="355013"/>
                  </a:lnTo>
                  <a:lnTo>
                    <a:pt x="1096787" y="397122"/>
                  </a:lnTo>
                  <a:lnTo>
                    <a:pt x="1106625" y="440633"/>
                  </a:lnTo>
                  <a:lnTo>
                    <a:pt x="1112651" y="485386"/>
                  </a:lnTo>
                  <a:lnTo>
                    <a:pt x="1114697" y="531222"/>
                  </a:lnTo>
                  <a:lnTo>
                    <a:pt x="1112651" y="577058"/>
                  </a:lnTo>
                  <a:lnTo>
                    <a:pt x="1106625" y="621812"/>
                  </a:lnTo>
                  <a:lnTo>
                    <a:pt x="1096787" y="665323"/>
                  </a:lnTo>
                  <a:lnTo>
                    <a:pt x="1083303" y="707432"/>
                  </a:lnTo>
                  <a:lnTo>
                    <a:pt x="1066340" y="747980"/>
                  </a:lnTo>
                  <a:lnTo>
                    <a:pt x="1046067" y="786808"/>
                  </a:lnTo>
                  <a:lnTo>
                    <a:pt x="1022650" y="823756"/>
                  </a:lnTo>
                  <a:lnTo>
                    <a:pt x="996257" y="858664"/>
                  </a:lnTo>
                  <a:lnTo>
                    <a:pt x="967055" y="891373"/>
                  </a:lnTo>
                  <a:lnTo>
                    <a:pt x="935212" y="921724"/>
                  </a:lnTo>
                  <a:lnTo>
                    <a:pt x="900894" y="949558"/>
                  </a:lnTo>
                  <a:lnTo>
                    <a:pt x="864269" y="974713"/>
                  </a:lnTo>
                  <a:lnTo>
                    <a:pt x="825504" y="997032"/>
                  </a:lnTo>
                  <a:lnTo>
                    <a:pt x="784767" y="1016355"/>
                  </a:lnTo>
                  <a:lnTo>
                    <a:pt x="742224" y="1032523"/>
                  </a:lnTo>
                  <a:lnTo>
                    <a:pt x="698044" y="1045375"/>
                  </a:lnTo>
                  <a:lnTo>
                    <a:pt x="652393" y="1054752"/>
                  </a:lnTo>
                  <a:lnTo>
                    <a:pt x="605438" y="1060495"/>
                  </a:lnTo>
                  <a:lnTo>
                    <a:pt x="557348" y="1062445"/>
                  </a:lnTo>
                  <a:lnTo>
                    <a:pt x="509258" y="1060495"/>
                  </a:lnTo>
                  <a:lnTo>
                    <a:pt x="462304" y="1054752"/>
                  </a:lnTo>
                  <a:lnTo>
                    <a:pt x="416653" y="1045375"/>
                  </a:lnTo>
                  <a:lnTo>
                    <a:pt x="372473" y="1032523"/>
                  </a:lnTo>
                  <a:lnTo>
                    <a:pt x="329930" y="1016355"/>
                  </a:lnTo>
                  <a:lnTo>
                    <a:pt x="289193" y="997032"/>
                  </a:lnTo>
                  <a:lnTo>
                    <a:pt x="250428" y="974713"/>
                  </a:lnTo>
                  <a:lnTo>
                    <a:pt x="213803" y="949558"/>
                  </a:lnTo>
                  <a:lnTo>
                    <a:pt x="179485" y="921724"/>
                  </a:lnTo>
                  <a:lnTo>
                    <a:pt x="147641" y="891373"/>
                  </a:lnTo>
                  <a:lnTo>
                    <a:pt x="118439" y="858664"/>
                  </a:lnTo>
                  <a:lnTo>
                    <a:pt x="92046" y="823756"/>
                  </a:lnTo>
                  <a:lnTo>
                    <a:pt x="68629" y="786808"/>
                  </a:lnTo>
                  <a:lnTo>
                    <a:pt x="48356" y="747980"/>
                  </a:lnTo>
                  <a:lnTo>
                    <a:pt x="31394" y="707432"/>
                  </a:lnTo>
                  <a:lnTo>
                    <a:pt x="17910" y="665323"/>
                  </a:lnTo>
                  <a:lnTo>
                    <a:pt x="8071" y="621812"/>
                  </a:lnTo>
                  <a:lnTo>
                    <a:pt x="2045" y="577058"/>
                  </a:lnTo>
                  <a:lnTo>
                    <a:pt x="0" y="531222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02839" y="1210055"/>
            <a:ext cx="5300980" cy="793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include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repeated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column</a:t>
            </a:r>
            <a:endParaRPr sz="2300">
              <a:latin typeface="Verdana"/>
              <a:cs typeface="Verdana"/>
            </a:endParaRPr>
          </a:p>
          <a:p>
            <a:pPr marL="40640">
              <a:lnSpc>
                <a:spcPct val="100000"/>
              </a:lnSpc>
              <a:spcBef>
                <a:spcPts val="1245"/>
              </a:spcBef>
              <a:tabLst>
                <a:tab pos="3071495" algn="l"/>
              </a:tabLst>
            </a:pP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one(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p1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17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colA,</a:t>
            </a:r>
            <a:r>
              <a:rPr sz="17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colB)	two(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p2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1700" spc="-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p1,</a:t>
            </a:r>
            <a:r>
              <a:rPr sz="17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colX,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76970" y="4963528"/>
            <a:ext cx="3157220" cy="1064260"/>
          </a:xfrm>
          <a:prstGeom prst="rect">
            <a:avLst/>
          </a:prstGeom>
          <a:ln w="20319">
            <a:solidFill>
              <a:srgbClr val="292934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263525">
              <a:lnSpc>
                <a:spcPts val="2150"/>
              </a:lnSpc>
              <a:spcBef>
                <a:spcPts val="869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1900" spc="-6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*</a:t>
            </a:r>
            <a:endParaRPr sz="1900">
              <a:latin typeface="Courier New"/>
              <a:cs typeface="Courier New"/>
            </a:endParaRPr>
          </a:p>
          <a:p>
            <a:pPr marL="263525">
              <a:lnSpc>
                <a:spcPts val="2050"/>
              </a:lnSpc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1900" spc="-7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one</a:t>
            </a:r>
            <a:endParaRPr sz="1900">
              <a:latin typeface="Courier New"/>
              <a:cs typeface="Courier New"/>
            </a:endParaRPr>
          </a:p>
          <a:p>
            <a:pPr marL="263525">
              <a:lnSpc>
                <a:spcPts val="2185"/>
              </a:lnSpc>
            </a:pP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NATURAL</a:t>
            </a:r>
            <a:r>
              <a:rPr sz="1900" spc="-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JOIN</a:t>
            </a:r>
            <a:r>
              <a:rPr sz="1900" spc="-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two</a:t>
            </a:r>
            <a:endParaRPr sz="1900">
              <a:latin typeface="Courier New"/>
              <a:cs typeface="Courier New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500298" y="2042322"/>
          <a:ext cx="2661284" cy="20813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colA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colB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ee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566772" y="2029022"/>
          <a:ext cx="3460112" cy="21403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5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0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920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colY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ABC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PQR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DEF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GHI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KLM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STU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83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XYZ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5909285" y="1719071"/>
            <a:ext cx="67691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5" dirty="0">
                <a:solidFill>
                  <a:srgbClr val="292934"/>
                </a:solidFill>
                <a:latin typeface="Courier New"/>
                <a:cs typeface="Courier New"/>
              </a:rPr>
              <a:t>colY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)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7695" y="6897623"/>
            <a:ext cx="676846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Note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 the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 order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 columns; order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 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rows</a:t>
            </a:r>
            <a:r>
              <a:rPr sz="17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does</a:t>
            </a:r>
            <a:r>
              <a:rPr sz="17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matter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05272" y="4507395"/>
            <a:ext cx="830580" cy="2187575"/>
          </a:xfrm>
          <a:custGeom>
            <a:avLst/>
            <a:gdLst/>
            <a:ahLst/>
            <a:cxnLst/>
            <a:rect l="l" t="t" r="r" b="b"/>
            <a:pathLst>
              <a:path w="830580" h="2187575">
                <a:moveTo>
                  <a:pt x="0" y="138425"/>
                </a:moveTo>
                <a:lnTo>
                  <a:pt x="7057" y="94672"/>
                </a:lnTo>
                <a:lnTo>
                  <a:pt x="26708" y="56673"/>
                </a:lnTo>
                <a:lnTo>
                  <a:pt x="56673" y="26708"/>
                </a:lnTo>
                <a:lnTo>
                  <a:pt x="94672" y="7057"/>
                </a:lnTo>
                <a:lnTo>
                  <a:pt x="138426" y="0"/>
                </a:lnTo>
                <a:lnTo>
                  <a:pt x="692108" y="0"/>
                </a:lnTo>
                <a:lnTo>
                  <a:pt x="735861" y="7057"/>
                </a:lnTo>
                <a:lnTo>
                  <a:pt x="773860" y="26708"/>
                </a:lnTo>
                <a:lnTo>
                  <a:pt x="803826" y="56673"/>
                </a:lnTo>
                <a:lnTo>
                  <a:pt x="823477" y="94672"/>
                </a:lnTo>
                <a:lnTo>
                  <a:pt x="830534" y="138425"/>
                </a:lnTo>
                <a:lnTo>
                  <a:pt x="830534" y="2049058"/>
                </a:lnTo>
                <a:lnTo>
                  <a:pt x="823477" y="2092811"/>
                </a:lnTo>
                <a:lnTo>
                  <a:pt x="803826" y="2130810"/>
                </a:lnTo>
                <a:lnTo>
                  <a:pt x="773860" y="2160775"/>
                </a:lnTo>
                <a:lnTo>
                  <a:pt x="735861" y="2180426"/>
                </a:lnTo>
                <a:lnTo>
                  <a:pt x="692108" y="2187483"/>
                </a:lnTo>
                <a:lnTo>
                  <a:pt x="138426" y="2187483"/>
                </a:lnTo>
                <a:lnTo>
                  <a:pt x="94672" y="2180426"/>
                </a:lnTo>
                <a:lnTo>
                  <a:pt x="56673" y="2160775"/>
                </a:lnTo>
                <a:lnTo>
                  <a:pt x="26708" y="2130810"/>
                </a:lnTo>
                <a:lnTo>
                  <a:pt x="7057" y="2092811"/>
                </a:lnTo>
                <a:lnTo>
                  <a:pt x="0" y="2049058"/>
                </a:lnTo>
                <a:lnTo>
                  <a:pt x="0" y="138425"/>
                </a:lnTo>
                <a:close/>
              </a:path>
            </a:pathLst>
          </a:custGeom>
          <a:ln w="2818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8092" y="315975"/>
            <a:ext cx="416560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25" dirty="0"/>
              <a:t>(I</a:t>
            </a:r>
            <a:r>
              <a:rPr sz="4300" spc="-140" dirty="0"/>
              <a:t>N</a:t>
            </a:r>
            <a:r>
              <a:rPr sz="4300" spc="-135" dirty="0"/>
              <a:t>N</a:t>
            </a:r>
            <a:r>
              <a:rPr sz="4300" spc="-125" dirty="0"/>
              <a:t>E</a:t>
            </a:r>
            <a:r>
              <a:rPr sz="4300" spc="-135" dirty="0"/>
              <a:t>R</a:t>
            </a:r>
            <a:r>
              <a:rPr sz="4300" dirty="0"/>
              <a:t>)</a:t>
            </a:r>
            <a:r>
              <a:rPr sz="4300" spc="-254" dirty="0"/>
              <a:t> </a:t>
            </a:r>
            <a:r>
              <a:rPr sz="4300" spc="-125" dirty="0"/>
              <a:t>J</a:t>
            </a:r>
            <a:r>
              <a:rPr sz="4300" spc="-140" dirty="0"/>
              <a:t>O</a:t>
            </a:r>
            <a:r>
              <a:rPr sz="4300" spc="-125" dirty="0"/>
              <a:t>IN</a:t>
            </a:r>
            <a:endParaRPr sz="4300"/>
          </a:p>
        </p:txBody>
      </p:sp>
      <p:sp>
        <p:nvSpPr>
          <p:cNvPr id="3" name="object 3"/>
          <p:cNvSpPr/>
          <p:nvPr/>
        </p:nvSpPr>
        <p:spPr>
          <a:xfrm>
            <a:off x="8635492" y="1634896"/>
            <a:ext cx="398780" cy="777875"/>
          </a:xfrm>
          <a:custGeom>
            <a:avLst/>
            <a:gdLst/>
            <a:ahLst/>
            <a:cxnLst/>
            <a:rect l="l" t="t" r="r" b="b"/>
            <a:pathLst>
              <a:path w="398779" h="777875">
                <a:moveTo>
                  <a:pt x="398691" y="397116"/>
                </a:moveTo>
                <a:lnTo>
                  <a:pt x="395897" y="340906"/>
                </a:lnTo>
                <a:lnTo>
                  <a:pt x="387819" y="287248"/>
                </a:lnTo>
                <a:lnTo>
                  <a:pt x="374815" y="236753"/>
                </a:lnTo>
                <a:lnTo>
                  <a:pt x="357314" y="189992"/>
                </a:lnTo>
                <a:lnTo>
                  <a:pt x="335699" y="147548"/>
                </a:lnTo>
                <a:lnTo>
                  <a:pt x="310362" y="110020"/>
                </a:lnTo>
                <a:lnTo>
                  <a:pt x="281711" y="78003"/>
                </a:lnTo>
                <a:lnTo>
                  <a:pt x="250139" y="52082"/>
                </a:lnTo>
                <a:lnTo>
                  <a:pt x="236245" y="44246"/>
                </a:lnTo>
                <a:lnTo>
                  <a:pt x="248272" y="0"/>
                </a:lnTo>
                <a:lnTo>
                  <a:pt x="211582" y="4127"/>
                </a:lnTo>
                <a:lnTo>
                  <a:pt x="176568" y="16103"/>
                </a:lnTo>
                <a:lnTo>
                  <a:pt x="170230" y="19812"/>
                </a:lnTo>
                <a:lnTo>
                  <a:pt x="141871" y="16725"/>
                </a:lnTo>
                <a:lnTo>
                  <a:pt x="144729" y="34709"/>
                </a:lnTo>
                <a:lnTo>
                  <a:pt x="143611" y="35356"/>
                </a:lnTo>
                <a:lnTo>
                  <a:pt x="113080" y="61290"/>
                </a:lnTo>
                <a:lnTo>
                  <a:pt x="85382" y="93306"/>
                </a:lnTo>
                <a:lnTo>
                  <a:pt x="60896" y="130835"/>
                </a:lnTo>
                <a:lnTo>
                  <a:pt x="39992" y="173266"/>
                </a:lnTo>
                <a:lnTo>
                  <a:pt x="23075" y="220027"/>
                </a:lnTo>
                <a:lnTo>
                  <a:pt x="10515" y="270535"/>
                </a:lnTo>
                <a:lnTo>
                  <a:pt x="2692" y="324180"/>
                </a:lnTo>
                <a:lnTo>
                  <a:pt x="0" y="380390"/>
                </a:lnTo>
                <a:lnTo>
                  <a:pt x="2692" y="436600"/>
                </a:lnTo>
                <a:lnTo>
                  <a:pt x="10515" y="490258"/>
                </a:lnTo>
                <a:lnTo>
                  <a:pt x="23075" y="540753"/>
                </a:lnTo>
                <a:lnTo>
                  <a:pt x="39992" y="587514"/>
                </a:lnTo>
                <a:lnTo>
                  <a:pt x="60896" y="629958"/>
                </a:lnTo>
                <a:lnTo>
                  <a:pt x="85382" y="667473"/>
                </a:lnTo>
                <a:lnTo>
                  <a:pt x="113080" y="699503"/>
                </a:lnTo>
                <a:lnTo>
                  <a:pt x="143611" y="725424"/>
                </a:lnTo>
                <a:lnTo>
                  <a:pt x="149618" y="728941"/>
                </a:lnTo>
                <a:lnTo>
                  <a:pt x="141871" y="777506"/>
                </a:lnTo>
                <a:lnTo>
                  <a:pt x="179819" y="773379"/>
                </a:lnTo>
                <a:lnTo>
                  <a:pt x="216039" y="761403"/>
                </a:lnTo>
                <a:lnTo>
                  <a:pt x="222313" y="757872"/>
                </a:lnTo>
                <a:lnTo>
                  <a:pt x="248272" y="760780"/>
                </a:lnTo>
                <a:lnTo>
                  <a:pt x="244119" y="745553"/>
                </a:lnTo>
                <a:lnTo>
                  <a:pt x="250139" y="742149"/>
                </a:lnTo>
                <a:lnTo>
                  <a:pt x="281711" y="716216"/>
                </a:lnTo>
                <a:lnTo>
                  <a:pt x="310362" y="684199"/>
                </a:lnTo>
                <a:lnTo>
                  <a:pt x="335699" y="646671"/>
                </a:lnTo>
                <a:lnTo>
                  <a:pt x="357314" y="604240"/>
                </a:lnTo>
                <a:lnTo>
                  <a:pt x="374815" y="557479"/>
                </a:lnTo>
                <a:lnTo>
                  <a:pt x="387819" y="506971"/>
                </a:lnTo>
                <a:lnTo>
                  <a:pt x="395897" y="453326"/>
                </a:lnTo>
                <a:lnTo>
                  <a:pt x="398691" y="397116"/>
                </a:lnTo>
                <a:close/>
              </a:path>
            </a:pathLst>
          </a:custGeom>
          <a:solidFill>
            <a:srgbClr val="E8F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095072" y="1768347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85090">
              <a:lnSpc>
                <a:spcPts val="1900"/>
              </a:lnSpc>
              <a:spcBef>
                <a:spcPts val="18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left 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15704" y="1768347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22860">
              <a:lnSpc>
                <a:spcPts val="1900"/>
              </a:lnSpc>
              <a:spcBef>
                <a:spcPts val="180"/>
              </a:spcBef>
            </a:pP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right </a:t>
            </a:r>
            <a:r>
              <a:rPr sz="1600" spc="-4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77098" y="1177035"/>
            <a:ext cx="13119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(INNER)</a:t>
            </a:r>
            <a:r>
              <a:rPr sz="1600" spc="-6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JOIN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910579" y="1480997"/>
            <a:ext cx="1874520" cy="1090930"/>
            <a:chOff x="7910579" y="1480997"/>
            <a:chExt cx="1874520" cy="1090930"/>
          </a:xfrm>
        </p:grpSpPr>
        <p:sp>
          <p:nvSpPr>
            <p:cNvPr id="8" name="object 8"/>
            <p:cNvSpPr/>
            <p:nvPr/>
          </p:nvSpPr>
          <p:spPr>
            <a:xfrm>
              <a:off x="7924673" y="1495091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59" h="1062989">
                  <a:moveTo>
                    <a:pt x="0" y="531222"/>
                  </a:moveTo>
                  <a:lnTo>
                    <a:pt x="2045" y="485386"/>
                  </a:lnTo>
                  <a:lnTo>
                    <a:pt x="8071" y="440633"/>
                  </a:lnTo>
                  <a:lnTo>
                    <a:pt x="17910" y="397122"/>
                  </a:lnTo>
                  <a:lnTo>
                    <a:pt x="31394" y="355013"/>
                  </a:lnTo>
                  <a:lnTo>
                    <a:pt x="48356" y="314464"/>
                  </a:lnTo>
                  <a:lnTo>
                    <a:pt x="68629" y="275637"/>
                  </a:lnTo>
                  <a:lnTo>
                    <a:pt x="92046" y="238689"/>
                  </a:lnTo>
                  <a:lnTo>
                    <a:pt x="118439" y="203781"/>
                  </a:lnTo>
                  <a:lnTo>
                    <a:pt x="147641" y="171071"/>
                  </a:lnTo>
                  <a:lnTo>
                    <a:pt x="179485" y="140720"/>
                  </a:lnTo>
                  <a:lnTo>
                    <a:pt x="213803" y="112887"/>
                  </a:lnTo>
                  <a:lnTo>
                    <a:pt x="250428" y="87731"/>
                  </a:lnTo>
                  <a:lnTo>
                    <a:pt x="289193" y="65412"/>
                  </a:lnTo>
                  <a:lnTo>
                    <a:pt x="329930" y="46089"/>
                  </a:lnTo>
                  <a:lnTo>
                    <a:pt x="372473" y="29922"/>
                  </a:lnTo>
                  <a:lnTo>
                    <a:pt x="416653" y="17070"/>
                  </a:lnTo>
                  <a:lnTo>
                    <a:pt x="462304" y="7693"/>
                  </a:lnTo>
                  <a:lnTo>
                    <a:pt x="509258" y="1949"/>
                  </a:lnTo>
                  <a:lnTo>
                    <a:pt x="557348" y="0"/>
                  </a:lnTo>
                  <a:lnTo>
                    <a:pt x="605438" y="1949"/>
                  </a:lnTo>
                  <a:lnTo>
                    <a:pt x="652393" y="7693"/>
                  </a:lnTo>
                  <a:lnTo>
                    <a:pt x="698044" y="17070"/>
                  </a:lnTo>
                  <a:lnTo>
                    <a:pt x="742224" y="29922"/>
                  </a:lnTo>
                  <a:lnTo>
                    <a:pt x="784767" y="46089"/>
                  </a:lnTo>
                  <a:lnTo>
                    <a:pt x="825504" y="65412"/>
                  </a:lnTo>
                  <a:lnTo>
                    <a:pt x="864269" y="87731"/>
                  </a:lnTo>
                  <a:lnTo>
                    <a:pt x="900894" y="112887"/>
                  </a:lnTo>
                  <a:lnTo>
                    <a:pt x="935212" y="140720"/>
                  </a:lnTo>
                  <a:lnTo>
                    <a:pt x="967055" y="171071"/>
                  </a:lnTo>
                  <a:lnTo>
                    <a:pt x="996257" y="203781"/>
                  </a:lnTo>
                  <a:lnTo>
                    <a:pt x="1022650" y="238689"/>
                  </a:lnTo>
                  <a:lnTo>
                    <a:pt x="1046067" y="275637"/>
                  </a:lnTo>
                  <a:lnTo>
                    <a:pt x="1066340" y="314464"/>
                  </a:lnTo>
                  <a:lnTo>
                    <a:pt x="1083303" y="355013"/>
                  </a:lnTo>
                  <a:lnTo>
                    <a:pt x="1096787" y="397122"/>
                  </a:lnTo>
                  <a:lnTo>
                    <a:pt x="1106625" y="440633"/>
                  </a:lnTo>
                  <a:lnTo>
                    <a:pt x="1112651" y="485386"/>
                  </a:lnTo>
                  <a:lnTo>
                    <a:pt x="1114697" y="531222"/>
                  </a:lnTo>
                  <a:lnTo>
                    <a:pt x="1112651" y="577058"/>
                  </a:lnTo>
                  <a:lnTo>
                    <a:pt x="1106625" y="621812"/>
                  </a:lnTo>
                  <a:lnTo>
                    <a:pt x="1096787" y="665323"/>
                  </a:lnTo>
                  <a:lnTo>
                    <a:pt x="1083303" y="707432"/>
                  </a:lnTo>
                  <a:lnTo>
                    <a:pt x="1066340" y="747980"/>
                  </a:lnTo>
                  <a:lnTo>
                    <a:pt x="1046067" y="786808"/>
                  </a:lnTo>
                  <a:lnTo>
                    <a:pt x="1022650" y="823756"/>
                  </a:lnTo>
                  <a:lnTo>
                    <a:pt x="996257" y="858664"/>
                  </a:lnTo>
                  <a:lnTo>
                    <a:pt x="967055" y="891373"/>
                  </a:lnTo>
                  <a:lnTo>
                    <a:pt x="935212" y="921724"/>
                  </a:lnTo>
                  <a:lnTo>
                    <a:pt x="900894" y="949558"/>
                  </a:lnTo>
                  <a:lnTo>
                    <a:pt x="864269" y="974713"/>
                  </a:lnTo>
                  <a:lnTo>
                    <a:pt x="825504" y="997032"/>
                  </a:lnTo>
                  <a:lnTo>
                    <a:pt x="784767" y="1016355"/>
                  </a:lnTo>
                  <a:lnTo>
                    <a:pt x="742224" y="1032523"/>
                  </a:lnTo>
                  <a:lnTo>
                    <a:pt x="698044" y="1045375"/>
                  </a:lnTo>
                  <a:lnTo>
                    <a:pt x="652393" y="1054752"/>
                  </a:lnTo>
                  <a:lnTo>
                    <a:pt x="605438" y="1060495"/>
                  </a:lnTo>
                  <a:lnTo>
                    <a:pt x="557348" y="1062445"/>
                  </a:lnTo>
                  <a:lnTo>
                    <a:pt x="509258" y="1060495"/>
                  </a:lnTo>
                  <a:lnTo>
                    <a:pt x="462304" y="1054752"/>
                  </a:lnTo>
                  <a:lnTo>
                    <a:pt x="416653" y="1045375"/>
                  </a:lnTo>
                  <a:lnTo>
                    <a:pt x="372473" y="1032523"/>
                  </a:lnTo>
                  <a:lnTo>
                    <a:pt x="329930" y="1016355"/>
                  </a:lnTo>
                  <a:lnTo>
                    <a:pt x="289193" y="997032"/>
                  </a:lnTo>
                  <a:lnTo>
                    <a:pt x="250428" y="974713"/>
                  </a:lnTo>
                  <a:lnTo>
                    <a:pt x="213803" y="949558"/>
                  </a:lnTo>
                  <a:lnTo>
                    <a:pt x="179485" y="921724"/>
                  </a:lnTo>
                  <a:lnTo>
                    <a:pt x="147641" y="891373"/>
                  </a:lnTo>
                  <a:lnTo>
                    <a:pt x="118439" y="858664"/>
                  </a:lnTo>
                  <a:lnTo>
                    <a:pt x="92046" y="823756"/>
                  </a:lnTo>
                  <a:lnTo>
                    <a:pt x="68629" y="786808"/>
                  </a:lnTo>
                  <a:lnTo>
                    <a:pt x="48356" y="747980"/>
                  </a:lnTo>
                  <a:lnTo>
                    <a:pt x="31394" y="707432"/>
                  </a:lnTo>
                  <a:lnTo>
                    <a:pt x="17910" y="665323"/>
                  </a:lnTo>
                  <a:lnTo>
                    <a:pt x="8071" y="621812"/>
                  </a:lnTo>
                  <a:lnTo>
                    <a:pt x="2045" y="577058"/>
                  </a:lnTo>
                  <a:lnTo>
                    <a:pt x="0" y="531222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56193" y="1495091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59" h="1062989">
                  <a:moveTo>
                    <a:pt x="0" y="531222"/>
                  </a:moveTo>
                  <a:lnTo>
                    <a:pt x="2045" y="485386"/>
                  </a:lnTo>
                  <a:lnTo>
                    <a:pt x="8071" y="440633"/>
                  </a:lnTo>
                  <a:lnTo>
                    <a:pt x="17910" y="397122"/>
                  </a:lnTo>
                  <a:lnTo>
                    <a:pt x="31394" y="355013"/>
                  </a:lnTo>
                  <a:lnTo>
                    <a:pt x="48356" y="314464"/>
                  </a:lnTo>
                  <a:lnTo>
                    <a:pt x="68629" y="275637"/>
                  </a:lnTo>
                  <a:lnTo>
                    <a:pt x="92046" y="238689"/>
                  </a:lnTo>
                  <a:lnTo>
                    <a:pt x="118439" y="203781"/>
                  </a:lnTo>
                  <a:lnTo>
                    <a:pt x="147641" y="171071"/>
                  </a:lnTo>
                  <a:lnTo>
                    <a:pt x="179485" y="140720"/>
                  </a:lnTo>
                  <a:lnTo>
                    <a:pt x="213803" y="112887"/>
                  </a:lnTo>
                  <a:lnTo>
                    <a:pt x="250428" y="87731"/>
                  </a:lnTo>
                  <a:lnTo>
                    <a:pt x="289193" y="65412"/>
                  </a:lnTo>
                  <a:lnTo>
                    <a:pt x="329930" y="46089"/>
                  </a:lnTo>
                  <a:lnTo>
                    <a:pt x="372473" y="29922"/>
                  </a:lnTo>
                  <a:lnTo>
                    <a:pt x="416653" y="17070"/>
                  </a:lnTo>
                  <a:lnTo>
                    <a:pt x="462304" y="7693"/>
                  </a:lnTo>
                  <a:lnTo>
                    <a:pt x="509258" y="1949"/>
                  </a:lnTo>
                  <a:lnTo>
                    <a:pt x="557348" y="0"/>
                  </a:lnTo>
                  <a:lnTo>
                    <a:pt x="605438" y="1949"/>
                  </a:lnTo>
                  <a:lnTo>
                    <a:pt x="652393" y="7693"/>
                  </a:lnTo>
                  <a:lnTo>
                    <a:pt x="698044" y="17070"/>
                  </a:lnTo>
                  <a:lnTo>
                    <a:pt x="742224" y="29922"/>
                  </a:lnTo>
                  <a:lnTo>
                    <a:pt x="784767" y="46089"/>
                  </a:lnTo>
                  <a:lnTo>
                    <a:pt x="825504" y="65412"/>
                  </a:lnTo>
                  <a:lnTo>
                    <a:pt x="864269" y="87731"/>
                  </a:lnTo>
                  <a:lnTo>
                    <a:pt x="900894" y="112887"/>
                  </a:lnTo>
                  <a:lnTo>
                    <a:pt x="935212" y="140720"/>
                  </a:lnTo>
                  <a:lnTo>
                    <a:pt x="967055" y="171071"/>
                  </a:lnTo>
                  <a:lnTo>
                    <a:pt x="996257" y="203781"/>
                  </a:lnTo>
                  <a:lnTo>
                    <a:pt x="1022650" y="238689"/>
                  </a:lnTo>
                  <a:lnTo>
                    <a:pt x="1046067" y="275637"/>
                  </a:lnTo>
                  <a:lnTo>
                    <a:pt x="1066340" y="314464"/>
                  </a:lnTo>
                  <a:lnTo>
                    <a:pt x="1083303" y="355013"/>
                  </a:lnTo>
                  <a:lnTo>
                    <a:pt x="1096787" y="397122"/>
                  </a:lnTo>
                  <a:lnTo>
                    <a:pt x="1106625" y="440633"/>
                  </a:lnTo>
                  <a:lnTo>
                    <a:pt x="1112651" y="485386"/>
                  </a:lnTo>
                  <a:lnTo>
                    <a:pt x="1114697" y="531222"/>
                  </a:lnTo>
                  <a:lnTo>
                    <a:pt x="1112651" y="577058"/>
                  </a:lnTo>
                  <a:lnTo>
                    <a:pt x="1106625" y="621812"/>
                  </a:lnTo>
                  <a:lnTo>
                    <a:pt x="1096787" y="665323"/>
                  </a:lnTo>
                  <a:lnTo>
                    <a:pt x="1083303" y="707432"/>
                  </a:lnTo>
                  <a:lnTo>
                    <a:pt x="1066340" y="747980"/>
                  </a:lnTo>
                  <a:lnTo>
                    <a:pt x="1046067" y="786808"/>
                  </a:lnTo>
                  <a:lnTo>
                    <a:pt x="1022650" y="823756"/>
                  </a:lnTo>
                  <a:lnTo>
                    <a:pt x="996257" y="858664"/>
                  </a:lnTo>
                  <a:lnTo>
                    <a:pt x="967055" y="891373"/>
                  </a:lnTo>
                  <a:lnTo>
                    <a:pt x="935212" y="921724"/>
                  </a:lnTo>
                  <a:lnTo>
                    <a:pt x="900894" y="949558"/>
                  </a:lnTo>
                  <a:lnTo>
                    <a:pt x="864269" y="974713"/>
                  </a:lnTo>
                  <a:lnTo>
                    <a:pt x="825504" y="997032"/>
                  </a:lnTo>
                  <a:lnTo>
                    <a:pt x="784767" y="1016355"/>
                  </a:lnTo>
                  <a:lnTo>
                    <a:pt x="742224" y="1032523"/>
                  </a:lnTo>
                  <a:lnTo>
                    <a:pt x="698044" y="1045375"/>
                  </a:lnTo>
                  <a:lnTo>
                    <a:pt x="652393" y="1054752"/>
                  </a:lnTo>
                  <a:lnTo>
                    <a:pt x="605438" y="1060495"/>
                  </a:lnTo>
                  <a:lnTo>
                    <a:pt x="557348" y="1062445"/>
                  </a:lnTo>
                  <a:lnTo>
                    <a:pt x="509258" y="1060495"/>
                  </a:lnTo>
                  <a:lnTo>
                    <a:pt x="462304" y="1054752"/>
                  </a:lnTo>
                  <a:lnTo>
                    <a:pt x="416653" y="1045375"/>
                  </a:lnTo>
                  <a:lnTo>
                    <a:pt x="372473" y="1032523"/>
                  </a:lnTo>
                  <a:lnTo>
                    <a:pt x="329930" y="1016355"/>
                  </a:lnTo>
                  <a:lnTo>
                    <a:pt x="289193" y="997032"/>
                  </a:lnTo>
                  <a:lnTo>
                    <a:pt x="250428" y="974713"/>
                  </a:lnTo>
                  <a:lnTo>
                    <a:pt x="213803" y="949558"/>
                  </a:lnTo>
                  <a:lnTo>
                    <a:pt x="179485" y="921724"/>
                  </a:lnTo>
                  <a:lnTo>
                    <a:pt x="147641" y="891373"/>
                  </a:lnTo>
                  <a:lnTo>
                    <a:pt x="118439" y="858664"/>
                  </a:lnTo>
                  <a:lnTo>
                    <a:pt x="92046" y="823756"/>
                  </a:lnTo>
                  <a:lnTo>
                    <a:pt x="68629" y="786808"/>
                  </a:lnTo>
                  <a:lnTo>
                    <a:pt x="48356" y="747980"/>
                  </a:lnTo>
                  <a:lnTo>
                    <a:pt x="31394" y="707432"/>
                  </a:lnTo>
                  <a:lnTo>
                    <a:pt x="17910" y="665323"/>
                  </a:lnTo>
                  <a:lnTo>
                    <a:pt x="8071" y="621812"/>
                  </a:lnTo>
                  <a:lnTo>
                    <a:pt x="2045" y="577058"/>
                  </a:lnTo>
                  <a:lnTo>
                    <a:pt x="0" y="531222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99970" y="2042649"/>
          <a:ext cx="2661284" cy="20813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colA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colB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ee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566772" y="2029351"/>
          <a:ext cx="3460112" cy="21403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5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0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920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colY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ABC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PQR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DEF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GHI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KLM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STU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83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XYZ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502839" y="1210055"/>
            <a:ext cx="4519295" cy="793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Include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repeated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column</a:t>
            </a:r>
            <a:endParaRPr sz="2300">
              <a:latin typeface="Verdana"/>
              <a:cs typeface="Verdana"/>
            </a:endParaRPr>
          </a:p>
          <a:p>
            <a:pPr marL="22225">
              <a:lnSpc>
                <a:spcPct val="100000"/>
              </a:lnSpc>
              <a:spcBef>
                <a:spcPts val="1245"/>
              </a:spcBef>
              <a:tabLst>
                <a:tab pos="3071495" algn="l"/>
              </a:tabLst>
            </a:pP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one(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p1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17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colA,</a:t>
            </a:r>
            <a:r>
              <a:rPr sz="17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colB)	two(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p2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1700" spc="-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spc="5" dirty="0">
                <a:solidFill>
                  <a:srgbClr val="292934"/>
                </a:solidFill>
                <a:latin typeface="Courier New"/>
                <a:cs typeface="Courier New"/>
              </a:rPr>
              <a:t>p1,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26965" y="1719071"/>
            <a:ext cx="67691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5" dirty="0">
                <a:solidFill>
                  <a:srgbClr val="292934"/>
                </a:solidFill>
                <a:latin typeface="Courier New"/>
                <a:cs typeface="Courier New"/>
              </a:rPr>
              <a:t>colX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09285" y="1719071"/>
            <a:ext cx="67691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5" dirty="0">
                <a:solidFill>
                  <a:srgbClr val="292934"/>
                </a:solidFill>
                <a:latin typeface="Courier New"/>
                <a:cs typeface="Courier New"/>
              </a:rPr>
              <a:t>colY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)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78522" y="4528311"/>
            <a:ext cx="5414010" cy="571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50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1900" spc="-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*</a:t>
            </a:r>
            <a:endParaRPr sz="1900">
              <a:latin typeface="Courier New"/>
              <a:cs typeface="Courier New"/>
            </a:endParaRPr>
          </a:p>
          <a:p>
            <a:pPr marL="12700">
              <a:lnSpc>
                <a:spcPts val="2150"/>
              </a:lnSpc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one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JOIN</a:t>
            </a:r>
            <a:r>
              <a:rPr sz="1900" spc="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two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ON</a:t>
            </a:r>
            <a:r>
              <a:rPr sz="1900" spc="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one.p1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two.p1;</a:t>
            </a:r>
            <a:endParaRPr sz="1900">
              <a:latin typeface="Courier New"/>
              <a:cs typeface="Courier New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022039" y="2892551"/>
            <a:ext cx="7863205" cy="2328545"/>
            <a:chOff x="2022039" y="2892551"/>
            <a:chExt cx="7863205" cy="2328545"/>
          </a:xfrm>
        </p:grpSpPr>
        <p:sp>
          <p:nvSpPr>
            <p:cNvPr id="17" name="object 17"/>
            <p:cNvSpPr/>
            <p:nvPr/>
          </p:nvSpPr>
          <p:spPr>
            <a:xfrm>
              <a:off x="2032199" y="4465669"/>
              <a:ext cx="6136005" cy="744855"/>
            </a:xfrm>
            <a:custGeom>
              <a:avLst/>
              <a:gdLst/>
              <a:ahLst/>
              <a:cxnLst/>
              <a:rect l="l" t="t" r="r" b="b"/>
              <a:pathLst>
                <a:path w="6136005" h="744854">
                  <a:moveTo>
                    <a:pt x="0" y="0"/>
                  </a:moveTo>
                  <a:lnTo>
                    <a:pt x="6135892" y="0"/>
                  </a:lnTo>
                  <a:lnTo>
                    <a:pt x="6135892" y="744820"/>
                  </a:lnTo>
                  <a:lnTo>
                    <a:pt x="0" y="744820"/>
                  </a:lnTo>
                  <a:lnTo>
                    <a:pt x="0" y="0"/>
                  </a:lnTo>
                  <a:close/>
                </a:path>
              </a:pathLst>
            </a:custGeom>
            <a:ln w="2031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48144" y="2892551"/>
              <a:ext cx="2636520" cy="1901952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7397794" y="2907126"/>
            <a:ext cx="2305050" cy="1442720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153670" rIns="0" bIns="0" rtlCol="0">
            <a:spAutoFit/>
          </a:bodyPr>
          <a:lstStyle/>
          <a:p>
            <a:pPr marL="135255" marR="116205" algn="ctr">
              <a:lnSpc>
                <a:spcPts val="2210"/>
              </a:lnSpc>
              <a:spcBef>
                <a:spcPts val="1210"/>
              </a:spcBef>
            </a:pP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Join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C00000"/>
                </a:solidFill>
                <a:latin typeface="Verdana"/>
                <a:cs typeface="Verdana"/>
              </a:rPr>
              <a:t>specified </a:t>
            </a:r>
            <a:r>
              <a:rPr sz="1900" spc="-6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C00000"/>
                </a:solidFill>
                <a:latin typeface="Verdana"/>
                <a:cs typeface="Verdana"/>
              </a:rPr>
              <a:t>attribute(s)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.</a:t>
            </a:r>
            <a:endParaRPr sz="1900">
              <a:latin typeface="Verdana"/>
              <a:cs typeface="Verdana"/>
            </a:endParaRPr>
          </a:p>
          <a:p>
            <a:pPr marL="142240" marR="117475" indent="-5080" algn="ctr">
              <a:lnSpc>
                <a:spcPts val="2210"/>
              </a:lnSpc>
              <a:spcBef>
                <a:spcPts val="190"/>
              </a:spcBef>
            </a:pP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match 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found,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move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on.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6517" y="5440696"/>
            <a:ext cx="8496300" cy="1525270"/>
          </a:xfrm>
          <a:prstGeom prst="rect">
            <a:avLst/>
          </a:prstGeom>
          <a:ln w="20319">
            <a:solidFill>
              <a:srgbClr val="292934"/>
            </a:solidFill>
          </a:ln>
        </p:spPr>
        <p:txBody>
          <a:bodyPr vert="horz" wrap="square" lIns="0" tIns="99060" rIns="0" bIns="0" rtlCol="0">
            <a:spAutoFit/>
          </a:bodyPr>
          <a:lstStyle/>
          <a:p>
            <a:pPr marL="634365" marR="4795520" indent="-436880">
              <a:lnSpc>
                <a:spcPts val="1989"/>
              </a:lnSpc>
              <a:spcBef>
                <a:spcPts val="780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for</a:t>
            </a:r>
            <a:r>
              <a:rPr sz="19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each</a:t>
            </a:r>
            <a:r>
              <a:rPr sz="1900" spc="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row1</a:t>
            </a:r>
            <a:r>
              <a:rPr sz="19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in</a:t>
            </a:r>
            <a:r>
              <a:rPr sz="1900" spc="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one: 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for</a:t>
            </a:r>
            <a:r>
              <a:rPr sz="19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each</a:t>
            </a:r>
            <a:r>
              <a:rPr sz="19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row2</a:t>
            </a:r>
            <a:r>
              <a:rPr sz="19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in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two:</a:t>
            </a:r>
            <a:endParaRPr sz="1900">
              <a:latin typeface="Courier New"/>
              <a:cs typeface="Courier New"/>
            </a:endParaRPr>
          </a:p>
          <a:p>
            <a:pPr marL="1071245">
              <a:lnSpc>
                <a:spcPts val="2000"/>
              </a:lnSpc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if</a:t>
            </a:r>
            <a:r>
              <a:rPr sz="1900" spc="-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(row1.p1</a:t>
            </a:r>
            <a:r>
              <a:rPr sz="19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r>
              <a:rPr sz="1900" spc="-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row2.p1):</a:t>
            </a:r>
            <a:endParaRPr sz="1900">
              <a:latin typeface="Courier New"/>
              <a:cs typeface="Courier New"/>
            </a:endParaRPr>
          </a:p>
          <a:p>
            <a:pPr marL="1508125">
              <a:lnSpc>
                <a:spcPts val="2100"/>
              </a:lnSpc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output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(row1.p1,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row1.colA,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row1.colB,</a:t>
            </a:r>
            <a:endParaRPr sz="1900">
              <a:latin typeface="Courier New"/>
              <a:cs typeface="Courier New"/>
            </a:endParaRPr>
          </a:p>
          <a:p>
            <a:pPr marL="2672715">
              <a:lnSpc>
                <a:spcPts val="2195"/>
              </a:lnSpc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row2.p2,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row2.p1,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row2.colX,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row2.colY)</a:t>
            </a:r>
            <a:endParaRPr sz="1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14237" y="4570848"/>
          <a:ext cx="5374639" cy="20813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7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4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colA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colB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colY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ABC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STU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PQR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DEF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ee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KLM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GHI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83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XYZ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48092" y="315975"/>
            <a:ext cx="416560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25" dirty="0"/>
              <a:t>(I</a:t>
            </a:r>
            <a:r>
              <a:rPr sz="4300" spc="-140" dirty="0"/>
              <a:t>N</a:t>
            </a:r>
            <a:r>
              <a:rPr sz="4300" spc="-135" dirty="0"/>
              <a:t>N</a:t>
            </a:r>
            <a:r>
              <a:rPr sz="4300" spc="-125" dirty="0"/>
              <a:t>E</a:t>
            </a:r>
            <a:r>
              <a:rPr sz="4300" spc="-135" dirty="0"/>
              <a:t>R</a:t>
            </a:r>
            <a:r>
              <a:rPr sz="4300" dirty="0"/>
              <a:t>)</a:t>
            </a:r>
            <a:r>
              <a:rPr sz="4300" spc="-254" dirty="0"/>
              <a:t> </a:t>
            </a:r>
            <a:r>
              <a:rPr sz="4300" spc="-125" dirty="0"/>
              <a:t>J</a:t>
            </a:r>
            <a:r>
              <a:rPr sz="4300" spc="-140" dirty="0"/>
              <a:t>O</a:t>
            </a:r>
            <a:r>
              <a:rPr sz="4300" spc="-125" dirty="0"/>
              <a:t>IN</a:t>
            </a:r>
            <a:endParaRPr sz="4300"/>
          </a:p>
        </p:txBody>
      </p:sp>
      <p:sp>
        <p:nvSpPr>
          <p:cNvPr id="4" name="object 4"/>
          <p:cNvSpPr/>
          <p:nvPr/>
        </p:nvSpPr>
        <p:spPr>
          <a:xfrm>
            <a:off x="8635492" y="1634896"/>
            <a:ext cx="398780" cy="777875"/>
          </a:xfrm>
          <a:custGeom>
            <a:avLst/>
            <a:gdLst/>
            <a:ahLst/>
            <a:cxnLst/>
            <a:rect l="l" t="t" r="r" b="b"/>
            <a:pathLst>
              <a:path w="398779" h="777875">
                <a:moveTo>
                  <a:pt x="398691" y="397116"/>
                </a:moveTo>
                <a:lnTo>
                  <a:pt x="395897" y="340906"/>
                </a:lnTo>
                <a:lnTo>
                  <a:pt x="387819" y="287248"/>
                </a:lnTo>
                <a:lnTo>
                  <a:pt x="374815" y="236753"/>
                </a:lnTo>
                <a:lnTo>
                  <a:pt x="357314" y="189992"/>
                </a:lnTo>
                <a:lnTo>
                  <a:pt x="335699" y="147548"/>
                </a:lnTo>
                <a:lnTo>
                  <a:pt x="310362" y="110020"/>
                </a:lnTo>
                <a:lnTo>
                  <a:pt x="281711" y="78003"/>
                </a:lnTo>
                <a:lnTo>
                  <a:pt x="250139" y="52082"/>
                </a:lnTo>
                <a:lnTo>
                  <a:pt x="236245" y="44246"/>
                </a:lnTo>
                <a:lnTo>
                  <a:pt x="248272" y="0"/>
                </a:lnTo>
                <a:lnTo>
                  <a:pt x="211582" y="4127"/>
                </a:lnTo>
                <a:lnTo>
                  <a:pt x="176568" y="16103"/>
                </a:lnTo>
                <a:lnTo>
                  <a:pt x="170230" y="19812"/>
                </a:lnTo>
                <a:lnTo>
                  <a:pt x="141871" y="16725"/>
                </a:lnTo>
                <a:lnTo>
                  <a:pt x="144729" y="34709"/>
                </a:lnTo>
                <a:lnTo>
                  <a:pt x="143611" y="35356"/>
                </a:lnTo>
                <a:lnTo>
                  <a:pt x="113080" y="61290"/>
                </a:lnTo>
                <a:lnTo>
                  <a:pt x="85382" y="93306"/>
                </a:lnTo>
                <a:lnTo>
                  <a:pt x="60896" y="130835"/>
                </a:lnTo>
                <a:lnTo>
                  <a:pt x="39992" y="173266"/>
                </a:lnTo>
                <a:lnTo>
                  <a:pt x="23075" y="220027"/>
                </a:lnTo>
                <a:lnTo>
                  <a:pt x="10515" y="270535"/>
                </a:lnTo>
                <a:lnTo>
                  <a:pt x="2692" y="324180"/>
                </a:lnTo>
                <a:lnTo>
                  <a:pt x="0" y="380390"/>
                </a:lnTo>
                <a:lnTo>
                  <a:pt x="2692" y="436600"/>
                </a:lnTo>
                <a:lnTo>
                  <a:pt x="10515" y="490258"/>
                </a:lnTo>
                <a:lnTo>
                  <a:pt x="23075" y="540753"/>
                </a:lnTo>
                <a:lnTo>
                  <a:pt x="39992" y="587514"/>
                </a:lnTo>
                <a:lnTo>
                  <a:pt x="60896" y="629958"/>
                </a:lnTo>
                <a:lnTo>
                  <a:pt x="85382" y="667473"/>
                </a:lnTo>
                <a:lnTo>
                  <a:pt x="113080" y="699503"/>
                </a:lnTo>
                <a:lnTo>
                  <a:pt x="143611" y="725424"/>
                </a:lnTo>
                <a:lnTo>
                  <a:pt x="149618" y="728941"/>
                </a:lnTo>
                <a:lnTo>
                  <a:pt x="141871" y="777506"/>
                </a:lnTo>
                <a:lnTo>
                  <a:pt x="179819" y="773379"/>
                </a:lnTo>
                <a:lnTo>
                  <a:pt x="216039" y="761403"/>
                </a:lnTo>
                <a:lnTo>
                  <a:pt x="222313" y="757872"/>
                </a:lnTo>
                <a:lnTo>
                  <a:pt x="248272" y="760780"/>
                </a:lnTo>
                <a:lnTo>
                  <a:pt x="244119" y="745553"/>
                </a:lnTo>
                <a:lnTo>
                  <a:pt x="250139" y="742149"/>
                </a:lnTo>
                <a:lnTo>
                  <a:pt x="281711" y="716216"/>
                </a:lnTo>
                <a:lnTo>
                  <a:pt x="310362" y="684199"/>
                </a:lnTo>
                <a:lnTo>
                  <a:pt x="335699" y="646671"/>
                </a:lnTo>
                <a:lnTo>
                  <a:pt x="357314" y="604240"/>
                </a:lnTo>
                <a:lnTo>
                  <a:pt x="374815" y="557479"/>
                </a:lnTo>
                <a:lnTo>
                  <a:pt x="387819" y="506971"/>
                </a:lnTo>
                <a:lnTo>
                  <a:pt x="395897" y="453326"/>
                </a:lnTo>
                <a:lnTo>
                  <a:pt x="398691" y="397116"/>
                </a:lnTo>
                <a:close/>
              </a:path>
            </a:pathLst>
          </a:custGeom>
          <a:solidFill>
            <a:srgbClr val="E8F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95072" y="1768347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85090">
              <a:lnSpc>
                <a:spcPts val="1900"/>
              </a:lnSpc>
              <a:spcBef>
                <a:spcPts val="18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left 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15704" y="1768347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22860">
              <a:lnSpc>
                <a:spcPts val="1900"/>
              </a:lnSpc>
              <a:spcBef>
                <a:spcPts val="180"/>
              </a:spcBef>
            </a:pP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right </a:t>
            </a:r>
            <a:r>
              <a:rPr sz="1600" spc="-4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77098" y="1177035"/>
            <a:ext cx="13119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(INNER)</a:t>
            </a:r>
            <a:r>
              <a:rPr sz="1600" spc="-6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JOIN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910579" y="1480997"/>
            <a:ext cx="1874520" cy="1090930"/>
            <a:chOff x="7910579" y="1480997"/>
            <a:chExt cx="1874520" cy="1090930"/>
          </a:xfrm>
        </p:grpSpPr>
        <p:sp>
          <p:nvSpPr>
            <p:cNvPr id="9" name="object 9"/>
            <p:cNvSpPr/>
            <p:nvPr/>
          </p:nvSpPr>
          <p:spPr>
            <a:xfrm>
              <a:off x="7924673" y="1495091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59" h="1062989">
                  <a:moveTo>
                    <a:pt x="0" y="531222"/>
                  </a:moveTo>
                  <a:lnTo>
                    <a:pt x="2045" y="485386"/>
                  </a:lnTo>
                  <a:lnTo>
                    <a:pt x="8071" y="440633"/>
                  </a:lnTo>
                  <a:lnTo>
                    <a:pt x="17910" y="397122"/>
                  </a:lnTo>
                  <a:lnTo>
                    <a:pt x="31394" y="355013"/>
                  </a:lnTo>
                  <a:lnTo>
                    <a:pt x="48356" y="314464"/>
                  </a:lnTo>
                  <a:lnTo>
                    <a:pt x="68629" y="275637"/>
                  </a:lnTo>
                  <a:lnTo>
                    <a:pt x="92046" y="238689"/>
                  </a:lnTo>
                  <a:lnTo>
                    <a:pt x="118439" y="203781"/>
                  </a:lnTo>
                  <a:lnTo>
                    <a:pt x="147641" y="171071"/>
                  </a:lnTo>
                  <a:lnTo>
                    <a:pt x="179485" y="140720"/>
                  </a:lnTo>
                  <a:lnTo>
                    <a:pt x="213803" y="112887"/>
                  </a:lnTo>
                  <a:lnTo>
                    <a:pt x="250428" y="87731"/>
                  </a:lnTo>
                  <a:lnTo>
                    <a:pt x="289193" y="65412"/>
                  </a:lnTo>
                  <a:lnTo>
                    <a:pt x="329930" y="46089"/>
                  </a:lnTo>
                  <a:lnTo>
                    <a:pt x="372473" y="29922"/>
                  </a:lnTo>
                  <a:lnTo>
                    <a:pt x="416653" y="17070"/>
                  </a:lnTo>
                  <a:lnTo>
                    <a:pt x="462304" y="7693"/>
                  </a:lnTo>
                  <a:lnTo>
                    <a:pt x="509258" y="1949"/>
                  </a:lnTo>
                  <a:lnTo>
                    <a:pt x="557348" y="0"/>
                  </a:lnTo>
                  <a:lnTo>
                    <a:pt x="605438" y="1949"/>
                  </a:lnTo>
                  <a:lnTo>
                    <a:pt x="652393" y="7693"/>
                  </a:lnTo>
                  <a:lnTo>
                    <a:pt x="698044" y="17070"/>
                  </a:lnTo>
                  <a:lnTo>
                    <a:pt x="742224" y="29922"/>
                  </a:lnTo>
                  <a:lnTo>
                    <a:pt x="784767" y="46089"/>
                  </a:lnTo>
                  <a:lnTo>
                    <a:pt x="825504" y="65412"/>
                  </a:lnTo>
                  <a:lnTo>
                    <a:pt x="864269" y="87731"/>
                  </a:lnTo>
                  <a:lnTo>
                    <a:pt x="900894" y="112887"/>
                  </a:lnTo>
                  <a:lnTo>
                    <a:pt x="935212" y="140720"/>
                  </a:lnTo>
                  <a:lnTo>
                    <a:pt x="967055" y="171071"/>
                  </a:lnTo>
                  <a:lnTo>
                    <a:pt x="996257" y="203781"/>
                  </a:lnTo>
                  <a:lnTo>
                    <a:pt x="1022650" y="238689"/>
                  </a:lnTo>
                  <a:lnTo>
                    <a:pt x="1046067" y="275637"/>
                  </a:lnTo>
                  <a:lnTo>
                    <a:pt x="1066340" y="314464"/>
                  </a:lnTo>
                  <a:lnTo>
                    <a:pt x="1083303" y="355013"/>
                  </a:lnTo>
                  <a:lnTo>
                    <a:pt x="1096787" y="397122"/>
                  </a:lnTo>
                  <a:lnTo>
                    <a:pt x="1106625" y="440633"/>
                  </a:lnTo>
                  <a:lnTo>
                    <a:pt x="1112651" y="485386"/>
                  </a:lnTo>
                  <a:lnTo>
                    <a:pt x="1114697" y="531222"/>
                  </a:lnTo>
                  <a:lnTo>
                    <a:pt x="1112651" y="577058"/>
                  </a:lnTo>
                  <a:lnTo>
                    <a:pt x="1106625" y="621812"/>
                  </a:lnTo>
                  <a:lnTo>
                    <a:pt x="1096787" y="665323"/>
                  </a:lnTo>
                  <a:lnTo>
                    <a:pt x="1083303" y="707432"/>
                  </a:lnTo>
                  <a:lnTo>
                    <a:pt x="1066340" y="747980"/>
                  </a:lnTo>
                  <a:lnTo>
                    <a:pt x="1046067" y="786808"/>
                  </a:lnTo>
                  <a:lnTo>
                    <a:pt x="1022650" y="823756"/>
                  </a:lnTo>
                  <a:lnTo>
                    <a:pt x="996257" y="858664"/>
                  </a:lnTo>
                  <a:lnTo>
                    <a:pt x="967055" y="891373"/>
                  </a:lnTo>
                  <a:lnTo>
                    <a:pt x="935212" y="921724"/>
                  </a:lnTo>
                  <a:lnTo>
                    <a:pt x="900894" y="949558"/>
                  </a:lnTo>
                  <a:lnTo>
                    <a:pt x="864269" y="974713"/>
                  </a:lnTo>
                  <a:lnTo>
                    <a:pt x="825504" y="997032"/>
                  </a:lnTo>
                  <a:lnTo>
                    <a:pt x="784767" y="1016355"/>
                  </a:lnTo>
                  <a:lnTo>
                    <a:pt x="742224" y="1032523"/>
                  </a:lnTo>
                  <a:lnTo>
                    <a:pt x="698044" y="1045375"/>
                  </a:lnTo>
                  <a:lnTo>
                    <a:pt x="652393" y="1054752"/>
                  </a:lnTo>
                  <a:lnTo>
                    <a:pt x="605438" y="1060495"/>
                  </a:lnTo>
                  <a:lnTo>
                    <a:pt x="557348" y="1062445"/>
                  </a:lnTo>
                  <a:lnTo>
                    <a:pt x="509258" y="1060495"/>
                  </a:lnTo>
                  <a:lnTo>
                    <a:pt x="462304" y="1054752"/>
                  </a:lnTo>
                  <a:lnTo>
                    <a:pt x="416653" y="1045375"/>
                  </a:lnTo>
                  <a:lnTo>
                    <a:pt x="372473" y="1032523"/>
                  </a:lnTo>
                  <a:lnTo>
                    <a:pt x="329930" y="1016355"/>
                  </a:lnTo>
                  <a:lnTo>
                    <a:pt x="289193" y="997032"/>
                  </a:lnTo>
                  <a:lnTo>
                    <a:pt x="250428" y="974713"/>
                  </a:lnTo>
                  <a:lnTo>
                    <a:pt x="213803" y="949558"/>
                  </a:lnTo>
                  <a:lnTo>
                    <a:pt x="179485" y="921724"/>
                  </a:lnTo>
                  <a:lnTo>
                    <a:pt x="147641" y="891373"/>
                  </a:lnTo>
                  <a:lnTo>
                    <a:pt x="118439" y="858664"/>
                  </a:lnTo>
                  <a:lnTo>
                    <a:pt x="92046" y="823756"/>
                  </a:lnTo>
                  <a:lnTo>
                    <a:pt x="68629" y="786808"/>
                  </a:lnTo>
                  <a:lnTo>
                    <a:pt x="48356" y="747980"/>
                  </a:lnTo>
                  <a:lnTo>
                    <a:pt x="31394" y="707432"/>
                  </a:lnTo>
                  <a:lnTo>
                    <a:pt x="17910" y="665323"/>
                  </a:lnTo>
                  <a:lnTo>
                    <a:pt x="8071" y="621812"/>
                  </a:lnTo>
                  <a:lnTo>
                    <a:pt x="2045" y="577058"/>
                  </a:lnTo>
                  <a:lnTo>
                    <a:pt x="0" y="531222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56193" y="1495091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59" h="1062989">
                  <a:moveTo>
                    <a:pt x="0" y="531222"/>
                  </a:moveTo>
                  <a:lnTo>
                    <a:pt x="2045" y="485386"/>
                  </a:lnTo>
                  <a:lnTo>
                    <a:pt x="8071" y="440633"/>
                  </a:lnTo>
                  <a:lnTo>
                    <a:pt x="17910" y="397122"/>
                  </a:lnTo>
                  <a:lnTo>
                    <a:pt x="31394" y="355013"/>
                  </a:lnTo>
                  <a:lnTo>
                    <a:pt x="48356" y="314464"/>
                  </a:lnTo>
                  <a:lnTo>
                    <a:pt x="68629" y="275637"/>
                  </a:lnTo>
                  <a:lnTo>
                    <a:pt x="92046" y="238689"/>
                  </a:lnTo>
                  <a:lnTo>
                    <a:pt x="118439" y="203781"/>
                  </a:lnTo>
                  <a:lnTo>
                    <a:pt x="147641" y="171071"/>
                  </a:lnTo>
                  <a:lnTo>
                    <a:pt x="179485" y="140720"/>
                  </a:lnTo>
                  <a:lnTo>
                    <a:pt x="213803" y="112887"/>
                  </a:lnTo>
                  <a:lnTo>
                    <a:pt x="250428" y="87731"/>
                  </a:lnTo>
                  <a:lnTo>
                    <a:pt x="289193" y="65412"/>
                  </a:lnTo>
                  <a:lnTo>
                    <a:pt x="329930" y="46089"/>
                  </a:lnTo>
                  <a:lnTo>
                    <a:pt x="372473" y="29922"/>
                  </a:lnTo>
                  <a:lnTo>
                    <a:pt x="416653" y="17070"/>
                  </a:lnTo>
                  <a:lnTo>
                    <a:pt x="462304" y="7693"/>
                  </a:lnTo>
                  <a:lnTo>
                    <a:pt x="509258" y="1949"/>
                  </a:lnTo>
                  <a:lnTo>
                    <a:pt x="557348" y="0"/>
                  </a:lnTo>
                  <a:lnTo>
                    <a:pt x="605438" y="1949"/>
                  </a:lnTo>
                  <a:lnTo>
                    <a:pt x="652393" y="7693"/>
                  </a:lnTo>
                  <a:lnTo>
                    <a:pt x="698044" y="17070"/>
                  </a:lnTo>
                  <a:lnTo>
                    <a:pt x="742224" y="29922"/>
                  </a:lnTo>
                  <a:lnTo>
                    <a:pt x="784767" y="46089"/>
                  </a:lnTo>
                  <a:lnTo>
                    <a:pt x="825504" y="65412"/>
                  </a:lnTo>
                  <a:lnTo>
                    <a:pt x="864269" y="87731"/>
                  </a:lnTo>
                  <a:lnTo>
                    <a:pt x="900894" y="112887"/>
                  </a:lnTo>
                  <a:lnTo>
                    <a:pt x="935212" y="140720"/>
                  </a:lnTo>
                  <a:lnTo>
                    <a:pt x="967055" y="171071"/>
                  </a:lnTo>
                  <a:lnTo>
                    <a:pt x="996257" y="203781"/>
                  </a:lnTo>
                  <a:lnTo>
                    <a:pt x="1022650" y="238689"/>
                  </a:lnTo>
                  <a:lnTo>
                    <a:pt x="1046067" y="275637"/>
                  </a:lnTo>
                  <a:lnTo>
                    <a:pt x="1066340" y="314464"/>
                  </a:lnTo>
                  <a:lnTo>
                    <a:pt x="1083303" y="355013"/>
                  </a:lnTo>
                  <a:lnTo>
                    <a:pt x="1096787" y="397122"/>
                  </a:lnTo>
                  <a:lnTo>
                    <a:pt x="1106625" y="440633"/>
                  </a:lnTo>
                  <a:lnTo>
                    <a:pt x="1112651" y="485386"/>
                  </a:lnTo>
                  <a:lnTo>
                    <a:pt x="1114697" y="531222"/>
                  </a:lnTo>
                  <a:lnTo>
                    <a:pt x="1112651" y="577058"/>
                  </a:lnTo>
                  <a:lnTo>
                    <a:pt x="1106625" y="621812"/>
                  </a:lnTo>
                  <a:lnTo>
                    <a:pt x="1096787" y="665323"/>
                  </a:lnTo>
                  <a:lnTo>
                    <a:pt x="1083303" y="707432"/>
                  </a:lnTo>
                  <a:lnTo>
                    <a:pt x="1066340" y="747980"/>
                  </a:lnTo>
                  <a:lnTo>
                    <a:pt x="1046067" y="786808"/>
                  </a:lnTo>
                  <a:lnTo>
                    <a:pt x="1022650" y="823756"/>
                  </a:lnTo>
                  <a:lnTo>
                    <a:pt x="996257" y="858664"/>
                  </a:lnTo>
                  <a:lnTo>
                    <a:pt x="967055" y="891373"/>
                  </a:lnTo>
                  <a:lnTo>
                    <a:pt x="935212" y="921724"/>
                  </a:lnTo>
                  <a:lnTo>
                    <a:pt x="900894" y="949558"/>
                  </a:lnTo>
                  <a:lnTo>
                    <a:pt x="864269" y="974713"/>
                  </a:lnTo>
                  <a:lnTo>
                    <a:pt x="825504" y="997032"/>
                  </a:lnTo>
                  <a:lnTo>
                    <a:pt x="784767" y="1016355"/>
                  </a:lnTo>
                  <a:lnTo>
                    <a:pt x="742224" y="1032523"/>
                  </a:lnTo>
                  <a:lnTo>
                    <a:pt x="698044" y="1045375"/>
                  </a:lnTo>
                  <a:lnTo>
                    <a:pt x="652393" y="1054752"/>
                  </a:lnTo>
                  <a:lnTo>
                    <a:pt x="605438" y="1060495"/>
                  </a:lnTo>
                  <a:lnTo>
                    <a:pt x="557348" y="1062445"/>
                  </a:lnTo>
                  <a:lnTo>
                    <a:pt x="509258" y="1060495"/>
                  </a:lnTo>
                  <a:lnTo>
                    <a:pt x="462304" y="1054752"/>
                  </a:lnTo>
                  <a:lnTo>
                    <a:pt x="416653" y="1045375"/>
                  </a:lnTo>
                  <a:lnTo>
                    <a:pt x="372473" y="1032523"/>
                  </a:lnTo>
                  <a:lnTo>
                    <a:pt x="329930" y="1016355"/>
                  </a:lnTo>
                  <a:lnTo>
                    <a:pt x="289193" y="997032"/>
                  </a:lnTo>
                  <a:lnTo>
                    <a:pt x="250428" y="974713"/>
                  </a:lnTo>
                  <a:lnTo>
                    <a:pt x="213803" y="949558"/>
                  </a:lnTo>
                  <a:lnTo>
                    <a:pt x="179485" y="921724"/>
                  </a:lnTo>
                  <a:lnTo>
                    <a:pt x="147641" y="891373"/>
                  </a:lnTo>
                  <a:lnTo>
                    <a:pt x="118439" y="858664"/>
                  </a:lnTo>
                  <a:lnTo>
                    <a:pt x="92046" y="823756"/>
                  </a:lnTo>
                  <a:lnTo>
                    <a:pt x="68629" y="786808"/>
                  </a:lnTo>
                  <a:lnTo>
                    <a:pt x="48356" y="747980"/>
                  </a:lnTo>
                  <a:lnTo>
                    <a:pt x="31394" y="707432"/>
                  </a:lnTo>
                  <a:lnTo>
                    <a:pt x="17910" y="665323"/>
                  </a:lnTo>
                  <a:lnTo>
                    <a:pt x="8071" y="621812"/>
                  </a:lnTo>
                  <a:lnTo>
                    <a:pt x="2045" y="577058"/>
                  </a:lnTo>
                  <a:lnTo>
                    <a:pt x="0" y="531222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093218" y="4428242"/>
            <a:ext cx="3706495" cy="1010919"/>
          </a:xfrm>
          <a:prstGeom prst="rect">
            <a:avLst/>
          </a:prstGeom>
          <a:ln w="20319">
            <a:solidFill>
              <a:srgbClr val="292934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174625">
              <a:lnSpc>
                <a:spcPts val="2135"/>
              </a:lnSpc>
              <a:spcBef>
                <a:spcPts val="525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1900" spc="-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*</a:t>
            </a:r>
            <a:endParaRPr sz="1900" dirty="0">
              <a:latin typeface="Courier New"/>
              <a:cs typeface="Courier New"/>
            </a:endParaRPr>
          </a:p>
          <a:p>
            <a:pPr marL="174625" marR="902335">
              <a:lnSpc>
                <a:spcPts val="2110"/>
              </a:lnSpc>
              <a:spcBef>
                <a:spcPts val="70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FROM one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JOIN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two 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ON</a:t>
            </a:r>
            <a:r>
              <a:rPr sz="1900" spc="-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one.p1</a:t>
            </a:r>
            <a:r>
              <a:rPr sz="1900" spc="-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r>
              <a:rPr sz="1900" spc="-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two.p1</a:t>
            </a:r>
            <a:endParaRPr sz="1900" dirty="0">
              <a:latin typeface="Courier New"/>
              <a:cs typeface="Courier New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499971" y="2042322"/>
          <a:ext cx="2661284" cy="20813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colA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colB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ee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3566774" y="2029022"/>
          <a:ext cx="3460112" cy="21403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5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0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920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colY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ABC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PQR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DEF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GHI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KLM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STU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83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XYZ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502839" y="1210055"/>
            <a:ext cx="4519295" cy="793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Include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repeated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column</a:t>
            </a:r>
            <a:endParaRPr sz="2300">
              <a:latin typeface="Verdana"/>
              <a:cs typeface="Verdana"/>
            </a:endParaRPr>
          </a:p>
          <a:p>
            <a:pPr marL="22225">
              <a:lnSpc>
                <a:spcPct val="100000"/>
              </a:lnSpc>
              <a:spcBef>
                <a:spcPts val="1245"/>
              </a:spcBef>
              <a:tabLst>
                <a:tab pos="3072130" algn="l"/>
              </a:tabLst>
            </a:pP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one(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p1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17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colA,</a:t>
            </a:r>
            <a:r>
              <a:rPr sz="17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colB)	two(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p2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1700" spc="-5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spc="5" dirty="0">
                <a:solidFill>
                  <a:srgbClr val="292934"/>
                </a:solidFill>
                <a:latin typeface="Courier New"/>
                <a:cs typeface="Courier New"/>
              </a:rPr>
              <a:t>p1,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26967" y="1719071"/>
            <a:ext cx="67691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5" dirty="0">
                <a:solidFill>
                  <a:srgbClr val="292934"/>
                </a:solidFill>
                <a:latin typeface="Courier New"/>
                <a:cs typeface="Courier New"/>
              </a:rPr>
              <a:t>colX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09286" y="1719071"/>
            <a:ext cx="67691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5" dirty="0">
                <a:solidFill>
                  <a:srgbClr val="292934"/>
                </a:solidFill>
                <a:latin typeface="Courier New"/>
                <a:cs typeface="Courier New"/>
              </a:rPr>
              <a:t>colY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)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93219" y="5899158"/>
            <a:ext cx="3724275" cy="946150"/>
          </a:xfrm>
          <a:prstGeom prst="rect">
            <a:avLst/>
          </a:prstGeom>
          <a:ln w="20319">
            <a:solidFill>
              <a:srgbClr val="292934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174625">
              <a:lnSpc>
                <a:spcPts val="2135"/>
              </a:lnSpc>
              <a:spcBef>
                <a:spcPts val="250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1900" spc="-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*</a:t>
            </a:r>
            <a:endParaRPr sz="1900" dirty="0">
              <a:latin typeface="Courier New"/>
              <a:cs typeface="Courier New"/>
            </a:endParaRPr>
          </a:p>
          <a:p>
            <a:pPr marL="174625" marR="191770">
              <a:lnSpc>
                <a:spcPts val="2110"/>
              </a:lnSpc>
              <a:spcBef>
                <a:spcPts val="65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FROM one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INNER JOIN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two </a:t>
            </a:r>
            <a:r>
              <a:rPr sz="1900" spc="-11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ON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one.p1 =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two.p1</a:t>
            </a:r>
            <a:endParaRPr sz="1900" dirty="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7695" y="6915911"/>
            <a:ext cx="676846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Note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 the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 order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 columns; order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 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rows</a:t>
            </a:r>
            <a:r>
              <a:rPr sz="17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does</a:t>
            </a:r>
            <a:r>
              <a:rPr sz="17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matter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728959" y="5462234"/>
            <a:ext cx="289560" cy="399415"/>
            <a:chOff x="7728959" y="5462234"/>
            <a:chExt cx="289560" cy="399415"/>
          </a:xfrm>
        </p:grpSpPr>
        <p:sp>
          <p:nvSpPr>
            <p:cNvPr id="20" name="object 20"/>
            <p:cNvSpPr/>
            <p:nvPr/>
          </p:nvSpPr>
          <p:spPr>
            <a:xfrm>
              <a:off x="7743052" y="5476327"/>
              <a:ext cx="261620" cy="370840"/>
            </a:xfrm>
            <a:custGeom>
              <a:avLst/>
              <a:gdLst/>
              <a:ahLst/>
              <a:cxnLst/>
              <a:rect l="l" t="t" r="r" b="b"/>
              <a:pathLst>
                <a:path w="261620" h="370839">
                  <a:moveTo>
                    <a:pt x="130628" y="0"/>
                  </a:moveTo>
                  <a:lnTo>
                    <a:pt x="0" y="130629"/>
                  </a:lnTo>
                  <a:lnTo>
                    <a:pt x="65313" y="130629"/>
                  </a:lnTo>
                  <a:lnTo>
                    <a:pt x="65313" y="240008"/>
                  </a:lnTo>
                  <a:lnTo>
                    <a:pt x="0" y="240008"/>
                  </a:lnTo>
                  <a:lnTo>
                    <a:pt x="130628" y="370636"/>
                  </a:lnTo>
                  <a:lnTo>
                    <a:pt x="261256" y="240008"/>
                  </a:lnTo>
                  <a:lnTo>
                    <a:pt x="195943" y="240008"/>
                  </a:lnTo>
                  <a:lnTo>
                    <a:pt x="195943" y="130629"/>
                  </a:lnTo>
                  <a:lnTo>
                    <a:pt x="261256" y="130629"/>
                  </a:lnTo>
                  <a:lnTo>
                    <a:pt x="130628" y="0"/>
                  </a:lnTo>
                  <a:close/>
                </a:path>
              </a:pathLst>
            </a:custGeom>
            <a:solidFill>
              <a:srgbClr val="407AAA">
                <a:alpha val="8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743052" y="5476327"/>
              <a:ext cx="261620" cy="370840"/>
            </a:xfrm>
            <a:custGeom>
              <a:avLst/>
              <a:gdLst/>
              <a:ahLst/>
              <a:cxnLst/>
              <a:rect l="l" t="t" r="r" b="b"/>
              <a:pathLst>
                <a:path w="261620" h="370839">
                  <a:moveTo>
                    <a:pt x="0" y="130628"/>
                  </a:moveTo>
                  <a:lnTo>
                    <a:pt x="130628" y="0"/>
                  </a:lnTo>
                  <a:lnTo>
                    <a:pt x="261257" y="130628"/>
                  </a:lnTo>
                  <a:lnTo>
                    <a:pt x="195943" y="130628"/>
                  </a:lnTo>
                  <a:lnTo>
                    <a:pt x="195943" y="240007"/>
                  </a:lnTo>
                  <a:lnTo>
                    <a:pt x="261257" y="240007"/>
                  </a:lnTo>
                  <a:lnTo>
                    <a:pt x="130628" y="370636"/>
                  </a:lnTo>
                  <a:lnTo>
                    <a:pt x="0" y="240007"/>
                  </a:lnTo>
                  <a:lnTo>
                    <a:pt x="65314" y="240007"/>
                  </a:lnTo>
                  <a:lnTo>
                    <a:pt x="65314" y="130628"/>
                  </a:lnTo>
                  <a:lnTo>
                    <a:pt x="0" y="130628"/>
                  </a:lnTo>
                  <a:close/>
                </a:path>
              </a:pathLst>
            </a:custGeom>
            <a:ln w="28186">
              <a:solidFill>
                <a:srgbClr val="407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3512299" y="4507395"/>
            <a:ext cx="758825" cy="2187575"/>
          </a:xfrm>
          <a:custGeom>
            <a:avLst/>
            <a:gdLst/>
            <a:ahLst/>
            <a:cxnLst/>
            <a:rect l="l" t="t" r="r" b="b"/>
            <a:pathLst>
              <a:path w="758825" h="2187575">
                <a:moveTo>
                  <a:pt x="0" y="126383"/>
                </a:moveTo>
                <a:lnTo>
                  <a:pt x="9931" y="77189"/>
                </a:lnTo>
                <a:lnTo>
                  <a:pt x="37016" y="37016"/>
                </a:lnTo>
                <a:lnTo>
                  <a:pt x="77189" y="9931"/>
                </a:lnTo>
                <a:lnTo>
                  <a:pt x="126383" y="0"/>
                </a:lnTo>
                <a:lnTo>
                  <a:pt x="631902" y="0"/>
                </a:lnTo>
                <a:lnTo>
                  <a:pt x="681096" y="9931"/>
                </a:lnTo>
                <a:lnTo>
                  <a:pt x="721269" y="37016"/>
                </a:lnTo>
                <a:lnTo>
                  <a:pt x="748354" y="77189"/>
                </a:lnTo>
                <a:lnTo>
                  <a:pt x="758285" y="126383"/>
                </a:lnTo>
                <a:lnTo>
                  <a:pt x="758285" y="2061100"/>
                </a:lnTo>
                <a:lnTo>
                  <a:pt x="748354" y="2110294"/>
                </a:lnTo>
                <a:lnTo>
                  <a:pt x="721269" y="2150467"/>
                </a:lnTo>
                <a:lnTo>
                  <a:pt x="681096" y="2177551"/>
                </a:lnTo>
                <a:lnTo>
                  <a:pt x="631902" y="2187483"/>
                </a:lnTo>
                <a:lnTo>
                  <a:pt x="126383" y="2187483"/>
                </a:lnTo>
                <a:lnTo>
                  <a:pt x="77189" y="2177551"/>
                </a:lnTo>
                <a:lnTo>
                  <a:pt x="37016" y="2150467"/>
                </a:lnTo>
                <a:lnTo>
                  <a:pt x="9931" y="2110294"/>
                </a:lnTo>
                <a:lnTo>
                  <a:pt x="0" y="2061100"/>
                </a:lnTo>
                <a:lnTo>
                  <a:pt x="0" y="126383"/>
                </a:lnTo>
                <a:close/>
              </a:path>
            </a:pathLst>
          </a:custGeom>
          <a:ln w="2818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77519" y="4507395"/>
            <a:ext cx="758825" cy="2187575"/>
          </a:xfrm>
          <a:custGeom>
            <a:avLst/>
            <a:gdLst/>
            <a:ahLst/>
            <a:cxnLst/>
            <a:rect l="l" t="t" r="r" b="b"/>
            <a:pathLst>
              <a:path w="758825" h="2187575">
                <a:moveTo>
                  <a:pt x="0" y="126383"/>
                </a:moveTo>
                <a:lnTo>
                  <a:pt x="9931" y="77189"/>
                </a:lnTo>
                <a:lnTo>
                  <a:pt x="37016" y="37016"/>
                </a:lnTo>
                <a:lnTo>
                  <a:pt x="77189" y="9931"/>
                </a:lnTo>
                <a:lnTo>
                  <a:pt x="126383" y="0"/>
                </a:lnTo>
                <a:lnTo>
                  <a:pt x="631902" y="0"/>
                </a:lnTo>
                <a:lnTo>
                  <a:pt x="681096" y="9931"/>
                </a:lnTo>
                <a:lnTo>
                  <a:pt x="721269" y="37016"/>
                </a:lnTo>
                <a:lnTo>
                  <a:pt x="748354" y="77189"/>
                </a:lnTo>
                <a:lnTo>
                  <a:pt x="758285" y="126383"/>
                </a:lnTo>
                <a:lnTo>
                  <a:pt x="758285" y="2061100"/>
                </a:lnTo>
                <a:lnTo>
                  <a:pt x="748354" y="2110294"/>
                </a:lnTo>
                <a:lnTo>
                  <a:pt x="721269" y="2150467"/>
                </a:lnTo>
                <a:lnTo>
                  <a:pt x="681096" y="2177551"/>
                </a:lnTo>
                <a:lnTo>
                  <a:pt x="631902" y="2187483"/>
                </a:lnTo>
                <a:lnTo>
                  <a:pt x="126383" y="2187483"/>
                </a:lnTo>
                <a:lnTo>
                  <a:pt x="77189" y="2177551"/>
                </a:lnTo>
                <a:lnTo>
                  <a:pt x="37016" y="2150467"/>
                </a:lnTo>
                <a:lnTo>
                  <a:pt x="9931" y="2110294"/>
                </a:lnTo>
                <a:lnTo>
                  <a:pt x="0" y="2061100"/>
                </a:lnTo>
                <a:lnTo>
                  <a:pt x="0" y="126383"/>
                </a:lnTo>
                <a:close/>
              </a:path>
            </a:pathLst>
          </a:custGeom>
          <a:ln w="2818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7419" y="315975"/>
            <a:ext cx="816800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35" dirty="0"/>
              <a:t>NA</a:t>
            </a:r>
            <a:r>
              <a:rPr sz="4300" spc="-130" dirty="0"/>
              <a:t>T</a:t>
            </a:r>
            <a:r>
              <a:rPr sz="4300" spc="-135" dirty="0"/>
              <a:t>U</a:t>
            </a:r>
            <a:r>
              <a:rPr sz="4300" spc="-140" dirty="0"/>
              <a:t>RA</a:t>
            </a:r>
            <a:r>
              <a:rPr sz="4300" dirty="0"/>
              <a:t>L</a:t>
            </a:r>
            <a:r>
              <a:rPr sz="4300" spc="-260" dirty="0"/>
              <a:t> </a:t>
            </a:r>
            <a:r>
              <a:rPr sz="4300" spc="-130" dirty="0"/>
              <a:t>L</a:t>
            </a:r>
            <a:r>
              <a:rPr sz="4300" spc="-125" dirty="0"/>
              <a:t>E</a:t>
            </a:r>
            <a:r>
              <a:rPr sz="4300" spc="-135" dirty="0"/>
              <a:t>F</a:t>
            </a:r>
            <a:r>
              <a:rPr sz="4300" dirty="0"/>
              <a:t>T</a:t>
            </a:r>
            <a:r>
              <a:rPr sz="4300" spc="-260" dirty="0"/>
              <a:t> </a:t>
            </a:r>
            <a:r>
              <a:rPr sz="4300" spc="-135" dirty="0"/>
              <a:t>O</a:t>
            </a:r>
            <a:r>
              <a:rPr sz="4300" spc="-130" dirty="0"/>
              <a:t>U</a:t>
            </a:r>
            <a:r>
              <a:rPr sz="4300" spc="-135" dirty="0"/>
              <a:t>T</a:t>
            </a:r>
            <a:r>
              <a:rPr sz="4300" spc="-125" dirty="0"/>
              <a:t>E</a:t>
            </a:r>
            <a:r>
              <a:rPr sz="4300" dirty="0"/>
              <a:t>R</a:t>
            </a:r>
            <a:r>
              <a:rPr sz="4300" spc="-265" dirty="0"/>
              <a:t> </a:t>
            </a:r>
            <a:r>
              <a:rPr sz="4300" spc="-125" dirty="0"/>
              <a:t>J</a:t>
            </a:r>
            <a:r>
              <a:rPr sz="4300" spc="-140" dirty="0"/>
              <a:t>O</a:t>
            </a:r>
            <a:r>
              <a:rPr sz="4300" spc="-120" dirty="0"/>
              <a:t>IN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502839" y="956624"/>
            <a:ext cx="6306185" cy="1047115"/>
          </a:xfrm>
          <a:prstGeom prst="rect">
            <a:avLst/>
          </a:prstGeom>
        </p:spPr>
        <p:txBody>
          <a:bodyPr vert="horz" wrap="square" lIns="0" tIns="2336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39"/>
              </a:spcBef>
            </a:pPr>
            <a:r>
              <a:rPr sz="2600" spc="-30" dirty="0">
                <a:solidFill>
                  <a:srgbClr val="292934"/>
                </a:solidFill>
                <a:latin typeface="Verdana"/>
                <a:cs typeface="Verdana"/>
              </a:rPr>
              <a:t>Augment </a:t>
            </a:r>
            <a:r>
              <a:rPr sz="26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6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15" dirty="0">
                <a:solidFill>
                  <a:srgbClr val="292934"/>
                </a:solidFill>
                <a:latin typeface="Verdana"/>
                <a:cs typeface="Verdana"/>
              </a:rPr>
              <a:t>join</a:t>
            </a:r>
            <a:r>
              <a:rPr sz="26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1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6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1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6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20" dirty="0">
                <a:solidFill>
                  <a:srgbClr val="292934"/>
                </a:solidFill>
                <a:latin typeface="Verdana"/>
                <a:cs typeface="Verdana"/>
              </a:rPr>
              <a:t>dangling</a:t>
            </a:r>
            <a:r>
              <a:rPr sz="26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20" dirty="0">
                <a:solidFill>
                  <a:srgbClr val="292934"/>
                </a:solidFill>
                <a:latin typeface="Verdana"/>
                <a:cs typeface="Verdana"/>
              </a:rPr>
              <a:t>tuples</a:t>
            </a:r>
            <a:endParaRPr sz="2600">
              <a:latin typeface="Verdana"/>
              <a:cs typeface="Verdana"/>
            </a:endParaRPr>
          </a:p>
          <a:p>
            <a:pPr marL="40640">
              <a:lnSpc>
                <a:spcPct val="100000"/>
              </a:lnSpc>
              <a:spcBef>
                <a:spcPts val="1140"/>
              </a:spcBef>
              <a:tabLst>
                <a:tab pos="3071495" algn="l"/>
              </a:tabLst>
            </a:pP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one(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p1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17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colA,</a:t>
            </a:r>
            <a:r>
              <a:rPr sz="17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colB)	two(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p2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17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p1,</a:t>
            </a:r>
            <a:r>
              <a:rPr sz="17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colX,</a:t>
            </a:r>
            <a:r>
              <a:rPr sz="17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colY)</a:t>
            </a:r>
            <a:endParaRPr sz="17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18031" y="2042649"/>
          <a:ext cx="2661284" cy="20813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colA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colB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ee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566772" y="2029351"/>
          <a:ext cx="3460112" cy="21403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5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0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920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colY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ABC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PQR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DEF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GHI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KLM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STU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83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XYZ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2186567" y="5052567"/>
            <a:ext cx="5414010" cy="56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1900" spc="-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*</a:t>
            </a:r>
            <a:endParaRPr sz="1900">
              <a:latin typeface="Courier New"/>
              <a:cs typeface="Courier New"/>
            </a:endParaRPr>
          </a:p>
          <a:p>
            <a:pPr marL="12700">
              <a:lnSpc>
                <a:spcPts val="2135"/>
              </a:lnSpc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one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NATURAL</a:t>
            </a:r>
            <a:r>
              <a:rPr sz="1900" spc="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LEFT</a:t>
            </a:r>
            <a:r>
              <a:rPr sz="1900" spc="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OUTER</a:t>
            </a:r>
            <a:r>
              <a:rPr sz="1900" spc="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JOIN</a:t>
            </a:r>
            <a:r>
              <a:rPr sz="1900" spc="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two;</a:t>
            </a:r>
            <a:endParaRPr sz="1900">
              <a:latin typeface="Courier New"/>
              <a:cs typeface="Courier New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930085" y="2874264"/>
            <a:ext cx="7954645" cy="2870200"/>
            <a:chOff x="1930085" y="2874264"/>
            <a:chExt cx="7954645" cy="2870200"/>
          </a:xfrm>
        </p:grpSpPr>
        <p:sp>
          <p:nvSpPr>
            <p:cNvPr id="8" name="object 8"/>
            <p:cNvSpPr/>
            <p:nvPr/>
          </p:nvSpPr>
          <p:spPr>
            <a:xfrm>
              <a:off x="1940245" y="4989475"/>
              <a:ext cx="6136005" cy="744855"/>
            </a:xfrm>
            <a:custGeom>
              <a:avLst/>
              <a:gdLst/>
              <a:ahLst/>
              <a:cxnLst/>
              <a:rect l="l" t="t" r="r" b="b"/>
              <a:pathLst>
                <a:path w="6136005" h="744854">
                  <a:moveTo>
                    <a:pt x="0" y="0"/>
                  </a:moveTo>
                  <a:lnTo>
                    <a:pt x="6135892" y="0"/>
                  </a:lnTo>
                  <a:lnTo>
                    <a:pt x="6135892" y="744820"/>
                  </a:lnTo>
                  <a:lnTo>
                    <a:pt x="0" y="744820"/>
                  </a:lnTo>
                  <a:lnTo>
                    <a:pt x="0" y="0"/>
                  </a:lnTo>
                  <a:close/>
                </a:path>
              </a:pathLst>
            </a:custGeom>
            <a:ln w="2031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39000" y="2874264"/>
              <a:ext cx="2645663" cy="225856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397797" y="2889393"/>
            <a:ext cx="2305050" cy="1840864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71120" rIns="0" bIns="0" rtlCol="0">
            <a:spAutoFit/>
          </a:bodyPr>
          <a:lstStyle/>
          <a:p>
            <a:pPr marL="148590" marR="128905" algn="ctr">
              <a:lnSpc>
                <a:spcPct val="96300"/>
              </a:lnSpc>
              <a:spcBef>
                <a:spcPts val="560"/>
              </a:spcBef>
            </a:pP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Join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on </a:t>
            </a:r>
            <a:r>
              <a:rPr sz="1900" spc="15" dirty="0">
                <a:solidFill>
                  <a:srgbClr val="C00000"/>
                </a:solidFill>
                <a:latin typeface="Verdana"/>
                <a:cs typeface="Verdana"/>
              </a:rPr>
              <a:t>common </a:t>
            </a:r>
            <a:r>
              <a:rPr sz="1900" spc="-6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C00000"/>
                </a:solidFill>
                <a:latin typeface="Verdana"/>
                <a:cs typeface="Verdana"/>
              </a:rPr>
              <a:t>named </a:t>
            </a:r>
            <a:r>
              <a:rPr sz="19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C00000"/>
                </a:solidFill>
                <a:latin typeface="Verdana"/>
                <a:cs typeface="Verdana"/>
              </a:rPr>
              <a:t>attribute(s)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.</a:t>
            </a:r>
            <a:endParaRPr sz="1900">
              <a:latin typeface="Verdana"/>
              <a:cs typeface="Verdana"/>
            </a:endParaRPr>
          </a:p>
          <a:p>
            <a:pPr marL="187325" marR="164465" indent="-3810" algn="ctr">
              <a:lnSpc>
                <a:spcPct val="96300"/>
              </a:lnSpc>
              <a:spcBef>
                <a:spcPts val="204"/>
              </a:spcBef>
            </a:pP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match 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found,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pad 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with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NULL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values</a:t>
            </a:r>
            <a:endParaRPr sz="19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904048" y="1453992"/>
            <a:ext cx="1143635" cy="1091565"/>
            <a:chOff x="7904048" y="1453992"/>
            <a:chExt cx="1143635" cy="1091565"/>
          </a:xfrm>
        </p:grpSpPr>
        <p:sp>
          <p:nvSpPr>
            <p:cNvPr id="12" name="object 12"/>
            <p:cNvSpPr/>
            <p:nvPr/>
          </p:nvSpPr>
          <p:spPr>
            <a:xfrm>
              <a:off x="7918336" y="1468280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59" h="1062989">
                  <a:moveTo>
                    <a:pt x="557348" y="0"/>
                  </a:moveTo>
                  <a:lnTo>
                    <a:pt x="509258" y="1949"/>
                  </a:lnTo>
                  <a:lnTo>
                    <a:pt x="462304" y="7693"/>
                  </a:lnTo>
                  <a:lnTo>
                    <a:pt x="416653" y="17070"/>
                  </a:lnTo>
                  <a:lnTo>
                    <a:pt x="372472" y="29922"/>
                  </a:lnTo>
                  <a:lnTo>
                    <a:pt x="329930" y="46090"/>
                  </a:lnTo>
                  <a:lnTo>
                    <a:pt x="289193" y="65412"/>
                  </a:lnTo>
                  <a:lnTo>
                    <a:pt x="250428" y="87731"/>
                  </a:lnTo>
                  <a:lnTo>
                    <a:pt x="213803" y="112887"/>
                  </a:lnTo>
                  <a:lnTo>
                    <a:pt x="179485" y="140720"/>
                  </a:lnTo>
                  <a:lnTo>
                    <a:pt x="147641" y="171071"/>
                  </a:lnTo>
                  <a:lnTo>
                    <a:pt x="118439" y="203781"/>
                  </a:lnTo>
                  <a:lnTo>
                    <a:pt x="92046" y="238689"/>
                  </a:lnTo>
                  <a:lnTo>
                    <a:pt x="68629" y="275637"/>
                  </a:lnTo>
                  <a:lnTo>
                    <a:pt x="48356" y="314465"/>
                  </a:lnTo>
                  <a:lnTo>
                    <a:pt x="31394" y="355013"/>
                  </a:lnTo>
                  <a:lnTo>
                    <a:pt x="17910" y="397122"/>
                  </a:lnTo>
                  <a:lnTo>
                    <a:pt x="8071" y="440633"/>
                  </a:lnTo>
                  <a:lnTo>
                    <a:pt x="2045" y="485387"/>
                  </a:lnTo>
                  <a:lnTo>
                    <a:pt x="0" y="531223"/>
                  </a:lnTo>
                  <a:lnTo>
                    <a:pt x="2045" y="577059"/>
                  </a:lnTo>
                  <a:lnTo>
                    <a:pt x="8071" y="621812"/>
                  </a:lnTo>
                  <a:lnTo>
                    <a:pt x="17910" y="665323"/>
                  </a:lnTo>
                  <a:lnTo>
                    <a:pt x="31394" y="707432"/>
                  </a:lnTo>
                  <a:lnTo>
                    <a:pt x="48356" y="747981"/>
                  </a:lnTo>
                  <a:lnTo>
                    <a:pt x="68629" y="786809"/>
                  </a:lnTo>
                  <a:lnTo>
                    <a:pt x="92046" y="823756"/>
                  </a:lnTo>
                  <a:lnTo>
                    <a:pt x="118439" y="858665"/>
                  </a:lnTo>
                  <a:lnTo>
                    <a:pt x="147641" y="891374"/>
                  </a:lnTo>
                  <a:lnTo>
                    <a:pt x="179485" y="921725"/>
                  </a:lnTo>
                  <a:lnTo>
                    <a:pt x="213803" y="949558"/>
                  </a:lnTo>
                  <a:lnTo>
                    <a:pt x="250428" y="974714"/>
                  </a:lnTo>
                  <a:lnTo>
                    <a:pt x="289193" y="997033"/>
                  </a:lnTo>
                  <a:lnTo>
                    <a:pt x="329930" y="1016356"/>
                  </a:lnTo>
                  <a:lnTo>
                    <a:pt x="372472" y="1032523"/>
                  </a:lnTo>
                  <a:lnTo>
                    <a:pt x="416653" y="1045375"/>
                  </a:lnTo>
                  <a:lnTo>
                    <a:pt x="462304" y="1054753"/>
                  </a:lnTo>
                  <a:lnTo>
                    <a:pt x="509258" y="1060496"/>
                  </a:lnTo>
                  <a:lnTo>
                    <a:pt x="557348" y="1062446"/>
                  </a:lnTo>
                  <a:lnTo>
                    <a:pt x="605438" y="1060496"/>
                  </a:lnTo>
                  <a:lnTo>
                    <a:pt x="652392" y="1054753"/>
                  </a:lnTo>
                  <a:lnTo>
                    <a:pt x="698043" y="1045375"/>
                  </a:lnTo>
                  <a:lnTo>
                    <a:pt x="742223" y="1032523"/>
                  </a:lnTo>
                  <a:lnTo>
                    <a:pt x="784766" y="1016356"/>
                  </a:lnTo>
                  <a:lnTo>
                    <a:pt x="825503" y="997033"/>
                  </a:lnTo>
                  <a:lnTo>
                    <a:pt x="864268" y="974714"/>
                  </a:lnTo>
                  <a:lnTo>
                    <a:pt x="900893" y="949558"/>
                  </a:lnTo>
                  <a:lnTo>
                    <a:pt x="935211" y="921725"/>
                  </a:lnTo>
                  <a:lnTo>
                    <a:pt x="967055" y="891374"/>
                  </a:lnTo>
                  <a:lnTo>
                    <a:pt x="996257" y="858665"/>
                  </a:lnTo>
                  <a:lnTo>
                    <a:pt x="1022650" y="823756"/>
                  </a:lnTo>
                  <a:lnTo>
                    <a:pt x="1046066" y="786809"/>
                  </a:lnTo>
                  <a:lnTo>
                    <a:pt x="1066340" y="747981"/>
                  </a:lnTo>
                  <a:lnTo>
                    <a:pt x="1083302" y="707432"/>
                  </a:lnTo>
                  <a:lnTo>
                    <a:pt x="1096786" y="665323"/>
                  </a:lnTo>
                  <a:lnTo>
                    <a:pt x="1106625" y="621812"/>
                  </a:lnTo>
                  <a:lnTo>
                    <a:pt x="1112650" y="577059"/>
                  </a:lnTo>
                  <a:lnTo>
                    <a:pt x="1114696" y="531223"/>
                  </a:lnTo>
                  <a:lnTo>
                    <a:pt x="1112650" y="485387"/>
                  </a:lnTo>
                  <a:lnTo>
                    <a:pt x="1106625" y="440633"/>
                  </a:lnTo>
                  <a:lnTo>
                    <a:pt x="1096786" y="397122"/>
                  </a:lnTo>
                  <a:lnTo>
                    <a:pt x="1083302" y="355013"/>
                  </a:lnTo>
                  <a:lnTo>
                    <a:pt x="1066340" y="314465"/>
                  </a:lnTo>
                  <a:lnTo>
                    <a:pt x="1046066" y="275637"/>
                  </a:lnTo>
                  <a:lnTo>
                    <a:pt x="1022650" y="238689"/>
                  </a:lnTo>
                  <a:lnTo>
                    <a:pt x="996257" y="203781"/>
                  </a:lnTo>
                  <a:lnTo>
                    <a:pt x="967055" y="171071"/>
                  </a:lnTo>
                  <a:lnTo>
                    <a:pt x="935211" y="140720"/>
                  </a:lnTo>
                  <a:lnTo>
                    <a:pt x="900893" y="112887"/>
                  </a:lnTo>
                  <a:lnTo>
                    <a:pt x="864268" y="87731"/>
                  </a:lnTo>
                  <a:lnTo>
                    <a:pt x="825503" y="65412"/>
                  </a:lnTo>
                  <a:lnTo>
                    <a:pt x="784766" y="46090"/>
                  </a:lnTo>
                  <a:lnTo>
                    <a:pt x="742223" y="29922"/>
                  </a:lnTo>
                  <a:lnTo>
                    <a:pt x="698043" y="17070"/>
                  </a:lnTo>
                  <a:lnTo>
                    <a:pt x="652392" y="7693"/>
                  </a:lnTo>
                  <a:lnTo>
                    <a:pt x="605438" y="1949"/>
                  </a:lnTo>
                  <a:lnTo>
                    <a:pt x="557348" y="0"/>
                  </a:lnTo>
                  <a:close/>
                </a:path>
              </a:pathLst>
            </a:custGeom>
            <a:solidFill>
              <a:srgbClr val="E8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918336" y="1468280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59" h="1062989">
                  <a:moveTo>
                    <a:pt x="0" y="531222"/>
                  </a:moveTo>
                  <a:lnTo>
                    <a:pt x="2045" y="485386"/>
                  </a:lnTo>
                  <a:lnTo>
                    <a:pt x="8071" y="440633"/>
                  </a:lnTo>
                  <a:lnTo>
                    <a:pt x="17910" y="397122"/>
                  </a:lnTo>
                  <a:lnTo>
                    <a:pt x="31394" y="355013"/>
                  </a:lnTo>
                  <a:lnTo>
                    <a:pt x="48356" y="314464"/>
                  </a:lnTo>
                  <a:lnTo>
                    <a:pt x="68629" y="275637"/>
                  </a:lnTo>
                  <a:lnTo>
                    <a:pt x="92046" y="238689"/>
                  </a:lnTo>
                  <a:lnTo>
                    <a:pt x="118439" y="203781"/>
                  </a:lnTo>
                  <a:lnTo>
                    <a:pt x="147641" y="171071"/>
                  </a:lnTo>
                  <a:lnTo>
                    <a:pt x="179485" y="140720"/>
                  </a:lnTo>
                  <a:lnTo>
                    <a:pt x="213803" y="112887"/>
                  </a:lnTo>
                  <a:lnTo>
                    <a:pt x="250428" y="87731"/>
                  </a:lnTo>
                  <a:lnTo>
                    <a:pt x="289193" y="65412"/>
                  </a:lnTo>
                  <a:lnTo>
                    <a:pt x="329930" y="46089"/>
                  </a:lnTo>
                  <a:lnTo>
                    <a:pt x="372473" y="29922"/>
                  </a:lnTo>
                  <a:lnTo>
                    <a:pt x="416653" y="17070"/>
                  </a:lnTo>
                  <a:lnTo>
                    <a:pt x="462304" y="7693"/>
                  </a:lnTo>
                  <a:lnTo>
                    <a:pt x="509258" y="1949"/>
                  </a:lnTo>
                  <a:lnTo>
                    <a:pt x="557348" y="0"/>
                  </a:lnTo>
                  <a:lnTo>
                    <a:pt x="605438" y="1949"/>
                  </a:lnTo>
                  <a:lnTo>
                    <a:pt x="652393" y="7693"/>
                  </a:lnTo>
                  <a:lnTo>
                    <a:pt x="698044" y="17070"/>
                  </a:lnTo>
                  <a:lnTo>
                    <a:pt x="742224" y="29922"/>
                  </a:lnTo>
                  <a:lnTo>
                    <a:pt x="784767" y="46089"/>
                  </a:lnTo>
                  <a:lnTo>
                    <a:pt x="825504" y="65412"/>
                  </a:lnTo>
                  <a:lnTo>
                    <a:pt x="864269" y="87731"/>
                  </a:lnTo>
                  <a:lnTo>
                    <a:pt x="900894" y="112887"/>
                  </a:lnTo>
                  <a:lnTo>
                    <a:pt x="935212" y="140720"/>
                  </a:lnTo>
                  <a:lnTo>
                    <a:pt x="967055" y="171071"/>
                  </a:lnTo>
                  <a:lnTo>
                    <a:pt x="996257" y="203781"/>
                  </a:lnTo>
                  <a:lnTo>
                    <a:pt x="1022650" y="238689"/>
                  </a:lnTo>
                  <a:lnTo>
                    <a:pt x="1046067" y="275637"/>
                  </a:lnTo>
                  <a:lnTo>
                    <a:pt x="1066340" y="314464"/>
                  </a:lnTo>
                  <a:lnTo>
                    <a:pt x="1083303" y="355013"/>
                  </a:lnTo>
                  <a:lnTo>
                    <a:pt x="1096787" y="397122"/>
                  </a:lnTo>
                  <a:lnTo>
                    <a:pt x="1106625" y="440633"/>
                  </a:lnTo>
                  <a:lnTo>
                    <a:pt x="1112651" y="485386"/>
                  </a:lnTo>
                  <a:lnTo>
                    <a:pt x="1114697" y="531222"/>
                  </a:lnTo>
                  <a:lnTo>
                    <a:pt x="1112651" y="577058"/>
                  </a:lnTo>
                  <a:lnTo>
                    <a:pt x="1106625" y="621812"/>
                  </a:lnTo>
                  <a:lnTo>
                    <a:pt x="1096787" y="665323"/>
                  </a:lnTo>
                  <a:lnTo>
                    <a:pt x="1083303" y="707432"/>
                  </a:lnTo>
                  <a:lnTo>
                    <a:pt x="1066340" y="747980"/>
                  </a:lnTo>
                  <a:lnTo>
                    <a:pt x="1046067" y="786808"/>
                  </a:lnTo>
                  <a:lnTo>
                    <a:pt x="1022650" y="823756"/>
                  </a:lnTo>
                  <a:lnTo>
                    <a:pt x="996257" y="858664"/>
                  </a:lnTo>
                  <a:lnTo>
                    <a:pt x="967055" y="891373"/>
                  </a:lnTo>
                  <a:lnTo>
                    <a:pt x="935212" y="921724"/>
                  </a:lnTo>
                  <a:lnTo>
                    <a:pt x="900894" y="949558"/>
                  </a:lnTo>
                  <a:lnTo>
                    <a:pt x="864269" y="974713"/>
                  </a:lnTo>
                  <a:lnTo>
                    <a:pt x="825504" y="997032"/>
                  </a:lnTo>
                  <a:lnTo>
                    <a:pt x="784767" y="1016355"/>
                  </a:lnTo>
                  <a:lnTo>
                    <a:pt x="742224" y="1032523"/>
                  </a:lnTo>
                  <a:lnTo>
                    <a:pt x="698044" y="1045375"/>
                  </a:lnTo>
                  <a:lnTo>
                    <a:pt x="652393" y="1054752"/>
                  </a:lnTo>
                  <a:lnTo>
                    <a:pt x="605438" y="1060495"/>
                  </a:lnTo>
                  <a:lnTo>
                    <a:pt x="557348" y="1062445"/>
                  </a:lnTo>
                  <a:lnTo>
                    <a:pt x="509258" y="1060495"/>
                  </a:lnTo>
                  <a:lnTo>
                    <a:pt x="462304" y="1054752"/>
                  </a:lnTo>
                  <a:lnTo>
                    <a:pt x="416653" y="1045375"/>
                  </a:lnTo>
                  <a:lnTo>
                    <a:pt x="372473" y="1032523"/>
                  </a:lnTo>
                  <a:lnTo>
                    <a:pt x="329930" y="1016355"/>
                  </a:lnTo>
                  <a:lnTo>
                    <a:pt x="289193" y="997032"/>
                  </a:lnTo>
                  <a:lnTo>
                    <a:pt x="250428" y="974713"/>
                  </a:lnTo>
                  <a:lnTo>
                    <a:pt x="213803" y="949558"/>
                  </a:lnTo>
                  <a:lnTo>
                    <a:pt x="179485" y="921724"/>
                  </a:lnTo>
                  <a:lnTo>
                    <a:pt x="147641" y="891373"/>
                  </a:lnTo>
                  <a:lnTo>
                    <a:pt x="118439" y="858664"/>
                  </a:lnTo>
                  <a:lnTo>
                    <a:pt x="92046" y="823756"/>
                  </a:lnTo>
                  <a:lnTo>
                    <a:pt x="68629" y="786808"/>
                  </a:lnTo>
                  <a:lnTo>
                    <a:pt x="48356" y="747980"/>
                  </a:lnTo>
                  <a:lnTo>
                    <a:pt x="31394" y="707432"/>
                  </a:lnTo>
                  <a:lnTo>
                    <a:pt x="17910" y="665323"/>
                  </a:lnTo>
                  <a:lnTo>
                    <a:pt x="8071" y="621812"/>
                  </a:lnTo>
                  <a:lnTo>
                    <a:pt x="2045" y="577058"/>
                  </a:lnTo>
                  <a:lnTo>
                    <a:pt x="0" y="531222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088735" y="1740915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85090">
              <a:lnSpc>
                <a:spcPts val="1900"/>
              </a:lnSpc>
              <a:spcBef>
                <a:spcPts val="18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left 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09367" y="1740915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22860">
              <a:lnSpc>
                <a:spcPts val="1900"/>
              </a:lnSpc>
              <a:spcBef>
                <a:spcPts val="180"/>
              </a:spcBef>
            </a:pP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right </a:t>
            </a:r>
            <a:r>
              <a:rPr sz="1600" spc="-4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308903" y="1149603"/>
            <a:ext cx="10356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LEFT</a:t>
            </a:r>
            <a:r>
              <a:rPr sz="1600" spc="-10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JOIN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649855" y="1468280"/>
            <a:ext cx="1115060" cy="1062990"/>
          </a:xfrm>
          <a:custGeom>
            <a:avLst/>
            <a:gdLst/>
            <a:ahLst/>
            <a:cxnLst/>
            <a:rect l="l" t="t" r="r" b="b"/>
            <a:pathLst>
              <a:path w="1115059" h="1062989">
                <a:moveTo>
                  <a:pt x="0" y="531222"/>
                </a:moveTo>
                <a:lnTo>
                  <a:pt x="2045" y="485386"/>
                </a:lnTo>
                <a:lnTo>
                  <a:pt x="8071" y="440633"/>
                </a:lnTo>
                <a:lnTo>
                  <a:pt x="17910" y="397122"/>
                </a:lnTo>
                <a:lnTo>
                  <a:pt x="31394" y="355013"/>
                </a:lnTo>
                <a:lnTo>
                  <a:pt x="48356" y="314464"/>
                </a:lnTo>
                <a:lnTo>
                  <a:pt x="68629" y="275637"/>
                </a:lnTo>
                <a:lnTo>
                  <a:pt x="92046" y="238689"/>
                </a:lnTo>
                <a:lnTo>
                  <a:pt x="118439" y="203781"/>
                </a:lnTo>
                <a:lnTo>
                  <a:pt x="147641" y="171071"/>
                </a:lnTo>
                <a:lnTo>
                  <a:pt x="179485" y="140720"/>
                </a:lnTo>
                <a:lnTo>
                  <a:pt x="213803" y="112887"/>
                </a:lnTo>
                <a:lnTo>
                  <a:pt x="250428" y="87731"/>
                </a:lnTo>
                <a:lnTo>
                  <a:pt x="289193" y="65412"/>
                </a:lnTo>
                <a:lnTo>
                  <a:pt x="329930" y="46089"/>
                </a:lnTo>
                <a:lnTo>
                  <a:pt x="372473" y="29922"/>
                </a:lnTo>
                <a:lnTo>
                  <a:pt x="416653" y="17070"/>
                </a:lnTo>
                <a:lnTo>
                  <a:pt x="462304" y="7693"/>
                </a:lnTo>
                <a:lnTo>
                  <a:pt x="509258" y="1949"/>
                </a:lnTo>
                <a:lnTo>
                  <a:pt x="557348" y="0"/>
                </a:lnTo>
                <a:lnTo>
                  <a:pt x="605438" y="1949"/>
                </a:lnTo>
                <a:lnTo>
                  <a:pt x="652393" y="7693"/>
                </a:lnTo>
                <a:lnTo>
                  <a:pt x="698044" y="17070"/>
                </a:lnTo>
                <a:lnTo>
                  <a:pt x="742224" y="29922"/>
                </a:lnTo>
                <a:lnTo>
                  <a:pt x="784767" y="46089"/>
                </a:lnTo>
                <a:lnTo>
                  <a:pt x="825504" y="65412"/>
                </a:lnTo>
                <a:lnTo>
                  <a:pt x="864269" y="87731"/>
                </a:lnTo>
                <a:lnTo>
                  <a:pt x="900894" y="112887"/>
                </a:lnTo>
                <a:lnTo>
                  <a:pt x="935212" y="140720"/>
                </a:lnTo>
                <a:lnTo>
                  <a:pt x="967055" y="171071"/>
                </a:lnTo>
                <a:lnTo>
                  <a:pt x="996257" y="203781"/>
                </a:lnTo>
                <a:lnTo>
                  <a:pt x="1022650" y="238689"/>
                </a:lnTo>
                <a:lnTo>
                  <a:pt x="1046067" y="275637"/>
                </a:lnTo>
                <a:lnTo>
                  <a:pt x="1066340" y="314464"/>
                </a:lnTo>
                <a:lnTo>
                  <a:pt x="1083303" y="355013"/>
                </a:lnTo>
                <a:lnTo>
                  <a:pt x="1096787" y="397122"/>
                </a:lnTo>
                <a:lnTo>
                  <a:pt x="1106625" y="440633"/>
                </a:lnTo>
                <a:lnTo>
                  <a:pt x="1112651" y="485386"/>
                </a:lnTo>
                <a:lnTo>
                  <a:pt x="1114697" y="531222"/>
                </a:lnTo>
                <a:lnTo>
                  <a:pt x="1112651" y="577058"/>
                </a:lnTo>
                <a:lnTo>
                  <a:pt x="1106625" y="621812"/>
                </a:lnTo>
                <a:lnTo>
                  <a:pt x="1096787" y="665323"/>
                </a:lnTo>
                <a:lnTo>
                  <a:pt x="1083303" y="707432"/>
                </a:lnTo>
                <a:lnTo>
                  <a:pt x="1066340" y="747980"/>
                </a:lnTo>
                <a:lnTo>
                  <a:pt x="1046067" y="786808"/>
                </a:lnTo>
                <a:lnTo>
                  <a:pt x="1022650" y="823756"/>
                </a:lnTo>
                <a:lnTo>
                  <a:pt x="996257" y="858664"/>
                </a:lnTo>
                <a:lnTo>
                  <a:pt x="967055" y="891373"/>
                </a:lnTo>
                <a:lnTo>
                  <a:pt x="935212" y="921724"/>
                </a:lnTo>
                <a:lnTo>
                  <a:pt x="900894" y="949558"/>
                </a:lnTo>
                <a:lnTo>
                  <a:pt x="864269" y="974713"/>
                </a:lnTo>
                <a:lnTo>
                  <a:pt x="825504" y="997032"/>
                </a:lnTo>
                <a:lnTo>
                  <a:pt x="784767" y="1016355"/>
                </a:lnTo>
                <a:lnTo>
                  <a:pt x="742224" y="1032523"/>
                </a:lnTo>
                <a:lnTo>
                  <a:pt x="698044" y="1045375"/>
                </a:lnTo>
                <a:lnTo>
                  <a:pt x="652393" y="1054752"/>
                </a:lnTo>
                <a:lnTo>
                  <a:pt x="605438" y="1060495"/>
                </a:lnTo>
                <a:lnTo>
                  <a:pt x="557348" y="1062445"/>
                </a:lnTo>
                <a:lnTo>
                  <a:pt x="509258" y="1060495"/>
                </a:lnTo>
                <a:lnTo>
                  <a:pt x="462304" y="1054752"/>
                </a:lnTo>
                <a:lnTo>
                  <a:pt x="416653" y="1045375"/>
                </a:lnTo>
                <a:lnTo>
                  <a:pt x="372473" y="1032523"/>
                </a:lnTo>
                <a:lnTo>
                  <a:pt x="329930" y="1016355"/>
                </a:lnTo>
                <a:lnTo>
                  <a:pt x="289193" y="997032"/>
                </a:lnTo>
                <a:lnTo>
                  <a:pt x="250428" y="974713"/>
                </a:lnTo>
                <a:lnTo>
                  <a:pt x="213803" y="949558"/>
                </a:lnTo>
                <a:lnTo>
                  <a:pt x="179485" y="921724"/>
                </a:lnTo>
                <a:lnTo>
                  <a:pt x="147641" y="891373"/>
                </a:lnTo>
                <a:lnTo>
                  <a:pt x="118439" y="858664"/>
                </a:lnTo>
                <a:lnTo>
                  <a:pt x="92046" y="823756"/>
                </a:lnTo>
                <a:lnTo>
                  <a:pt x="68629" y="786808"/>
                </a:lnTo>
                <a:lnTo>
                  <a:pt x="48356" y="747980"/>
                </a:lnTo>
                <a:lnTo>
                  <a:pt x="31394" y="707432"/>
                </a:lnTo>
                <a:lnTo>
                  <a:pt x="17910" y="665323"/>
                </a:lnTo>
                <a:lnTo>
                  <a:pt x="8071" y="621812"/>
                </a:lnTo>
                <a:lnTo>
                  <a:pt x="2045" y="577058"/>
                </a:lnTo>
                <a:lnTo>
                  <a:pt x="0" y="531222"/>
                </a:lnTo>
                <a:close/>
              </a:path>
            </a:pathLst>
          </a:custGeom>
          <a:ln w="28186">
            <a:solidFill>
              <a:srgbClr val="6B766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51618" y="5691614"/>
            <a:ext cx="2055495" cy="997585"/>
          </a:xfrm>
          <a:custGeom>
            <a:avLst/>
            <a:gdLst/>
            <a:ahLst/>
            <a:cxnLst/>
            <a:rect l="l" t="t" r="r" b="b"/>
            <a:pathLst>
              <a:path w="2055495" h="997584">
                <a:moveTo>
                  <a:pt x="1931528" y="255314"/>
                </a:moveTo>
                <a:lnTo>
                  <a:pt x="123692" y="255314"/>
                </a:lnTo>
                <a:lnTo>
                  <a:pt x="75546" y="265034"/>
                </a:lnTo>
                <a:lnTo>
                  <a:pt x="36228" y="291543"/>
                </a:lnTo>
                <a:lnTo>
                  <a:pt x="9720" y="330860"/>
                </a:lnTo>
                <a:lnTo>
                  <a:pt x="0" y="379006"/>
                </a:lnTo>
                <a:lnTo>
                  <a:pt x="0" y="873768"/>
                </a:lnTo>
                <a:lnTo>
                  <a:pt x="9720" y="921915"/>
                </a:lnTo>
                <a:lnTo>
                  <a:pt x="36228" y="961232"/>
                </a:lnTo>
                <a:lnTo>
                  <a:pt x="75546" y="987741"/>
                </a:lnTo>
                <a:lnTo>
                  <a:pt x="123692" y="997461"/>
                </a:lnTo>
                <a:lnTo>
                  <a:pt x="1931528" y="997461"/>
                </a:lnTo>
                <a:lnTo>
                  <a:pt x="1979676" y="987741"/>
                </a:lnTo>
                <a:lnTo>
                  <a:pt x="2018993" y="961232"/>
                </a:lnTo>
                <a:lnTo>
                  <a:pt x="2045501" y="921915"/>
                </a:lnTo>
                <a:lnTo>
                  <a:pt x="2055221" y="873768"/>
                </a:lnTo>
                <a:lnTo>
                  <a:pt x="2055221" y="379006"/>
                </a:lnTo>
                <a:lnTo>
                  <a:pt x="2045501" y="330860"/>
                </a:lnTo>
                <a:lnTo>
                  <a:pt x="2018993" y="291543"/>
                </a:lnTo>
                <a:lnTo>
                  <a:pt x="1979676" y="265034"/>
                </a:lnTo>
                <a:lnTo>
                  <a:pt x="1931528" y="255314"/>
                </a:lnTo>
                <a:close/>
              </a:path>
              <a:path w="2055495" h="997584">
                <a:moveTo>
                  <a:pt x="1869245" y="0"/>
                </a:moveTo>
                <a:lnTo>
                  <a:pt x="1198879" y="255314"/>
                </a:lnTo>
                <a:lnTo>
                  <a:pt x="1712685" y="255314"/>
                </a:lnTo>
                <a:lnTo>
                  <a:pt x="1869245" y="0"/>
                </a:lnTo>
                <a:close/>
              </a:path>
            </a:pathLst>
          </a:custGeom>
          <a:solidFill>
            <a:srgbClr val="0044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444415" y="6047232"/>
            <a:ext cx="1686560" cy="48577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318770" marR="5080" indent="-306705">
              <a:lnSpc>
                <a:spcPct val="77600"/>
              </a:lnSpc>
              <a:spcBef>
                <a:spcPts val="555"/>
              </a:spcBef>
            </a:pP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Preserve</a:t>
            </a:r>
            <a:r>
              <a:rPr sz="17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 MT"/>
                <a:cs typeface="Arial MT"/>
              </a:rPr>
              <a:t>all</a:t>
            </a:r>
            <a:r>
              <a:rPr sz="17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 MT"/>
                <a:cs typeface="Arial MT"/>
              </a:rPr>
              <a:t>rows </a:t>
            </a:r>
            <a:r>
              <a:rPr sz="1700" spc="-4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left</a:t>
            </a:r>
            <a:r>
              <a:rPr sz="17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 MT"/>
                <a:cs typeface="Arial MT"/>
              </a:rPr>
              <a:t>table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65127" y="4299919"/>
          <a:ext cx="5509256" cy="2601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1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55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90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23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23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colA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colB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colY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ABC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STU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PQR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DEF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i="1" spc="-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NULL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i="1" spc="-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NULL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i="1" spc="-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NULL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ee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KLM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GHI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83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XYZ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i="1" spc="-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NULL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i="1" spc="-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NULL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i="1" spc="-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NULL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18033" y="2042322"/>
          <a:ext cx="2661284" cy="20813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colA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colB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ee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66774" y="2029022"/>
          <a:ext cx="3460112" cy="21403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5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0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920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colY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ABC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PQR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DEF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GHI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KLM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STU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83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XYZ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17695" y="6915911"/>
            <a:ext cx="676846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Note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 the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 order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 columns; order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 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rows</a:t>
            </a:r>
            <a:r>
              <a:rPr sz="17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does</a:t>
            </a:r>
            <a:r>
              <a:rPr sz="17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matter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47419" y="315975"/>
            <a:ext cx="816800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35" dirty="0"/>
              <a:t>NA</a:t>
            </a:r>
            <a:r>
              <a:rPr sz="4300" spc="-130" dirty="0"/>
              <a:t>T</a:t>
            </a:r>
            <a:r>
              <a:rPr sz="4300" spc="-135" dirty="0"/>
              <a:t>U</a:t>
            </a:r>
            <a:r>
              <a:rPr sz="4300" spc="-140" dirty="0"/>
              <a:t>RA</a:t>
            </a:r>
            <a:r>
              <a:rPr sz="4300" dirty="0"/>
              <a:t>L</a:t>
            </a:r>
            <a:r>
              <a:rPr sz="4300" spc="-260" dirty="0"/>
              <a:t> </a:t>
            </a:r>
            <a:r>
              <a:rPr sz="4300" spc="-130" dirty="0"/>
              <a:t>L</a:t>
            </a:r>
            <a:r>
              <a:rPr sz="4300" spc="-125" dirty="0"/>
              <a:t>E</a:t>
            </a:r>
            <a:r>
              <a:rPr sz="4300" spc="-135" dirty="0"/>
              <a:t>F</a:t>
            </a:r>
            <a:r>
              <a:rPr sz="4300" dirty="0"/>
              <a:t>T</a:t>
            </a:r>
            <a:r>
              <a:rPr sz="4300" spc="-260" dirty="0"/>
              <a:t> </a:t>
            </a:r>
            <a:r>
              <a:rPr sz="4300" spc="-135" dirty="0"/>
              <a:t>O</a:t>
            </a:r>
            <a:r>
              <a:rPr sz="4300" spc="-130" dirty="0"/>
              <a:t>U</a:t>
            </a:r>
            <a:r>
              <a:rPr sz="4300" spc="-135" dirty="0"/>
              <a:t>T</a:t>
            </a:r>
            <a:r>
              <a:rPr sz="4300" spc="-125" dirty="0"/>
              <a:t>E</a:t>
            </a:r>
            <a:r>
              <a:rPr sz="4300" dirty="0"/>
              <a:t>R</a:t>
            </a:r>
            <a:r>
              <a:rPr sz="4300" spc="-265" dirty="0"/>
              <a:t> </a:t>
            </a:r>
            <a:r>
              <a:rPr sz="4300" spc="-125" dirty="0"/>
              <a:t>J</a:t>
            </a:r>
            <a:r>
              <a:rPr sz="4300" spc="-140" dirty="0"/>
              <a:t>O</a:t>
            </a:r>
            <a:r>
              <a:rPr sz="4300" spc="-120" dirty="0"/>
              <a:t>IN</a:t>
            </a:r>
            <a:endParaRPr sz="4300"/>
          </a:p>
        </p:txBody>
      </p:sp>
      <p:sp>
        <p:nvSpPr>
          <p:cNvPr id="7" name="object 7"/>
          <p:cNvSpPr txBox="1"/>
          <p:nvPr/>
        </p:nvSpPr>
        <p:spPr>
          <a:xfrm>
            <a:off x="502839" y="956624"/>
            <a:ext cx="6306185" cy="1047115"/>
          </a:xfrm>
          <a:prstGeom prst="rect">
            <a:avLst/>
          </a:prstGeom>
        </p:spPr>
        <p:txBody>
          <a:bodyPr vert="horz" wrap="square" lIns="0" tIns="2336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39"/>
              </a:spcBef>
            </a:pPr>
            <a:r>
              <a:rPr sz="2600" spc="-30" dirty="0">
                <a:solidFill>
                  <a:srgbClr val="292934"/>
                </a:solidFill>
                <a:latin typeface="Verdana"/>
                <a:cs typeface="Verdana"/>
              </a:rPr>
              <a:t>Augment </a:t>
            </a:r>
            <a:r>
              <a:rPr sz="26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6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15" dirty="0">
                <a:solidFill>
                  <a:srgbClr val="292934"/>
                </a:solidFill>
                <a:latin typeface="Verdana"/>
                <a:cs typeface="Verdana"/>
              </a:rPr>
              <a:t>join</a:t>
            </a:r>
            <a:r>
              <a:rPr sz="26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1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6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1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6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20" dirty="0">
                <a:solidFill>
                  <a:srgbClr val="292934"/>
                </a:solidFill>
                <a:latin typeface="Verdana"/>
                <a:cs typeface="Verdana"/>
              </a:rPr>
              <a:t>dangling</a:t>
            </a:r>
            <a:r>
              <a:rPr sz="26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20" dirty="0">
                <a:solidFill>
                  <a:srgbClr val="292934"/>
                </a:solidFill>
                <a:latin typeface="Verdana"/>
                <a:cs typeface="Verdana"/>
              </a:rPr>
              <a:t>tuples</a:t>
            </a:r>
            <a:endParaRPr sz="2600">
              <a:latin typeface="Verdana"/>
              <a:cs typeface="Verdana"/>
            </a:endParaRPr>
          </a:p>
          <a:p>
            <a:pPr marL="40640">
              <a:lnSpc>
                <a:spcPct val="100000"/>
              </a:lnSpc>
              <a:spcBef>
                <a:spcPts val="1140"/>
              </a:spcBef>
              <a:tabLst>
                <a:tab pos="3072130" algn="l"/>
              </a:tabLst>
            </a:pP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one(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p1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17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colA,</a:t>
            </a:r>
            <a:r>
              <a:rPr sz="17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colB)	two(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p2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17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p1,</a:t>
            </a:r>
            <a:r>
              <a:rPr sz="17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colX,</a:t>
            </a:r>
            <a:r>
              <a:rPr sz="17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colY)</a:t>
            </a:r>
            <a:endParaRPr sz="1700">
              <a:latin typeface="Courier New"/>
              <a:cs typeface="Courier New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904048" y="1453992"/>
            <a:ext cx="1143635" cy="1091565"/>
            <a:chOff x="7904048" y="1453992"/>
            <a:chExt cx="1143635" cy="1091565"/>
          </a:xfrm>
        </p:grpSpPr>
        <p:sp>
          <p:nvSpPr>
            <p:cNvPr id="9" name="object 9"/>
            <p:cNvSpPr/>
            <p:nvPr/>
          </p:nvSpPr>
          <p:spPr>
            <a:xfrm>
              <a:off x="7918336" y="1468280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59" h="1062989">
                  <a:moveTo>
                    <a:pt x="557348" y="0"/>
                  </a:moveTo>
                  <a:lnTo>
                    <a:pt x="509258" y="1949"/>
                  </a:lnTo>
                  <a:lnTo>
                    <a:pt x="462304" y="7693"/>
                  </a:lnTo>
                  <a:lnTo>
                    <a:pt x="416653" y="17070"/>
                  </a:lnTo>
                  <a:lnTo>
                    <a:pt x="372472" y="29922"/>
                  </a:lnTo>
                  <a:lnTo>
                    <a:pt x="329930" y="46090"/>
                  </a:lnTo>
                  <a:lnTo>
                    <a:pt x="289193" y="65412"/>
                  </a:lnTo>
                  <a:lnTo>
                    <a:pt x="250428" y="87731"/>
                  </a:lnTo>
                  <a:lnTo>
                    <a:pt x="213803" y="112887"/>
                  </a:lnTo>
                  <a:lnTo>
                    <a:pt x="179485" y="140720"/>
                  </a:lnTo>
                  <a:lnTo>
                    <a:pt x="147641" y="171071"/>
                  </a:lnTo>
                  <a:lnTo>
                    <a:pt x="118439" y="203781"/>
                  </a:lnTo>
                  <a:lnTo>
                    <a:pt x="92046" y="238689"/>
                  </a:lnTo>
                  <a:lnTo>
                    <a:pt x="68629" y="275637"/>
                  </a:lnTo>
                  <a:lnTo>
                    <a:pt x="48356" y="314465"/>
                  </a:lnTo>
                  <a:lnTo>
                    <a:pt x="31394" y="355013"/>
                  </a:lnTo>
                  <a:lnTo>
                    <a:pt x="17910" y="397122"/>
                  </a:lnTo>
                  <a:lnTo>
                    <a:pt x="8071" y="440633"/>
                  </a:lnTo>
                  <a:lnTo>
                    <a:pt x="2045" y="485387"/>
                  </a:lnTo>
                  <a:lnTo>
                    <a:pt x="0" y="531223"/>
                  </a:lnTo>
                  <a:lnTo>
                    <a:pt x="2045" y="577059"/>
                  </a:lnTo>
                  <a:lnTo>
                    <a:pt x="8071" y="621812"/>
                  </a:lnTo>
                  <a:lnTo>
                    <a:pt x="17910" y="665323"/>
                  </a:lnTo>
                  <a:lnTo>
                    <a:pt x="31394" y="707432"/>
                  </a:lnTo>
                  <a:lnTo>
                    <a:pt x="48356" y="747981"/>
                  </a:lnTo>
                  <a:lnTo>
                    <a:pt x="68629" y="786809"/>
                  </a:lnTo>
                  <a:lnTo>
                    <a:pt x="92046" y="823756"/>
                  </a:lnTo>
                  <a:lnTo>
                    <a:pt x="118439" y="858665"/>
                  </a:lnTo>
                  <a:lnTo>
                    <a:pt x="147641" y="891374"/>
                  </a:lnTo>
                  <a:lnTo>
                    <a:pt x="179485" y="921725"/>
                  </a:lnTo>
                  <a:lnTo>
                    <a:pt x="213803" y="949558"/>
                  </a:lnTo>
                  <a:lnTo>
                    <a:pt x="250428" y="974714"/>
                  </a:lnTo>
                  <a:lnTo>
                    <a:pt x="289193" y="997033"/>
                  </a:lnTo>
                  <a:lnTo>
                    <a:pt x="329930" y="1016356"/>
                  </a:lnTo>
                  <a:lnTo>
                    <a:pt x="372472" y="1032523"/>
                  </a:lnTo>
                  <a:lnTo>
                    <a:pt x="416653" y="1045375"/>
                  </a:lnTo>
                  <a:lnTo>
                    <a:pt x="462304" y="1054753"/>
                  </a:lnTo>
                  <a:lnTo>
                    <a:pt x="509258" y="1060496"/>
                  </a:lnTo>
                  <a:lnTo>
                    <a:pt x="557348" y="1062446"/>
                  </a:lnTo>
                  <a:lnTo>
                    <a:pt x="605438" y="1060496"/>
                  </a:lnTo>
                  <a:lnTo>
                    <a:pt x="652392" y="1054753"/>
                  </a:lnTo>
                  <a:lnTo>
                    <a:pt x="698043" y="1045375"/>
                  </a:lnTo>
                  <a:lnTo>
                    <a:pt x="742223" y="1032523"/>
                  </a:lnTo>
                  <a:lnTo>
                    <a:pt x="784766" y="1016356"/>
                  </a:lnTo>
                  <a:lnTo>
                    <a:pt x="825503" y="997033"/>
                  </a:lnTo>
                  <a:lnTo>
                    <a:pt x="864268" y="974714"/>
                  </a:lnTo>
                  <a:lnTo>
                    <a:pt x="900893" y="949558"/>
                  </a:lnTo>
                  <a:lnTo>
                    <a:pt x="935211" y="921725"/>
                  </a:lnTo>
                  <a:lnTo>
                    <a:pt x="967055" y="891374"/>
                  </a:lnTo>
                  <a:lnTo>
                    <a:pt x="996257" y="858665"/>
                  </a:lnTo>
                  <a:lnTo>
                    <a:pt x="1022650" y="823756"/>
                  </a:lnTo>
                  <a:lnTo>
                    <a:pt x="1046066" y="786809"/>
                  </a:lnTo>
                  <a:lnTo>
                    <a:pt x="1066340" y="747981"/>
                  </a:lnTo>
                  <a:lnTo>
                    <a:pt x="1083302" y="707432"/>
                  </a:lnTo>
                  <a:lnTo>
                    <a:pt x="1096786" y="665323"/>
                  </a:lnTo>
                  <a:lnTo>
                    <a:pt x="1106625" y="621812"/>
                  </a:lnTo>
                  <a:lnTo>
                    <a:pt x="1112650" y="577059"/>
                  </a:lnTo>
                  <a:lnTo>
                    <a:pt x="1114696" y="531223"/>
                  </a:lnTo>
                  <a:lnTo>
                    <a:pt x="1112650" y="485387"/>
                  </a:lnTo>
                  <a:lnTo>
                    <a:pt x="1106625" y="440633"/>
                  </a:lnTo>
                  <a:lnTo>
                    <a:pt x="1096786" y="397122"/>
                  </a:lnTo>
                  <a:lnTo>
                    <a:pt x="1083302" y="355013"/>
                  </a:lnTo>
                  <a:lnTo>
                    <a:pt x="1066340" y="314465"/>
                  </a:lnTo>
                  <a:lnTo>
                    <a:pt x="1046066" y="275637"/>
                  </a:lnTo>
                  <a:lnTo>
                    <a:pt x="1022650" y="238689"/>
                  </a:lnTo>
                  <a:lnTo>
                    <a:pt x="996257" y="203781"/>
                  </a:lnTo>
                  <a:lnTo>
                    <a:pt x="967055" y="171071"/>
                  </a:lnTo>
                  <a:lnTo>
                    <a:pt x="935211" y="140720"/>
                  </a:lnTo>
                  <a:lnTo>
                    <a:pt x="900893" y="112887"/>
                  </a:lnTo>
                  <a:lnTo>
                    <a:pt x="864268" y="87731"/>
                  </a:lnTo>
                  <a:lnTo>
                    <a:pt x="825503" y="65412"/>
                  </a:lnTo>
                  <a:lnTo>
                    <a:pt x="784766" y="46090"/>
                  </a:lnTo>
                  <a:lnTo>
                    <a:pt x="742223" y="29922"/>
                  </a:lnTo>
                  <a:lnTo>
                    <a:pt x="698043" y="17070"/>
                  </a:lnTo>
                  <a:lnTo>
                    <a:pt x="652392" y="7693"/>
                  </a:lnTo>
                  <a:lnTo>
                    <a:pt x="605438" y="1949"/>
                  </a:lnTo>
                  <a:lnTo>
                    <a:pt x="557348" y="0"/>
                  </a:lnTo>
                  <a:close/>
                </a:path>
              </a:pathLst>
            </a:custGeom>
            <a:solidFill>
              <a:srgbClr val="E8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918336" y="1468280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59" h="1062989">
                  <a:moveTo>
                    <a:pt x="0" y="531222"/>
                  </a:moveTo>
                  <a:lnTo>
                    <a:pt x="2045" y="485386"/>
                  </a:lnTo>
                  <a:lnTo>
                    <a:pt x="8071" y="440633"/>
                  </a:lnTo>
                  <a:lnTo>
                    <a:pt x="17910" y="397122"/>
                  </a:lnTo>
                  <a:lnTo>
                    <a:pt x="31394" y="355013"/>
                  </a:lnTo>
                  <a:lnTo>
                    <a:pt x="48356" y="314464"/>
                  </a:lnTo>
                  <a:lnTo>
                    <a:pt x="68629" y="275637"/>
                  </a:lnTo>
                  <a:lnTo>
                    <a:pt x="92046" y="238689"/>
                  </a:lnTo>
                  <a:lnTo>
                    <a:pt x="118439" y="203781"/>
                  </a:lnTo>
                  <a:lnTo>
                    <a:pt x="147641" y="171071"/>
                  </a:lnTo>
                  <a:lnTo>
                    <a:pt x="179485" y="140720"/>
                  </a:lnTo>
                  <a:lnTo>
                    <a:pt x="213803" y="112887"/>
                  </a:lnTo>
                  <a:lnTo>
                    <a:pt x="250428" y="87731"/>
                  </a:lnTo>
                  <a:lnTo>
                    <a:pt x="289193" y="65412"/>
                  </a:lnTo>
                  <a:lnTo>
                    <a:pt x="329930" y="46089"/>
                  </a:lnTo>
                  <a:lnTo>
                    <a:pt x="372473" y="29922"/>
                  </a:lnTo>
                  <a:lnTo>
                    <a:pt x="416653" y="17070"/>
                  </a:lnTo>
                  <a:lnTo>
                    <a:pt x="462304" y="7693"/>
                  </a:lnTo>
                  <a:lnTo>
                    <a:pt x="509258" y="1949"/>
                  </a:lnTo>
                  <a:lnTo>
                    <a:pt x="557348" y="0"/>
                  </a:lnTo>
                  <a:lnTo>
                    <a:pt x="605438" y="1949"/>
                  </a:lnTo>
                  <a:lnTo>
                    <a:pt x="652393" y="7693"/>
                  </a:lnTo>
                  <a:lnTo>
                    <a:pt x="698044" y="17070"/>
                  </a:lnTo>
                  <a:lnTo>
                    <a:pt x="742224" y="29922"/>
                  </a:lnTo>
                  <a:lnTo>
                    <a:pt x="784767" y="46089"/>
                  </a:lnTo>
                  <a:lnTo>
                    <a:pt x="825504" y="65412"/>
                  </a:lnTo>
                  <a:lnTo>
                    <a:pt x="864269" y="87731"/>
                  </a:lnTo>
                  <a:lnTo>
                    <a:pt x="900894" y="112887"/>
                  </a:lnTo>
                  <a:lnTo>
                    <a:pt x="935212" y="140720"/>
                  </a:lnTo>
                  <a:lnTo>
                    <a:pt x="967055" y="171071"/>
                  </a:lnTo>
                  <a:lnTo>
                    <a:pt x="996257" y="203781"/>
                  </a:lnTo>
                  <a:lnTo>
                    <a:pt x="1022650" y="238689"/>
                  </a:lnTo>
                  <a:lnTo>
                    <a:pt x="1046067" y="275637"/>
                  </a:lnTo>
                  <a:lnTo>
                    <a:pt x="1066340" y="314464"/>
                  </a:lnTo>
                  <a:lnTo>
                    <a:pt x="1083303" y="355013"/>
                  </a:lnTo>
                  <a:lnTo>
                    <a:pt x="1096787" y="397122"/>
                  </a:lnTo>
                  <a:lnTo>
                    <a:pt x="1106625" y="440633"/>
                  </a:lnTo>
                  <a:lnTo>
                    <a:pt x="1112651" y="485386"/>
                  </a:lnTo>
                  <a:lnTo>
                    <a:pt x="1114697" y="531222"/>
                  </a:lnTo>
                  <a:lnTo>
                    <a:pt x="1112651" y="577058"/>
                  </a:lnTo>
                  <a:lnTo>
                    <a:pt x="1106625" y="621812"/>
                  </a:lnTo>
                  <a:lnTo>
                    <a:pt x="1096787" y="665323"/>
                  </a:lnTo>
                  <a:lnTo>
                    <a:pt x="1083303" y="707432"/>
                  </a:lnTo>
                  <a:lnTo>
                    <a:pt x="1066340" y="747980"/>
                  </a:lnTo>
                  <a:lnTo>
                    <a:pt x="1046067" y="786808"/>
                  </a:lnTo>
                  <a:lnTo>
                    <a:pt x="1022650" y="823756"/>
                  </a:lnTo>
                  <a:lnTo>
                    <a:pt x="996257" y="858664"/>
                  </a:lnTo>
                  <a:lnTo>
                    <a:pt x="967055" y="891373"/>
                  </a:lnTo>
                  <a:lnTo>
                    <a:pt x="935212" y="921724"/>
                  </a:lnTo>
                  <a:lnTo>
                    <a:pt x="900894" y="949558"/>
                  </a:lnTo>
                  <a:lnTo>
                    <a:pt x="864269" y="974713"/>
                  </a:lnTo>
                  <a:lnTo>
                    <a:pt x="825504" y="997032"/>
                  </a:lnTo>
                  <a:lnTo>
                    <a:pt x="784767" y="1016355"/>
                  </a:lnTo>
                  <a:lnTo>
                    <a:pt x="742224" y="1032523"/>
                  </a:lnTo>
                  <a:lnTo>
                    <a:pt x="698044" y="1045375"/>
                  </a:lnTo>
                  <a:lnTo>
                    <a:pt x="652393" y="1054752"/>
                  </a:lnTo>
                  <a:lnTo>
                    <a:pt x="605438" y="1060495"/>
                  </a:lnTo>
                  <a:lnTo>
                    <a:pt x="557348" y="1062445"/>
                  </a:lnTo>
                  <a:lnTo>
                    <a:pt x="509258" y="1060495"/>
                  </a:lnTo>
                  <a:lnTo>
                    <a:pt x="462304" y="1054752"/>
                  </a:lnTo>
                  <a:lnTo>
                    <a:pt x="416653" y="1045375"/>
                  </a:lnTo>
                  <a:lnTo>
                    <a:pt x="372473" y="1032523"/>
                  </a:lnTo>
                  <a:lnTo>
                    <a:pt x="329930" y="1016355"/>
                  </a:lnTo>
                  <a:lnTo>
                    <a:pt x="289193" y="997032"/>
                  </a:lnTo>
                  <a:lnTo>
                    <a:pt x="250428" y="974713"/>
                  </a:lnTo>
                  <a:lnTo>
                    <a:pt x="213803" y="949558"/>
                  </a:lnTo>
                  <a:lnTo>
                    <a:pt x="179485" y="921724"/>
                  </a:lnTo>
                  <a:lnTo>
                    <a:pt x="147641" y="891373"/>
                  </a:lnTo>
                  <a:lnTo>
                    <a:pt x="118439" y="858664"/>
                  </a:lnTo>
                  <a:lnTo>
                    <a:pt x="92046" y="823756"/>
                  </a:lnTo>
                  <a:lnTo>
                    <a:pt x="68629" y="786808"/>
                  </a:lnTo>
                  <a:lnTo>
                    <a:pt x="48356" y="747980"/>
                  </a:lnTo>
                  <a:lnTo>
                    <a:pt x="31394" y="707432"/>
                  </a:lnTo>
                  <a:lnTo>
                    <a:pt x="17910" y="665323"/>
                  </a:lnTo>
                  <a:lnTo>
                    <a:pt x="8071" y="621812"/>
                  </a:lnTo>
                  <a:lnTo>
                    <a:pt x="2045" y="577058"/>
                  </a:lnTo>
                  <a:lnTo>
                    <a:pt x="0" y="531222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088735" y="1740915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85090">
              <a:lnSpc>
                <a:spcPts val="1900"/>
              </a:lnSpc>
              <a:spcBef>
                <a:spcPts val="18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left 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09367" y="1740915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22860">
              <a:lnSpc>
                <a:spcPts val="1900"/>
              </a:lnSpc>
              <a:spcBef>
                <a:spcPts val="180"/>
              </a:spcBef>
            </a:pP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right </a:t>
            </a:r>
            <a:r>
              <a:rPr sz="1600" spc="-4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08903" y="1149603"/>
            <a:ext cx="10356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LEFT</a:t>
            </a:r>
            <a:r>
              <a:rPr sz="1600" spc="-10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JOIN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649855" y="1468280"/>
            <a:ext cx="1115060" cy="1062990"/>
          </a:xfrm>
          <a:custGeom>
            <a:avLst/>
            <a:gdLst/>
            <a:ahLst/>
            <a:cxnLst/>
            <a:rect l="l" t="t" r="r" b="b"/>
            <a:pathLst>
              <a:path w="1115059" h="1062989">
                <a:moveTo>
                  <a:pt x="0" y="531222"/>
                </a:moveTo>
                <a:lnTo>
                  <a:pt x="2045" y="485386"/>
                </a:lnTo>
                <a:lnTo>
                  <a:pt x="8071" y="440633"/>
                </a:lnTo>
                <a:lnTo>
                  <a:pt x="17910" y="397122"/>
                </a:lnTo>
                <a:lnTo>
                  <a:pt x="31394" y="355013"/>
                </a:lnTo>
                <a:lnTo>
                  <a:pt x="48356" y="314464"/>
                </a:lnTo>
                <a:lnTo>
                  <a:pt x="68629" y="275637"/>
                </a:lnTo>
                <a:lnTo>
                  <a:pt x="92046" y="238689"/>
                </a:lnTo>
                <a:lnTo>
                  <a:pt x="118439" y="203781"/>
                </a:lnTo>
                <a:lnTo>
                  <a:pt x="147641" y="171071"/>
                </a:lnTo>
                <a:lnTo>
                  <a:pt x="179485" y="140720"/>
                </a:lnTo>
                <a:lnTo>
                  <a:pt x="213803" y="112887"/>
                </a:lnTo>
                <a:lnTo>
                  <a:pt x="250428" y="87731"/>
                </a:lnTo>
                <a:lnTo>
                  <a:pt x="289193" y="65412"/>
                </a:lnTo>
                <a:lnTo>
                  <a:pt x="329930" y="46089"/>
                </a:lnTo>
                <a:lnTo>
                  <a:pt x="372473" y="29922"/>
                </a:lnTo>
                <a:lnTo>
                  <a:pt x="416653" y="17070"/>
                </a:lnTo>
                <a:lnTo>
                  <a:pt x="462304" y="7693"/>
                </a:lnTo>
                <a:lnTo>
                  <a:pt x="509258" y="1949"/>
                </a:lnTo>
                <a:lnTo>
                  <a:pt x="557348" y="0"/>
                </a:lnTo>
                <a:lnTo>
                  <a:pt x="605438" y="1949"/>
                </a:lnTo>
                <a:lnTo>
                  <a:pt x="652393" y="7693"/>
                </a:lnTo>
                <a:lnTo>
                  <a:pt x="698044" y="17070"/>
                </a:lnTo>
                <a:lnTo>
                  <a:pt x="742224" y="29922"/>
                </a:lnTo>
                <a:lnTo>
                  <a:pt x="784767" y="46089"/>
                </a:lnTo>
                <a:lnTo>
                  <a:pt x="825504" y="65412"/>
                </a:lnTo>
                <a:lnTo>
                  <a:pt x="864269" y="87731"/>
                </a:lnTo>
                <a:lnTo>
                  <a:pt x="900894" y="112887"/>
                </a:lnTo>
                <a:lnTo>
                  <a:pt x="935212" y="140720"/>
                </a:lnTo>
                <a:lnTo>
                  <a:pt x="967055" y="171071"/>
                </a:lnTo>
                <a:lnTo>
                  <a:pt x="996257" y="203781"/>
                </a:lnTo>
                <a:lnTo>
                  <a:pt x="1022650" y="238689"/>
                </a:lnTo>
                <a:lnTo>
                  <a:pt x="1046067" y="275637"/>
                </a:lnTo>
                <a:lnTo>
                  <a:pt x="1066340" y="314464"/>
                </a:lnTo>
                <a:lnTo>
                  <a:pt x="1083303" y="355013"/>
                </a:lnTo>
                <a:lnTo>
                  <a:pt x="1096787" y="397122"/>
                </a:lnTo>
                <a:lnTo>
                  <a:pt x="1106625" y="440633"/>
                </a:lnTo>
                <a:lnTo>
                  <a:pt x="1112651" y="485386"/>
                </a:lnTo>
                <a:lnTo>
                  <a:pt x="1114697" y="531222"/>
                </a:lnTo>
                <a:lnTo>
                  <a:pt x="1112651" y="577058"/>
                </a:lnTo>
                <a:lnTo>
                  <a:pt x="1106625" y="621812"/>
                </a:lnTo>
                <a:lnTo>
                  <a:pt x="1096787" y="665323"/>
                </a:lnTo>
                <a:lnTo>
                  <a:pt x="1083303" y="707432"/>
                </a:lnTo>
                <a:lnTo>
                  <a:pt x="1066340" y="747980"/>
                </a:lnTo>
                <a:lnTo>
                  <a:pt x="1046067" y="786808"/>
                </a:lnTo>
                <a:lnTo>
                  <a:pt x="1022650" y="823756"/>
                </a:lnTo>
                <a:lnTo>
                  <a:pt x="996257" y="858664"/>
                </a:lnTo>
                <a:lnTo>
                  <a:pt x="967055" y="891373"/>
                </a:lnTo>
                <a:lnTo>
                  <a:pt x="935212" y="921724"/>
                </a:lnTo>
                <a:lnTo>
                  <a:pt x="900894" y="949558"/>
                </a:lnTo>
                <a:lnTo>
                  <a:pt x="864269" y="974713"/>
                </a:lnTo>
                <a:lnTo>
                  <a:pt x="825504" y="997032"/>
                </a:lnTo>
                <a:lnTo>
                  <a:pt x="784767" y="1016355"/>
                </a:lnTo>
                <a:lnTo>
                  <a:pt x="742224" y="1032523"/>
                </a:lnTo>
                <a:lnTo>
                  <a:pt x="698044" y="1045375"/>
                </a:lnTo>
                <a:lnTo>
                  <a:pt x="652393" y="1054752"/>
                </a:lnTo>
                <a:lnTo>
                  <a:pt x="605438" y="1060495"/>
                </a:lnTo>
                <a:lnTo>
                  <a:pt x="557348" y="1062445"/>
                </a:lnTo>
                <a:lnTo>
                  <a:pt x="509258" y="1060495"/>
                </a:lnTo>
                <a:lnTo>
                  <a:pt x="462304" y="1054752"/>
                </a:lnTo>
                <a:lnTo>
                  <a:pt x="416653" y="1045375"/>
                </a:lnTo>
                <a:lnTo>
                  <a:pt x="372473" y="1032523"/>
                </a:lnTo>
                <a:lnTo>
                  <a:pt x="329930" y="1016355"/>
                </a:lnTo>
                <a:lnTo>
                  <a:pt x="289193" y="997032"/>
                </a:lnTo>
                <a:lnTo>
                  <a:pt x="250428" y="974713"/>
                </a:lnTo>
                <a:lnTo>
                  <a:pt x="213803" y="949558"/>
                </a:lnTo>
                <a:lnTo>
                  <a:pt x="179485" y="921724"/>
                </a:lnTo>
                <a:lnTo>
                  <a:pt x="147641" y="891373"/>
                </a:lnTo>
                <a:lnTo>
                  <a:pt x="118439" y="858664"/>
                </a:lnTo>
                <a:lnTo>
                  <a:pt x="92046" y="823756"/>
                </a:lnTo>
                <a:lnTo>
                  <a:pt x="68629" y="786808"/>
                </a:lnTo>
                <a:lnTo>
                  <a:pt x="48356" y="747980"/>
                </a:lnTo>
                <a:lnTo>
                  <a:pt x="31394" y="707432"/>
                </a:lnTo>
                <a:lnTo>
                  <a:pt x="17910" y="665323"/>
                </a:lnTo>
                <a:lnTo>
                  <a:pt x="8071" y="621812"/>
                </a:lnTo>
                <a:lnTo>
                  <a:pt x="2045" y="577058"/>
                </a:lnTo>
                <a:lnTo>
                  <a:pt x="0" y="531222"/>
                </a:lnTo>
                <a:close/>
              </a:path>
            </a:pathLst>
          </a:custGeom>
          <a:ln w="28186">
            <a:solidFill>
              <a:srgbClr val="6B766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81589" y="5593082"/>
            <a:ext cx="5694680" cy="253365"/>
          </a:xfrm>
          <a:custGeom>
            <a:avLst/>
            <a:gdLst/>
            <a:ahLst/>
            <a:cxnLst/>
            <a:rect l="l" t="t" r="r" b="b"/>
            <a:pathLst>
              <a:path w="5694680" h="253364">
                <a:moveTo>
                  <a:pt x="0" y="42146"/>
                </a:moveTo>
                <a:lnTo>
                  <a:pt x="3312" y="25741"/>
                </a:lnTo>
                <a:lnTo>
                  <a:pt x="12344" y="12344"/>
                </a:lnTo>
                <a:lnTo>
                  <a:pt x="25740" y="3312"/>
                </a:lnTo>
                <a:lnTo>
                  <a:pt x="42146" y="0"/>
                </a:lnTo>
                <a:lnTo>
                  <a:pt x="5652050" y="0"/>
                </a:lnTo>
                <a:lnTo>
                  <a:pt x="5668455" y="3312"/>
                </a:lnTo>
                <a:lnTo>
                  <a:pt x="5681851" y="12344"/>
                </a:lnTo>
                <a:lnTo>
                  <a:pt x="5690884" y="25741"/>
                </a:lnTo>
                <a:lnTo>
                  <a:pt x="5694196" y="42146"/>
                </a:lnTo>
                <a:lnTo>
                  <a:pt x="5694196" y="210725"/>
                </a:lnTo>
                <a:lnTo>
                  <a:pt x="5690884" y="227130"/>
                </a:lnTo>
                <a:lnTo>
                  <a:pt x="5681851" y="240527"/>
                </a:lnTo>
                <a:lnTo>
                  <a:pt x="5668455" y="249559"/>
                </a:lnTo>
                <a:lnTo>
                  <a:pt x="5652050" y="252871"/>
                </a:lnTo>
                <a:lnTo>
                  <a:pt x="42146" y="252871"/>
                </a:lnTo>
                <a:lnTo>
                  <a:pt x="25740" y="249559"/>
                </a:lnTo>
                <a:lnTo>
                  <a:pt x="12344" y="240527"/>
                </a:lnTo>
                <a:lnTo>
                  <a:pt x="3312" y="227130"/>
                </a:lnTo>
                <a:lnTo>
                  <a:pt x="0" y="210725"/>
                </a:lnTo>
                <a:lnTo>
                  <a:pt x="0" y="42146"/>
                </a:lnTo>
                <a:close/>
              </a:path>
            </a:pathLst>
          </a:custGeom>
          <a:ln w="2818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981589" y="6604567"/>
            <a:ext cx="5694680" cy="253365"/>
          </a:xfrm>
          <a:custGeom>
            <a:avLst/>
            <a:gdLst/>
            <a:ahLst/>
            <a:cxnLst/>
            <a:rect l="l" t="t" r="r" b="b"/>
            <a:pathLst>
              <a:path w="5694680" h="253365">
                <a:moveTo>
                  <a:pt x="0" y="42146"/>
                </a:moveTo>
                <a:lnTo>
                  <a:pt x="3312" y="25741"/>
                </a:lnTo>
                <a:lnTo>
                  <a:pt x="12344" y="12344"/>
                </a:lnTo>
                <a:lnTo>
                  <a:pt x="25740" y="3312"/>
                </a:lnTo>
                <a:lnTo>
                  <a:pt x="42146" y="0"/>
                </a:lnTo>
                <a:lnTo>
                  <a:pt x="5652050" y="0"/>
                </a:lnTo>
                <a:lnTo>
                  <a:pt x="5668455" y="3312"/>
                </a:lnTo>
                <a:lnTo>
                  <a:pt x="5681851" y="12344"/>
                </a:lnTo>
                <a:lnTo>
                  <a:pt x="5690884" y="25741"/>
                </a:lnTo>
                <a:lnTo>
                  <a:pt x="5694196" y="42146"/>
                </a:lnTo>
                <a:lnTo>
                  <a:pt x="5694196" y="210725"/>
                </a:lnTo>
                <a:lnTo>
                  <a:pt x="5690884" y="227130"/>
                </a:lnTo>
                <a:lnTo>
                  <a:pt x="5681851" y="240527"/>
                </a:lnTo>
                <a:lnTo>
                  <a:pt x="5668455" y="249559"/>
                </a:lnTo>
                <a:lnTo>
                  <a:pt x="5652050" y="252871"/>
                </a:lnTo>
                <a:lnTo>
                  <a:pt x="42146" y="252871"/>
                </a:lnTo>
                <a:lnTo>
                  <a:pt x="25740" y="249559"/>
                </a:lnTo>
                <a:lnTo>
                  <a:pt x="12344" y="240527"/>
                </a:lnTo>
                <a:lnTo>
                  <a:pt x="3312" y="227130"/>
                </a:lnTo>
                <a:lnTo>
                  <a:pt x="0" y="210725"/>
                </a:lnTo>
                <a:lnTo>
                  <a:pt x="0" y="42146"/>
                </a:lnTo>
                <a:close/>
              </a:path>
            </a:pathLst>
          </a:custGeom>
          <a:ln w="2818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476796" y="4437019"/>
            <a:ext cx="523240" cy="368935"/>
          </a:xfrm>
          <a:custGeom>
            <a:avLst/>
            <a:gdLst/>
            <a:ahLst/>
            <a:cxnLst/>
            <a:rect l="l" t="t" r="r" b="b"/>
            <a:pathLst>
              <a:path w="523239" h="368935">
                <a:moveTo>
                  <a:pt x="422863" y="67931"/>
                </a:moveTo>
                <a:lnTo>
                  <a:pt x="362511" y="72049"/>
                </a:lnTo>
                <a:lnTo>
                  <a:pt x="0" y="318039"/>
                </a:lnTo>
                <a:lnTo>
                  <a:pt x="34229" y="368482"/>
                </a:lnTo>
                <a:lnTo>
                  <a:pt x="396740" y="122492"/>
                </a:lnTo>
                <a:lnTo>
                  <a:pt x="422863" y="67931"/>
                </a:lnTo>
                <a:close/>
              </a:path>
              <a:path w="523239" h="368935">
                <a:moveTo>
                  <a:pt x="518786" y="8743"/>
                </a:moveTo>
                <a:lnTo>
                  <a:pt x="455804" y="8743"/>
                </a:lnTo>
                <a:lnTo>
                  <a:pt x="490033" y="59187"/>
                </a:lnTo>
                <a:lnTo>
                  <a:pt x="396740" y="122492"/>
                </a:lnTo>
                <a:lnTo>
                  <a:pt x="353998" y="211766"/>
                </a:lnTo>
                <a:lnTo>
                  <a:pt x="351035" y="223501"/>
                </a:lnTo>
                <a:lnTo>
                  <a:pt x="352743" y="235060"/>
                </a:lnTo>
                <a:lnTo>
                  <a:pt x="358661" y="245136"/>
                </a:lnTo>
                <a:lnTo>
                  <a:pt x="368327" y="252420"/>
                </a:lnTo>
                <a:lnTo>
                  <a:pt x="380063" y="255383"/>
                </a:lnTo>
                <a:lnTo>
                  <a:pt x="391622" y="253675"/>
                </a:lnTo>
                <a:lnTo>
                  <a:pt x="401698" y="247757"/>
                </a:lnTo>
                <a:lnTo>
                  <a:pt x="408981" y="238090"/>
                </a:lnTo>
                <a:lnTo>
                  <a:pt x="518786" y="8743"/>
                </a:lnTo>
                <a:close/>
              </a:path>
              <a:path w="523239" h="368935">
                <a:moveTo>
                  <a:pt x="463987" y="20803"/>
                </a:moveTo>
                <a:lnTo>
                  <a:pt x="445427" y="20803"/>
                </a:lnTo>
                <a:lnTo>
                  <a:pt x="474992" y="64375"/>
                </a:lnTo>
                <a:lnTo>
                  <a:pt x="422863" y="67931"/>
                </a:lnTo>
                <a:lnTo>
                  <a:pt x="396740" y="122492"/>
                </a:lnTo>
                <a:lnTo>
                  <a:pt x="490033" y="59187"/>
                </a:lnTo>
                <a:lnTo>
                  <a:pt x="463987" y="20803"/>
                </a:lnTo>
                <a:close/>
              </a:path>
              <a:path w="523239" h="368935">
                <a:moveTo>
                  <a:pt x="522973" y="0"/>
                </a:moveTo>
                <a:lnTo>
                  <a:pt x="259613" y="17969"/>
                </a:lnTo>
                <a:lnTo>
                  <a:pt x="231279" y="50453"/>
                </a:lnTo>
                <a:lnTo>
                  <a:pt x="234476" y="62126"/>
                </a:lnTo>
                <a:lnTo>
                  <a:pt x="241653" y="71348"/>
                </a:lnTo>
                <a:lnTo>
                  <a:pt x="251764" y="77205"/>
                </a:lnTo>
                <a:lnTo>
                  <a:pt x="263763" y="78786"/>
                </a:lnTo>
                <a:lnTo>
                  <a:pt x="362511" y="72049"/>
                </a:lnTo>
                <a:lnTo>
                  <a:pt x="455804" y="8743"/>
                </a:lnTo>
                <a:lnTo>
                  <a:pt x="518786" y="8743"/>
                </a:lnTo>
                <a:lnTo>
                  <a:pt x="522973" y="0"/>
                </a:lnTo>
                <a:close/>
              </a:path>
              <a:path w="523239" h="368935">
                <a:moveTo>
                  <a:pt x="455804" y="8743"/>
                </a:moveTo>
                <a:lnTo>
                  <a:pt x="362511" y="72049"/>
                </a:lnTo>
                <a:lnTo>
                  <a:pt x="422863" y="67931"/>
                </a:lnTo>
                <a:lnTo>
                  <a:pt x="445427" y="20803"/>
                </a:lnTo>
                <a:lnTo>
                  <a:pt x="463987" y="20803"/>
                </a:lnTo>
                <a:lnTo>
                  <a:pt x="455804" y="8743"/>
                </a:lnTo>
                <a:close/>
              </a:path>
              <a:path w="523239" h="368935">
                <a:moveTo>
                  <a:pt x="445427" y="20803"/>
                </a:moveTo>
                <a:lnTo>
                  <a:pt x="422863" y="67931"/>
                </a:lnTo>
                <a:lnTo>
                  <a:pt x="474992" y="64375"/>
                </a:lnTo>
                <a:lnTo>
                  <a:pt x="445427" y="2080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4005" y="315975"/>
            <a:ext cx="522795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30" dirty="0"/>
              <a:t>L</a:t>
            </a:r>
            <a:r>
              <a:rPr sz="4300" spc="-125" dirty="0"/>
              <a:t>E</a:t>
            </a:r>
            <a:r>
              <a:rPr sz="4300" spc="-135" dirty="0"/>
              <a:t>F</a:t>
            </a:r>
            <a:r>
              <a:rPr sz="4300" dirty="0"/>
              <a:t>T</a:t>
            </a:r>
            <a:r>
              <a:rPr sz="4300" spc="-260" dirty="0"/>
              <a:t> </a:t>
            </a:r>
            <a:r>
              <a:rPr sz="4300" spc="-135" dirty="0"/>
              <a:t>O</a:t>
            </a:r>
            <a:r>
              <a:rPr sz="4300" spc="-130" dirty="0"/>
              <a:t>U</a:t>
            </a:r>
            <a:r>
              <a:rPr sz="4300" spc="-135" dirty="0"/>
              <a:t>T</a:t>
            </a:r>
            <a:r>
              <a:rPr sz="4300" spc="-125" dirty="0"/>
              <a:t>E</a:t>
            </a:r>
            <a:r>
              <a:rPr sz="4300" dirty="0"/>
              <a:t>R</a:t>
            </a:r>
            <a:r>
              <a:rPr sz="4300" spc="-260" dirty="0"/>
              <a:t> </a:t>
            </a:r>
            <a:r>
              <a:rPr sz="4300" spc="-125" dirty="0"/>
              <a:t>J</a:t>
            </a:r>
            <a:r>
              <a:rPr sz="4300" spc="-135" dirty="0"/>
              <a:t>O</a:t>
            </a:r>
            <a:r>
              <a:rPr sz="4300" spc="-125" dirty="0"/>
              <a:t>I</a:t>
            </a:r>
            <a:r>
              <a:rPr sz="4300" dirty="0"/>
              <a:t>N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502839" y="956624"/>
            <a:ext cx="6306185" cy="1047115"/>
          </a:xfrm>
          <a:prstGeom prst="rect">
            <a:avLst/>
          </a:prstGeom>
        </p:spPr>
        <p:txBody>
          <a:bodyPr vert="horz" wrap="square" lIns="0" tIns="2336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39"/>
              </a:spcBef>
            </a:pPr>
            <a:r>
              <a:rPr sz="2600" spc="-30" dirty="0">
                <a:solidFill>
                  <a:srgbClr val="292934"/>
                </a:solidFill>
                <a:latin typeface="Verdana"/>
                <a:cs typeface="Verdana"/>
              </a:rPr>
              <a:t>Augment </a:t>
            </a:r>
            <a:r>
              <a:rPr sz="26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6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15" dirty="0">
                <a:solidFill>
                  <a:srgbClr val="292934"/>
                </a:solidFill>
                <a:latin typeface="Verdana"/>
                <a:cs typeface="Verdana"/>
              </a:rPr>
              <a:t>join</a:t>
            </a:r>
            <a:r>
              <a:rPr sz="26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1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6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1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6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20" dirty="0">
                <a:solidFill>
                  <a:srgbClr val="292934"/>
                </a:solidFill>
                <a:latin typeface="Verdana"/>
                <a:cs typeface="Verdana"/>
              </a:rPr>
              <a:t>dangling</a:t>
            </a:r>
            <a:r>
              <a:rPr sz="26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20" dirty="0">
                <a:solidFill>
                  <a:srgbClr val="292934"/>
                </a:solidFill>
                <a:latin typeface="Verdana"/>
                <a:cs typeface="Verdana"/>
              </a:rPr>
              <a:t>tuples</a:t>
            </a:r>
            <a:endParaRPr sz="2600">
              <a:latin typeface="Verdana"/>
              <a:cs typeface="Verdana"/>
            </a:endParaRPr>
          </a:p>
          <a:p>
            <a:pPr marL="40640">
              <a:lnSpc>
                <a:spcPct val="100000"/>
              </a:lnSpc>
              <a:spcBef>
                <a:spcPts val="1140"/>
              </a:spcBef>
              <a:tabLst>
                <a:tab pos="3071495" algn="l"/>
              </a:tabLst>
            </a:pP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one(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p1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17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colA,</a:t>
            </a:r>
            <a:r>
              <a:rPr sz="17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colB)	two(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p2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17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p1,</a:t>
            </a:r>
            <a:r>
              <a:rPr sz="17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colX,</a:t>
            </a:r>
            <a:r>
              <a:rPr sz="17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colY)</a:t>
            </a:r>
            <a:endParaRPr sz="17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18031" y="2042649"/>
          <a:ext cx="2661284" cy="20813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colA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colB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ee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566772" y="2029351"/>
          <a:ext cx="3460112" cy="21403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5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0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920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colY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ABC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PQR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DEF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GHI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KLM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STU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83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XYZ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2186567" y="5336032"/>
            <a:ext cx="4103370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1900" spc="-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*</a:t>
            </a:r>
            <a:endParaRPr sz="1900">
              <a:latin typeface="Courier New"/>
              <a:cs typeface="Courier New"/>
            </a:endParaRPr>
          </a:p>
          <a:p>
            <a:pPr marL="12700">
              <a:lnSpc>
                <a:spcPts val="2050"/>
              </a:lnSpc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one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LEFT</a:t>
            </a:r>
            <a:r>
              <a:rPr sz="1900" spc="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OUTER</a:t>
            </a:r>
            <a:r>
              <a:rPr sz="1900" spc="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JOIN</a:t>
            </a:r>
            <a:r>
              <a:rPr sz="1900" spc="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two</a:t>
            </a:r>
            <a:endParaRPr sz="1900">
              <a:latin typeface="Courier New"/>
              <a:cs typeface="Courier New"/>
            </a:endParaRPr>
          </a:p>
          <a:p>
            <a:pPr marL="12700">
              <a:lnSpc>
                <a:spcPts val="2195"/>
              </a:lnSpc>
            </a:pP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ON</a:t>
            </a:r>
            <a:r>
              <a:rPr sz="1900" spc="-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one.p1</a:t>
            </a:r>
            <a:r>
              <a:rPr sz="1900" spc="-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r>
              <a:rPr sz="1900" spc="-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two.p1;</a:t>
            </a:r>
            <a:endParaRPr sz="1900">
              <a:latin typeface="Courier New"/>
              <a:cs typeface="Courier New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0" y="2874264"/>
            <a:ext cx="2645663" cy="2258568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930085" y="4447762"/>
            <a:ext cx="6156325" cy="1870710"/>
            <a:chOff x="1930085" y="4447762"/>
            <a:chExt cx="6156325" cy="1870710"/>
          </a:xfrm>
        </p:grpSpPr>
        <p:sp>
          <p:nvSpPr>
            <p:cNvPr id="9" name="object 9"/>
            <p:cNvSpPr/>
            <p:nvPr/>
          </p:nvSpPr>
          <p:spPr>
            <a:xfrm>
              <a:off x="1940245" y="5224282"/>
              <a:ext cx="6136005" cy="1083945"/>
            </a:xfrm>
            <a:custGeom>
              <a:avLst/>
              <a:gdLst/>
              <a:ahLst/>
              <a:cxnLst/>
              <a:rect l="l" t="t" r="r" b="b"/>
              <a:pathLst>
                <a:path w="6136005" h="1083945">
                  <a:moveTo>
                    <a:pt x="0" y="0"/>
                  </a:moveTo>
                  <a:lnTo>
                    <a:pt x="6135892" y="0"/>
                  </a:lnTo>
                  <a:lnTo>
                    <a:pt x="6135892" y="1083551"/>
                  </a:lnTo>
                  <a:lnTo>
                    <a:pt x="0" y="1083551"/>
                  </a:lnTo>
                  <a:lnTo>
                    <a:pt x="0" y="0"/>
                  </a:lnTo>
                  <a:close/>
                </a:path>
              </a:pathLst>
            </a:custGeom>
            <a:ln w="2031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55679" y="4447762"/>
              <a:ext cx="2136775" cy="1207770"/>
            </a:xfrm>
            <a:custGeom>
              <a:avLst/>
              <a:gdLst/>
              <a:ahLst/>
              <a:cxnLst/>
              <a:rect l="l" t="t" r="r" b="b"/>
              <a:pathLst>
                <a:path w="2136775" h="1207770">
                  <a:moveTo>
                    <a:pt x="937812" y="742147"/>
                  </a:moveTo>
                  <a:lnTo>
                    <a:pt x="424006" y="742147"/>
                  </a:lnTo>
                  <a:lnTo>
                    <a:pt x="0" y="1207726"/>
                  </a:lnTo>
                  <a:lnTo>
                    <a:pt x="937812" y="742147"/>
                  </a:lnTo>
                  <a:close/>
                </a:path>
                <a:path w="2136775" h="1207770">
                  <a:moveTo>
                    <a:pt x="2012998" y="0"/>
                  </a:moveTo>
                  <a:lnTo>
                    <a:pt x="205162" y="0"/>
                  </a:lnTo>
                  <a:lnTo>
                    <a:pt x="157015" y="9720"/>
                  </a:lnTo>
                  <a:lnTo>
                    <a:pt x="117698" y="36229"/>
                  </a:lnTo>
                  <a:lnTo>
                    <a:pt x="91189" y="75546"/>
                  </a:lnTo>
                  <a:lnTo>
                    <a:pt x="81469" y="123694"/>
                  </a:lnTo>
                  <a:lnTo>
                    <a:pt x="81469" y="618456"/>
                  </a:lnTo>
                  <a:lnTo>
                    <a:pt x="91189" y="666601"/>
                  </a:lnTo>
                  <a:lnTo>
                    <a:pt x="117698" y="705918"/>
                  </a:lnTo>
                  <a:lnTo>
                    <a:pt x="157015" y="732426"/>
                  </a:lnTo>
                  <a:lnTo>
                    <a:pt x="205162" y="742147"/>
                  </a:lnTo>
                  <a:lnTo>
                    <a:pt x="2012998" y="742147"/>
                  </a:lnTo>
                  <a:lnTo>
                    <a:pt x="2061145" y="732426"/>
                  </a:lnTo>
                  <a:lnTo>
                    <a:pt x="2100463" y="705918"/>
                  </a:lnTo>
                  <a:lnTo>
                    <a:pt x="2126971" y="666601"/>
                  </a:lnTo>
                  <a:lnTo>
                    <a:pt x="2136691" y="618456"/>
                  </a:lnTo>
                  <a:lnTo>
                    <a:pt x="2136692" y="123694"/>
                  </a:lnTo>
                  <a:lnTo>
                    <a:pt x="2126971" y="75546"/>
                  </a:lnTo>
                  <a:lnTo>
                    <a:pt x="2100463" y="36229"/>
                  </a:lnTo>
                  <a:lnTo>
                    <a:pt x="2061145" y="9720"/>
                  </a:lnTo>
                  <a:lnTo>
                    <a:pt x="2012998" y="0"/>
                  </a:lnTo>
                  <a:close/>
                </a:path>
              </a:pathLst>
            </a:custGeom>
            <a:solidFill>
              <a:srgbClr val="0044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397797" y="2889393"/>
            <a:ext cx="2305050" cy="1840864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213995" rIns="0" bIns="0" rtlCol="0">
            <a:spAutoFit/>
          </a:bodyPr>
          <a:lstStyle/>
          <a:p>
            <a:pPr marL="135255" marR="116205" algn="ctr">
              <a:lnSpc>
                <a:spcPts val="2210"/>
              </a:lnSpc>
              <a:spcBef>
                <a:spcPts val="1685"/>
              </a:spcBef>
            </a:pP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Join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C00000"/>
                </a:solidFill>
                <a:latin typeface="Verdana"/>
                <a:cs typeface="Verdana"/>
              </a:rPr>
              <a:t>specified </a:t>
            </a:r>
            <a:r>
              <a:rPr sz="1900" spc="-6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C00000"/>
                </a:solidFill>
                <a:latin typeface="Verdana"/>
                <a:cs typeface="Verdana"/>
              </a:rPr>
              <a:t>attribute(s)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.</a:t>
            </a:r>
            <a:endParaRPr sz="1900">
              <a:latin typeface="Verdana"/>
              <a:cs typeface="Verdana"/>
            </a:endParaRPr>
          </a:p>
          <a:p>
            <a:pPr marL="187325" marR="164465" indent="-3810" algn="ctr">
              <a:lnSpc>
                <a:spcPct val="96300"/>
              </a:lnSpc>
              <a:spcBef>
                <a:spcPts val="145"/>
              </a:spcBef>
            </a:pP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match 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found,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pad 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with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NULL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values</a:t>
            </a:r>
            <a:endParaRPr sz="19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904048" y="1453992"/>
            <a:ext cx="1143635" cy="1091565"/>
            <a:chOff x="7904048" y="1453992"/>
            <a:chExt cx="1143635" cy="1091565"/>
          </a:xfrm>
        </p:grpSpPr>
        <p:sp>
          <p:nvSpPr>
            <p:cNvPr id="13" name="object 13"/>
            <p:cNvSpPr/>
            <p:nvPr/>
          </p:nvSpPr>
          <p:spPr>
            <a:xfrm>
              <a:off x="7918336" y="1468280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59" h="1062989">
                  <a:moveTo>
                    <a:pt x="557348" y="0"/>
                  </a:moveTo>
                  <a:lnTo>
                    <a:pt x="509258" y="1949"/>
                  </a:lnTo>
                  <a:lnTo>
                    <a:pt x="462304" y="7693"/>
                  </a:lnTo>
                  <a:lnTo>
                    <a:pt x="416653" y="17070"/>
                  </a:lnTo>
                  <a:lnTo>
                    <a:pt x="372472" y="29922"/>
                  </a:lnTo>
                  <a:lnTo>
                    <a:pt x="329930" y="46090"/>
                  </a:lnTo>
                  <a:lnTo>
                    <a:pt x="289193" y="65412"/>
                  </a:lnTo>
                  <a:lnTo>
                    <a:pt x="250428" y="87731"/>
                  </a:lnTo>
                  <a:lnTo>
                    <a:pt x="213803" y="112887"/>
                  </a:lnTo>
                  <a:lnTo>
                    <a:pt x="179485" y="140720"/>
                  </a:lnTo>
                  <a:lnTo>
                    <a:pt x="147641" y="171071"/>
                  </a:lnTo>
                  <a:lnTo>
                    <a:pt x="118439" y="203781"/>
                  </a:lnTo>
                  <a:lnTo>
                    <a:pt x="92046" y="238689"/>
                  </a:lnTo>
                  <a:lnTo>
                    <a:pt x="68629" y="275637"/>
                  </a:lnTo>
                  <a:lnTo>
                    <a:pt x="48356" y="314465"/>
                  </a:lnTo>
                  <a:lnTo>
                    <a:pt x="31394" y="355013"/>
                  </a:lnTo>
                  <a:lnTo>
                    <a:pt x="17910" y="397122"/>
                  </a:lnTo>
                  <a:lnTo>
                    <a:pt x="8071" y="440633"/>
                  </a:lnTo>
                  <a:lnTo>
                    <a:pt x="2045" y="485387"/>
                  </a:lnTo>
                  <a:lnTo>
                    <a:pt x="0" y="531223"/>
                  </a:lnTo>
                  <a:lnTo>
                    <a:pt x="2045" y="577059"/>
                  </a:lnTo>
                  <a:lnTo>
                    <a:pt x="8071" y="621812"/>
                  </a:lnTo>
                  <a:lnTo>
                    <a:pt x="17910" y="665323"/>
                  </a:lnTo>
                  <a:lnTo>
                    <a:pt x="31394" y="707432"/>
                  </a:lnTo>
                  <a:lnTo>
                    <a:pt x="48356" y="747981"/>
                  </a:lnTo>
                  <a:lnTo>
                    <a:pt x="68629" y="786809"/>
                  </a:lnTo>
                  <a:lnTo>
                    <a:pt x="92046" y="823756"/>
                  </a:lnTo>
                  <a:lnTo>
                    <a:pt x="118439" y="858665"/>
                  </a:lnTo>
                  <a:lnTo>
                    <a:pt x="147641" y="891374"/>
                  </a:lnTo>
                  <a:lnTo>
                    <a:pt x="179485" y="921725"/>
                  </a:lnTo>
                  <a:lnTo>
                    <a:pt x="213803" y="949558"/>
                  </a:lnTo>
                  <a:lnTo>
                    <a:pt x="250428" y="974714"/>
                  </a:lnTo>
                  <a:lnTo>
                    <a:pt x="289193" y="997033"/>
                  </a:lnTo>
                  <a:lnTo>
                    <a:pt x="329930" y="1016356"/>
                  </a:lnTo>
                  <a:lnTo>
                    <a:pt x="372472" y="1032523"/>
                  </a:lnTo>
                  <a:lnTo>
                    <a:pt x="416653" y="1045375"/>
                  </a:lnTo>
                  <a:lnTo>
                    <a:pt x="462304" y="1054753"/>
                  </a:lnTo>
                  <a:lnTo>
                    <a:pt x="509258" y="1060496"/>
                  </a:lnTo>
                  <a:lnTo>
                    <a:pt x="557348" y="1062446"/>
                  </a:lnTo>
                  <a:lnTo>
                    <a:pt x="605438" y="1060496"/>
                  </a:lnTo>
                  <a:lnTo>
                    <a:pt x="652392" y="1054753"/>
                  </a:lnTo>
                  <a:lnTo>
                    <a:pt x="698043" y="1045375"/>
                  </a:lnTo>
                  <a:lnTo>
                    <a:pt x="742223" y="1032523"/>
                  </a:lnTo>
                  <a:lnTo>
                    <a:pt x="784766" y="1016356"/>
                  </a:lnTo>
                  <a:lnTo>
                    <a:pt x="825503" y="997033"/>
                  </a:lnTo>
                  <a:lnTo>
                    <a:pt x="864268" y="974714"/>
                  </a:lnTo>
                  <a:lnTo>
                    <a:pt x="900893" y="949558"/>
                  </a:lnTo>
                  <a:lnTo>
                    <a:pt x="935211" y="921725"/>
                  </a:lnTo>
                  <a:lnTo>
                    <a:pt x="967055" y="891374"/>
                  </a:lnTo>
                  <a:lnTo>
                    <a:pt x="996257" y="858665"/>
                  </a:lnTo>
                  <a:lnTo>
                    <a:pt x="1022650" y="823756"/>
                  </a:lnTo>
                  <a:lnTo>
                    <a:pt x="1046066" y="786809"/>
                  </a:lnTo>
                  <a:lnTo>
                    <a:pt x="1066340" y="747981"/>
                  </a:lnTo>
                  <a:lnTo>
                    <a:pt x="1083302" y="707432"/>
                  </a:lnTo>
                  <a:lnTo>
                    <a:pt x="1096786" y="665323"/>
                  </a:lnTo>
                  <a:lnTo>
                    <a:pt x="1106625" y="621812"/>
                  </a:lnTo>
                  <a:lnTo>
                    <a:pt x="1112650" y="577059"/>
                  </a:lnTo>
                  <a:lnTo>
                    <a:pt x="1114696" y="531223"/>
                  </a:lnTo>
                  <a:lnTo>
                    <a:pt x="1112650" y="485387"/>
                  </a:lnTo>
                  <a:lnTo>
                    <a:pt x="1106625" y="440633"/>
                  </a:lnTo>
                  <a:lnTo>
                    <a:pt x="1096786" y="397122"/>
                  </a:lnTo>
                  <a:lnTo>
                    <a:pt x="1083302" y="355013"/>
                  </a:lnTo>
                  <a:lnTo>
                    <a:pt x="1066340" y="314465"/>
                  </a:lnTo>
                  <a:lnTo>
                    <a:pt x="1046066" y="275637"/>
                  </a:lnTo>
                  <a:lnTo>
                    <a:pt x="1022650" y="238689"/>
                  </a:lnTo>
                  <a:lnTo>
                    <a:pt x="996257" y="203781"/>
                  </a:lnTo>
                  <a:lnTo>
                    <a:pt x="967055" y="171071"/>
                  </a:lnTo>
                  <a:lnTo>
                    <a:pt x="935211" y="140720"/>
                  </a:lnTo>
                  <a:lnTo>
                    <a:pt x="900893" y="112887"/>
                  </a:lnTo>
                  <a:lnTo>
                    <a:pt x="864268" y="87731"/>
                  </a:lnTo>
                  <a:lnTo>
                    <a:pt x="825503" y="65412"/>
                  </a:lnTo>
                  <a:lnTo>
                    <a:pt x="784766" y="46090"/>
                  </a:lnTo>
                  <a:lnTo>
                    <a:pt x="742223" y="29922"/>
                  </a:lnTo>
                  <a:lnTo>
                    <a:pt x="698043" y="17070"/>
                  </a:lnTo>
                  <a:lnTo>
                    <a:pt x="652392" y="7693"/>
                  </a:lnTo>
                  <a:lnTo>
                    <a:pt x="605438" y="1949"/>
                  </a:lnTo>
                  <a:lnTo>
                    <a:pt x="557348" y="0"/>
                  </a:lnTo>
                  <a:close/>
                </a:path>
              </a:pathLst>
            </a:custGeom>
            <a:solidFill>
              <a:srgbClr val="E8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918336" y="1468280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59" h="1062989">
                  <a:moveTo>
                    <a:pt x="0" y="531222"/>
                  </a:moveTo>
                  <a:lnTo>
                    <a:pt x="2045" y="485386"/>
                  </a:lnTo>
                  <a:lnTo>
                    <a:pt x="8071" y="440633"/>
                  </a:lnTo>
                  <a:lnTo>
                    <a:pt x="17910" y="397122"/>
                  </a:lnTo>
                  <a:lnTo>
                    <a:pt x="31394" y="355013"/>
                  </a:lnTo>
                  <a:lnTo>
                    <a:pt x="48356" y="314464"/>
                  </a:lnTo>
                  <a:lnTo>
                    <a:pt x="68629" y="275637"/>
                  </a:lnTo>
                  <a:lnTo>
                    <a:pt x="92046" y="238689"/>
                  </a:lnTo>
                  <a:lnTo>
                    <a:pt x="118439" y="203781"/>
                  </a:lnTo>
                  <a:lnTo>
                    <a:pt x="147641" y="171071"/>
                  </a:lnTo>
                  <a:lnTo>
                    <a:pt x="179485" y="140720"/>
                  </a:lnTo>
                  <a:lnTo>
                    <a:pt x="213803" y="112887"/>
                  </a:lnTo>
                  <a:lnTo>
                    <a:pt x="250428" y="87731"/>
                  </a:lnTo>
                  <a:lnTo>
                    <a:pt x="289193" y="65412"/>
                  </a:lnTo>
                  <a:lnTo>
                    <a:pt x="329930" y="46089"/>
                  </a:lnTo>
                  <a:lnTo>
                    <a:pt x="372473" y="29922"/>
                  </a:lnTo>
                  <a:lnTo>
                    <a:pt x="416653" y="17070"/>
                  </a:lnTo>
                  <a:lnTo>
                    <a:pt x="462304" y="7693"/>
                  </a:lnTo>
                  <a:lnTo>
                    <a:pt x="509258" y="1949"/>
                  </a:lnTo>
                  <a:lnTo>
                    <a:pt x="557348" y="0"/>
                  </a:lnTo>
                  <a:lnTo>
                    <a:pt x="605438" y="1949"/>
                  </a:lnTo>
                  <a:lnTo>
                    <a:pt x="652393" y="7693"/>
                  </a:lnTo>
                  <a:lnTo>
                    <a:pt x="698044" y="17070"/>
                  </a:lnTo>
                  <a:lnTo>
                    <a:pt x="742224" y="29922"/>
                  </a:lnTo>
                  <a:lnTo>
                    <a:pt x="784767" y="46089"/>
                  </a:lnTo>
                  <a:lnTo>
                    <a:pt x="825504" y="65412"/>
                  </a:lnTo>
                  <a:lnTo>
                    <a:pt x="864269" y="87731"/>
                  </a:lnTo>
                  <a:lnTo>
                    <a:pt x="900894" y="112887"/>
                  </a:lnTo>
                  <a:lnTo>
                    <a:pt x="935212" y="140720"/>
                  </a:lnTo>
                  <a:lnTo>
                    <a:pt x="967055" y="171071"/>
                  </a:lnTo>
                  <a:lnTo>
                    <a:pt x="996257" y="203781"/>
                  </a:lnTo>
                  <a:lnTo>
                    <a:pt x="1022650" y="238689"/>
                  </a:lnTo>
                  <a:lnTo>
                    <a:pt x="1046067" y="275637"/>
                  </a:lnTo>
                  <a:lnTo>
                    <a:pt x="1066340" y="314464"/>
                  </a:lnTo>
                  <a:lnTo>
                    <a:pt x="1083303" y="355013"/>
                  </a:lnTo>
                  <a:lnTo>
                    <a:pt x="1096787" y="397122"/>
                  </a:lnTo>
                  <a:lnTo>
                    <a:pt x="1106625" y="440633"/>
                  </a:lnTo>
                  <a:lnTo>
                    <a:pt x="1112651" y="485386"/>
                  </a:lnTo>
                  <a:lnTo>
                    <a:pt x="1114697" y="531222"/>
                  </a:lnTo>
                  <a:lnTo>
                    <a:pt x="1112651" y="577058"/>
                  </a:lnTo>
                  <a:lnTo>
                    <a:pt x="1106625" y="621812"/>
                  </a:lnTo>
                  <a:lnTo>
                    <a:pt x="1096787" y="665323"/>
                  </a:lnTo>
                  <a:lnTo>
                    <a:pt x="1083303" y="707432"/>
                  </a:lnTo>
                  <a:lnTo>
                    <a:pt x="1066340" y="747980"/>
                  </a:lnTo>
                  <a:lnTo>
                    <a:pt x="1046067" y="786808"/>
                  </a:lnTo>
                  <a:lnTo>
                    <a:pt x="1022650" y="823756"/>
                  </a:lnTo>
                  <a:lnTo>
                    <a:pt x="996257" y="858664"/>
                  </a:lnTo>
                  <a:lnTo>
                    <a:pt x="967055" y="891373"/>
                  </a:lnTo>
                  <a:lnTo>
                    <a:pt x="935212" y="921724"/>
                  </a:lnTo>
                  <a:lnTo>
                    <a:pt x="900894" y="949558"/>
                  </a:lnTo>
                  <a:lnTo>
                    <a:pt x="864269" y="974713"/>
                  </a:lnTo>
                  <a:lnTo>
                    <a:pt x="825504" y="997032"/>
                  </a:lnTo>
                  <a:lnTo>
                    <a:pt x="784767" y="1016355"/>
                  </a:lnTo>
                  <a:lnTo>
                    <a:pt x="742224" y="1032523"/>
                  </a:lnTo>
                  <a:lnTo>
                    <a:pt x="698044" y="1045375"/>
                  </a:lnTo>
                  <a:lnTo>
                    <a:pt x="652393" y="1054752"/>
                  </a:lnTo>
                  <a:lnTo>
                    <a:pt x="605438" y="1060495"/>
                  </a:lnTo>
                  <a:lnTo>
                    <a:pt x="557348" y="1062445"/>
                  </a:lnTo>
                  <a:lnTo>
                    <a:pt x="509258" y="1060495"/>
                  </a:lnTo>
                  <a:lnTo>
                    <a:pt x="462304" y="1054752"/>
                  </a:lnTo>
                  <a:lnTo>
                    <a:pt x="416653" y="1045375"/>
                  </a:lnTo>
                  <a:lnTo>
                    <a:pt x="372473" y="1032523"/>
                  </a:lnTo>
                  <a:lnTo>
                    <a:pt x="329930" y="1016355"/>
                  </a:lnTo>
                  <a:lnTo>
                    <a:pt x="289193" y="997032"/>
                  </a:lnTo>
                  <a:lnTo>
                    <a:pt x="250428" y="974713"/>
                  </a:lnTo>
                  <a:lnTo>
                    <a:pt x="213803" y="949558"/>
                  </a:lnTo>
                  <a:lnTo>
                    <a:pt x="179485" y="921724"/>
                  </a:lnTo>
                  <a:lnTo>
                    <a:pt x="147641" y="891373"/>
                  </a:lnTo>
                  <a:lnTo>
                    <a:pt x="118439" y="858664"/>
                  </a:lnTo>
                  <a:lnTo>
                    <a:pt x="92046" y="823756"/>
                  </a:lnTo>
                  <a:lnTo>
                    <a:pt x="68629" y="786808"/>
                  </a:lnTo>
                  <a:lnTo>
                    <a:pt x="48356" y="747980"/>
                  </a:lnTo>
                  <a:lnTo>
                    <a:pt x="31394" y="707432"/>
                  </a:lnTo>
                  <a:lnTo>
                    <a:pt x="17910" y="665323"/>
                  </a:lnTo>
                  <a:lnTo>
                    <a:pt x="8071" y="621812"/>
                  </a:lnTo>
                  <a:lnTo>
                    <a:pt x="2045" y="577058"/>
                  </a:lnTo>
                  <a:lnTo>
                    <a:pt x="0" y="531222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088735" y="1740915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85090">
              <a:lnSpc>
                <a:spcPts val="1900"/>
              </a:lnSpc>
              <a:spcBef>
                <a:spcPts val="18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left 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09367" y="1740915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22860">
              <a:lnSpc>
                <a:spcPts val="1900"/>
              </a:lnSpc>
              <a:spcBef>
                <a:spcPts val="180"/>
              </a:spcBef>
            </a:pP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right </a:t>
            </a:r>
            <a:r>
              <a:rPr sz="1600" spc="-4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308903" y="1149603"/>
            <a:ext cx="10356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LEFT</a:t>
            </a:r>
            <a:r>
              <a:rPr sz="1600" spc="-10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JOIN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649855" y="1468280"/>
            <a:ext cx="1115060" cy="1062990"/>
          </a:xfrm>
          <a:custGeom>
            <a:avLst/>
            <a:gdLst/>
            <a:ahLst/>
            <a:cxnLst/>
            <a:rect l="l" t="t" r="r" b="b"/>
            <a:pathLst>
              <a:path w="1115059" h="1062989">
                <a:moveTo>
                  <a:pt x="0" y="531222"/>
                </a:moveTo>
                <a:lnTo>
                  <a:pt x="2045" y="485386"/>
                </a:lnTo>
                <a:lnTo>
                  <a:pt x="8071" y="440633"/>
                </a:lnTo>
                <a:lnTo>
                  <a:pt x="17910" y="397122"/>
                </a:lnTo>
                <a:lnTo>
                  <a:pt x="31394" y="355013"/>
                </a:lnTo>
                <a:lnTo>
                  <a:pt x="48356" y="314464"/>
                </a:lnTo>
                <a:lnTo>
                  <a:pt x="68629" y="275637"/>
                </a:lnTo>
                <a:lnTo>
                  <a:pt x="92046" y="238689"/>
                </a:lnTo>
                <a:lnTo>
                  <a:pt x="118439" y="203781"/>
                </a:lnTo>
                <a:lnTo>
                  <a:pt x="147641" y="171071"/>
                </a:lnTo>
                <a:lnTo>
                  <a:pt x="179485" y="140720"/>
                </a:lnTo>
                <a:lnTo>
                  <a:pt x="213803" y="112887"/>
                </a:lnTo>
                <a:lnTo>
                  <a:pt x="250428" y="87731"/>
                </a:lnTo>
                <a:lnTo>
                  <a:pt x="289193" y="65412"/>
                </a:lnTo>
                <a:lnTo>
                  <a:pt x="329930" y="46089"/>
                </a:lnTo>
                <a:lnTo>
                  <a:pt x="372473" y="29922"/>
                </a:lnTo>
                <a:lnTo>
                  <a:pt x="416653" y="17070"/>
                </a:lnTo>
                <a:lnTo>
                  <a:pt x="462304" y="7693"/>
                </a:lnTo>
                <a:lnTo>
                  <a:pt x="509258" y="1949"/>
                </a:lnTo>
                <a:lnTo>
                  <a:pt x="557348" y="0"/>
                </a:lnTo>
                <a:lnTo>
                  <a:pt x="605438" y="1949"/>
                </a:lnTo>
                <a:lnTo>
                  <a:pt x="652393" y="7693"/>
                </a:lnTo>
                <a:lnTo>
                  <a:pt x="698044" y="17070"/>
                </a:lnTo>
                <a:lnTo>
                  <a:pt x="742224" y="29922"/>
                </a:lnTo>
                <a:lnTo>
                  <a:pt x="784767" y="46089"/>
                </a:lnTo>
                <a:lnTo>
                  <a:pt x="825504" y="65412"/>
                </a:lnTo>
                <a:lnTo>
                  <a:pt x="864269" y="87731"/>
                </a:lnTo>
                <a:lnTo>
                  <a:pt x="900894" y="112887"/>
                </a:lnTo>
                <a:lnTo>
                  <a:pt x="935212" y="140720"/>
                </a:lnTo>
                <a:lnTo>
                  <a:pt x="967055" y="171071"/>
                </a:lnTo>
                <a:lnTo>
                  <a:pt x="996257" y="203781"/>
                </a:lnTo>
                <a:lnTo>
                  <a:pt x="1022650" y="238689"/>
                </a:lnTo>
                <a:lnTo>
                  <a:pt x="1046067" y="275637"/>
                </a:lnTo>
                <a:lnTo>
                  <a:pt x="1066340" y="314464"/>
                </a:lnTo>
                <a:lnTo>
                  <a:pt x="1083303" y="355013"/>
                </a:lnTo>
                <a:lnTo>
                  <a:pt x="1096787" y="397122"/>
                </a:lnTo>
                <a:lnTo>
                  <a:pt x="1106625" y="440633"/>
                </a:lnTo>
                <a:lnTo>
                  <a:pt x="1112651" y="485386"/>
                </a:lnTo>
                <a:lnTo>
                  <a:pt x="1114697" y="531222"/>
                </a:lnTo>
                <a:lnTo>
                  <a:pt x="1112651" y="577058"/>
                </a:lnTo>
                <a:lnTo>
                  <a:pt x="1106625" y="621812"/>
                </a:lnTo>
                <a:lnTo>
                  <a:pt x="1096787" y="665323"/>
                </a:lnTo>
                <a:lnTo>
                  <a:pt x="1083303" y="707432"/>
                </a:lnTo>
                <a:lnTo>
                  <a:pt x="1066340" y="747980"/>
                </a:lnTo>
                <a:lnTo>
                  <a:pt x="1046067" y="786808"/>
                </a:lnTo>
                <a:lnTo>
                  <a:pt x="1022650" y="823756"/>
                </a:lnTo>
                <a:lnTo>
                  <a:pt x="996257" y="858664"/>
                </a:lnTo>
                <a:lnTo>
                  <a:pt x="967055" y="891373"/>
                </a:lnTo>
                <a:lnTo>
                  <a:pt x="935212" y="921724"/>
                </a:lnTo>
                <a:lnTo>
                  <a:pt x="900894" y="949558"/>
                </a:lnTo>
                <a:lnTo>
                  <a:pt x="864269" y="974713"/>
                </a:lnTo>
                <a:lnTo>
                  <a:pt x="825504" y="997032"/>
                </a:lnTo>
                <a:lnTo>
                  <a:pt x="784767" y="1016355"/>
                </a:lnTo>
                <a:lnTo>
                  <a:pt x="742224" y="1032523"/>
                </a:lnTo>
                <a:lnTo>
                  <a:pt x="698044" y="1045375"/>
                </a:lnTo>
                <a:lnTo>
                  <a:pt x="652393" y="1054752"/>
                </a:lnTo>
                <a:lnTo>
                  <a:pt x="605438" y="1060495"/>
                </a:lnTo>
                <a:lnTo>
                  <a:pt x="557348" y="1062445"/>
                </a:lnTo>
                <a:lnTo>
                  <a:pt x="509258" y="1060495"/>
                </a:lnTo>
                <a:lnTo>
                  <a:pt x="462304" y="1054752"/>
                </a:lnTo>
                <a:lnTo>
                  <a:pt x="416653" y="1045375"/>
                </a:lnTo>
                <a:lnTo>
                  <a:pt x="372473" y="1032523"/>
                </a:lnTo>
                <a:lnTo>
                  <a:pt x="329930" y="1016355"/>
                </a:lnTo>
                <a:lnTo>
                  <a:pt x="289193" y="997032"/>
                </a:lnTo>
                <a:lnTo>
                  <a:pt x="250428" y="974713"/>
                </a:lnTo>
                <a:lnTo>
                  <a:pt x="213803" y="949558"/>
                </a:lnTo>
                <a:lnTo>
                  <a:pt x="179485" y="921724"/>
                </a:lnTo>
                <a:lnTo>
                  <a:pt x="147641" y="891373"/>
                </a:lnTo>
                <a:lnTo>
                  <a:pt x="118439" y="858664"/>
                </a:lnTo>
                <a:lnTo>
                  <a:pt x="92046" y="823756"/>
                </a:lnTo>
                <a:lnTo>
                  <a:pt x="68629" y="786808"/>
                </a:lnTo>
                <a:lnTo>
                  <a:pt x="48356" y="747980"/>
                </a:lnTo>
                <a:lnTo>
                  <a:pt x="31394" y="707432"/>
                </a:lnTo>
                <a:lnTo>
                  <a:pt x="17910" y="665323"/>
                </a:lnTo>
                <a:lnTo>
                  <a:pt x="8071" y="621812"/>
                </a:lnTo>
                <a:lnTo>
                  <a:pt x="2045" y="577058"/>
                </a:lnTo>
                <a:lnTo>
                  <a:pt x="0" y="531222"/>
                </a:lnTo>
                <a:close/>
              </a:path>
            </a:pathLst>
          </a:custGeom>
          <a:ln w="28186">
            <a:solidFill>
              <a:srgbClr val="6B766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629947" y="4547616"/>
            <a:ext cx="1686560" cy="48577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318770" marR="5080" indent="-306705">
              <a:lnSpc>
                <a:spcPct val="77600"/>
              </a:lnSpc>
              <a:spcBef>
                <a:spcPts val="555"/>
              </a:spcBef>
            </a:pP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Preserve</a:t>
            </a:r>
            <a:r>
              <a:rPr sz="17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 MT"/>
                <a:cs typeface="Arial MT"/>
              </a:rPr>
              <a:t>all</a:t>
            </a:r>
            <a:r>
              <a:rPr sz="17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 MT"/>
                <a:cs typeface="Arial MT"/>
              </a:rPr>
              <a:t>rows </a:t>
            </a:r>
            <a:r>
              <a:rPr sz="1700" spc="-4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left</a:t>
            </a:r>
            <a:r>
              <a:rPr sz="17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 MT"/>
                <a:cs typeface="Arial MT"/>
              </a:rPr>
              <a:t>table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65127" y="4317981"/>
          <a:ext cx="5509258" cy="2601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0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50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50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colA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colB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colY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ABC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STU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PQR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DEF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i="1" spc="-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NULL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i="1" spc="-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NULL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i="1" spc="-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NULL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i="1" spc="-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NULL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ee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KLM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GHI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83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XYZ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i="1" spc="-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NULL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i="1" spc="-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NULL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i="1" spc="-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NULL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i="1" spc="-5" dirty="0">
                          <a:solidFill>
                            <a:srgbClr val="292934"/>
                          </a:solidFill>
                          <a:latin typeface="Arial"/>
                          <a:cs typeface="Arial"/>
                        </a:rPr>
                        <a:t>NULL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18033" y="2042322"/>
          <a:ext cx="2661284" cy="20813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colA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colB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ee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66774" y="2029022"/>
          <a:ext cx="3460112" cy="21403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5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0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920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colY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ABC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PQR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DEF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GHI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KLM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STU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83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XYZ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17695" y="6915911"/>
            <a:ext cx="676973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Note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 order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7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 columns; order</a:t>
            </a:r>
            <a:r>
              <a:rPr sz="17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7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rows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does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matter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24005" y="315975"/>
            <a:ext cx="522795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30" dirty="0"/>
              <a:t>L</a:t>
            </a:r>
            <a:r>
              <a:rPr sz="4300" spc="-125" dirty="0"/>
              <a:t>E</a:t>
            </a:r>
            <a:r>
              <a:rPr sz="4300" spc="-135" dirty="0"/>
              <a:t>F</a:t>
            </a:r>
            <a:r>
              <a:rPr sz="4300" dirty="0"/>
              <a:t>T</a:t>
            </a:r>
            <a:r>
              <a:rPr sz="4300" spc="-260" dirty="0"/>
              <a:t> </a:t>
            </a:r>
            <a:r>
              <a:rPr sz="4300" spc="-135" dirty="0"/>
              <a:t>O</a:t>
            </a:r>
            <a:r>
              <a:rPr sz="4300" spc="-130" dirty="0"/>
              <a:t>U</a:t>
            </a:r>
            <a:r>
              <a:rPr sz="4300" spc="-135" dirty="0"/>
              <a:t>T</a:t>
            </a:r>
            <a:r>
              <a:rPr sz="4300" spc="-125" dirty="0"/>
              <a:t>E</a:t>
            </a:r>
            <a:r>
              <a:rPr sz="4300" dirty="0"/>
              <a:t>R</a:t>
            </a:r>
            <a:r>
              <a:rPr sz="4300" spc="-260" dirty="0"/>
              <a:t> </a:t>
            </a:r>
            <a:r>
              <a:rPr sz="4300" spc="-125" dirty="0"/>
              <a:t>J</a:t>
            </a:r>
            <a:r>
              <a:rPr sz="4300" spc="-135" dirty="0"/>
              <a:t>O</a:t>
            </a:r>
            <a:r>
              <a:rPr sz="4300" spc="-125" dirty="0"/>
              <a:t>I</a:t>
            </a:r>
            <a:r>
              <a:rPr sz="4300" dirty="0"/>
              <a:t>N</a:t>
            </a:r>
            <a:endParaRPr sz="4300"/>
          </a:p>
        </p:txBody>
      </p:sp>
      <p:sp>
        <p:nvSpPr>
          <p:cNvPr id="7" name="object 7"/>
          <p:cNvSpPr txBox="1"/>
          <p:nvPr/>
        </p:nvSpPr>
        <p:spPr>
          <a:xfrm>
            <a:off x="502839" y="956624"/>
            <a:ext cx="6306185" cy="1047115"/>
          </a:xfrm>
          <a:prstGeom prst="rect">
            <a:avLst/>
          </a:prstGeom>
        </p:spPr>
        <p:txBody>
          <a:bodyPr vert="horz" wrap="square" lIns="0" tIns="2336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39"/>
              </a:spcBef>
            </a:pPr>
            <a:r>
              <a:rPr sz="2600" spc="-30" dirty="0">
                <a:solidFill>
                  <a:srgbClr val="292934"/>
                </a:solidFill>
                <a:latin typeface="Verdana"/>
                <a:cs typeface="Verdana"/>
              </a:rPr>
              <a:t>Augment </a:t>
            </a:r>
            <a:r>
              <a:rPr sz="26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6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15" dirty="0">
                <a:solidFill>
                  <a:srgbClr val="292934"/>
                </a:solidFill>
                <a:latin typeface="Verdana"/>
                <a:cs typeface="Verdana"/>
              </a:rPr>
              <a:t>join</a:t>
            </a:r>
            <a:r>
              <a:rPr sz="26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1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6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1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6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20" dirty="0">
                <a:solidFill>
                  <a:srgbClr val="292934"/>
                </a:solidFill>
                <a:latin typeface="Verdana"/>
                <a:cs typeface="Verdana"/>
              </a:rPr>
              <a:t>dangling</a:t>
            </a:r>
            <a:r>
              <a:rPr sz="26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20" dirty="0">
                <a:solidFill>
                  <a:srgbClr val="292934"/>
                </a:solidFill>
                <a:latin typeface="Verdana"/>
                <a:cs typeface="Verdana"/>
              </a:rPr>
              <a:t>tuples</a:t>
            </a:r>
            <a:endParaRPr sz="2600">
              <a:latin typeface="Verdana"/>
              <a:cs typeface="Verdana"/>
            </a:endParaRPr>
          </a:p>
          <a:p>
            <a:pPr marL="40640">
              <a:lnSpc>
                <a:spcPct val="100000"/>
              </a:lnSpc>
              <a:spcBef>
                <a:spcPts val="1140"/>
              </a:spcBef>
              <a:tabLst>
                <a:tab pos="3072130" algn="l"/>
              </a:tabLst>
            </a:pP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one(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p1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17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colA,</a:t>
            </a:r>
            <a:r>
              <a:rPr sz="17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colB)	two(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p2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17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p1,</a:t>
            </a:r>
            <a:r>
              <a:rPr sz="17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colX,</a:t>
            </a:r>
            <a:r>
              <a:rPr sz="17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colY)</a:t>
            </a:r>
            <a:endParaRPr sz="1700">
              <a:latin typeface="Courier New"/>
              <a:cs typeface="Courier New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904048" y="1453992"/>
            <a:ext cx="1143635" cy="1091565"/>
            <a:chOff x="7904048" y="1453992"/>
            <a:chExt cx="1143635" cy="1091565"/>
          </a:xfrm>
        </p:grpSpPr>
        <p:sp>
          <p:nvSpPr>
            <p:cNvPr id="9" name="object 9"/>
            <p:cNvSpPr/>
            <p:nvPr/>
          </p:nvSpPr>
          <p:spPr>
            <a:xfrm>
              <a:off x="7918336" y="1468280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59" h="1062989">
                  <a:moveTo>
                    <a:pt x="557348" y="0"/>
                  </a:moveTo>
                  <a:lnTo>
                    <a:pt x="509258" y="1949"/>
                  </a:lnTo>
                  <a:lnTo>
                    <a:pt x="462304" y="7693"/>
                  </a:lnTo>
                  <a:lnTo>
                    <a:pt x="416653" y="17070"/>
                  </a:lnTo>
                  <a:lnTo>
                    <a:pt x="372472" y="29922"/>
                  </a:lnTo>
                  <a:lnTo>
                    <a:pt x="329930" y="46090"/>
                  </a:lnTo>
                  <a:lnTo>
                    <a:pt x="289193" y="65412"/>
                  </a:lnTo>
                  <a:lnTo>
                    <a:pt x="250428" y="87731"/>
                  </a:lnTo>
                  <a:lnTo>
                    <a:pt x="213803" y="112887"/>
                  </a:lnTo>
                  <a:lnTo>
                    <a:pt x="179485" y="140720"/>
                  </a:lnTo>
                  <a:lnTo>
                    <a:pt x="147641" y="171071"/>
                  </a:lnTo>
                  <a:lnTo>
                    <a:pt x="118439" y="203781"/>
                  </a:lnTo>
                  <a:lnTo>
                    <a:pt x="92046" y="238689"/>
                  </a:lnTo>
                  <a:lnTo>
                    <a:pt x="68629" y="275637"/>
                  </a:lnTo>
                  <a:lnTo>
                    <a:pt x="48356" y="314465"/>
                  </a:lnTo>
                  <a:lnTo>
                    <a:pt x="31394" y="355013"/>
                  </a:lnTo>
                  <a:lnTo>
                    <a:pt x="17910" y="397122"/>
                  </a:lnTo>
                  <a:lnTo>
                    <a:pt x="8071" y="440633"/>
                  </a:lnTo>
                  <a:lnTo>
                    <a:pt x="2045" y="485387"/>
                  </a:lnTo>
                  <a:lnTo>
                    <a:pt x="0" y="531223"/>
                  </a:lnTo>
                  <a:lnTo>
                    <a:pt x="2045" y="577059"/>
                  </a:lnTo>
                  <a:lnTo>
                    <a:pt x="8071" y="621812"/>
                  </a:lnTo>
                  <a:lnTo>
                    <a:pt x="17910" y="665323"/>
                  </a:lnTo>
                  <a:lnTo>
                    <a:pt x="31394" y="707432"/>
                  </a:lnTo>
                  <a:lnTo>
                    <a:pt x="48356" y="747981"/>
                  </a:lnTo>
                  <a:lnTo>
                    <a:pt x="68629" y="786809"/>
                  </a:lnTo>
                  <a:lnTo>
                    <a:pt x="92046" y="823756"/>
                  </a:lnTo>
                  <a:lnTo>
                    <a:pt x="118439" y="858665"/>
                  </a:lnTo>
                  <a:lnTo>
                    <a:pt x="147641" y="891374"/>
                  </a:lnTo>
                  <a:lnTo>
                    <a:pt x="179485" y="921725"/>
                  </a:lnTo>
                  <a:lnTo>
                    <a:pt x="213803" y="949558"/>
                  </a:lnTo>
                  <a:lnTo>
                    <a:pt x="250428" y="974714"/>
                  </a:lnTo>
                  <a:lnTo>
                    <a:pt x="289193" y="997033"/>
                  </a:lnTo>
                  <a:lnTo>
                    <a:pt x="329930" y="1016356"/>
                  </a:lnTo>
                  <a:lnTo>
                    <a:pt x="372472" y="1032523"/>
                  </a:lnTo>
                  <a:lnTo>
                    <a:pt x="416653" y="1045375"/>
                  </a:lnTo>
                  <a:lnTo>
                    <a:pt x="462304" y="1054753"/>
                  </a:lnTo>
                  <a:lnTo>
                    <a:pt x="509258" y="1060496"/>
                  </a:lnTo>
                  <a:lnTo>
                    <a:pt x="557348" y="1062446"/>
                  </a:lnTo>
                  <a:lnTo>
                    <a:pt x="605438" y="1060496"/>
                  </a:lnTo>
                  <a:lnTo>
                    <a:pt x="652392" y="1054753"/>
                  </a:lnTo>
                  <a:lnTo>
                    <a:pt x="698043" y="1045375"/>
                  </a:lnTo>
                  <a:lnTo>
                    <a:pt x="742223" y="1032523"/>
                  </a:lnTo>
                  <a:lnTo>
                    <a:pt x="784766" y="1016356"/>
                  </a:lnTo>
                  <a:lnTo>
                    <a:pt x="825503" y="997033"/>
                  </a:lnTo>
                  <a:lnTo>
                    <a:pt x="864268" y="974714"/>
                  </a:lnTo>
                  <a:lnTo>
                    <a:pt x="900893" y="949558"/>
                  </a:lnTo>
                  <a:lnTo>
                    <a:pt x="935211" y="921725"/>
                  </a:lnTo>
                  <a:lnTo>
                    <a:pt x="967055" y="891374"/>
                  </a:lnTo>
                  <a:lnTo>
                    <a:pt x="996257" y="858665"/>
                  </a:lnTo>
                  <a:lnTo>
                    <a:pt x="1022650" y="823756"/>
                  </a:lnTo>
                  <a:lnTo>
                    <a:pt x="1046066" y="786809"/>
                  </a:lnTo>
                  <a:lnTo>
                    <a:pt x="1066340" y="747981"/>
                  </a:lnTo>
                  <a:lnTo>
                    <a:pt x="1083302" y="707432"/>
                  </a:lnTo>
                  <a:lnTo>
                    <a:pt x="1096786" y="665323"/>
                  </a:lnTo>
                  <a:lnTo>
                    <a:pt x="1106625" y="621812"/>
                  </a:lnTo>
                  <a:lnTo>
                    <a:pt x="1112650" y="577059"/>
                  </a:lnTo>
                  <a:lnTo>
                    <a:pt x="1114696" y="531223"/>
                  </a:lnTo>
                  <a:lnTo>
                    <a:pt x="1112650" y="485387"/>
                  </a:lnTo>
                  <a:lnTo>
                    <a:pt x="1106625" y="440633"/>
                  </a:lnTo>
                  <a:lnTo>
                    <a:pt x="1096786" y="397122"/>
                  </a:lnTo>
                  <a:lnTo>
                    <a:pt x="1083302" y="355013"/>
                  </a:lnTo>
                  <a:lnTo>
                    <a:pt x="1066340" y="314465"/>
                  </a:lnTo>
                  <a:lnTo>
                    <a:pt x="1046066" y="275637"/>
                  </a:lnTo>
                  <a:lnTo>
                    <a:pt x="1022650" y="238689"/>
                  </a:lnTo>
                  <a:lnTo>
                    <a:pt x="996257" y="203781"/>
                  </a:lnTo>
                  <a:lnTo>
                    <a:pt x="967055" y="171071"/>
                  </a:lnTo>
                  <a:lnTo>
                    <a:pt x="935211" y="140720"/>
                  </a:lnTo>
                  <a:lnTo>
                    <a:pt x="900893" y="112887"/>
                  </a:lnTo>
                  <a:lnTo>
                    <a:pt x="864268" y="87731"/>
                  </a:lnTo>
                  <a:lnTo>
                    <a:pt x="825503" y="65412"/>
                  </a:lnTo>
                  <a:lnTo>
                    <a:pt x="784766" y="46090"/>
                  </a:lnTo>
                  <a:lnTo>
                    <a:pt x="742223" y="29922"/>
                  </a:lnTo>
                  <a:lnTo>
                    <a:pt x="698043" y="17070"/>
                  </a:lnTo>
                  <a:lnTo>
                    <a:pt x="652392" y="7693"/>
                  </a:lnTo>
                  <a:lnTo>
                    <a:pt x="605438" y="1949"/>
                  </a:lnTo>
                  <a:lnTo>
                    <a:pt x="557348" y="0"/>
                  </a:lnTo>
                  <a:close/>
                </a:path>
              </a:pathLst>
            </a:custGeom>
            <a:solidFill>
              <a:srgbClr val="E8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918336" y="1468280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59" h="1062989">
                  <a:moveTo>
                    <a:pt x="0" y="531222"/>
                  </a:moveTo>
                  <a:lnTo>
                    <a:pt x="2045" y="485386"/>
                  </a:lnTo>
                  <a:lnTo>
                    <a:pt x="8071" y="440633"/>
                  </a:lnTo>
                  <a:lnTo>
                    <a:pt x="17910" y="397122"/>
                  </a:lnTo>
                  <a:lnTo>
                    <a:pt x="31394" y="355013"/>
                  </a:lnTo>
                  <a:lnTo>
                    <a:pt x="48356" y="314464"/>
                  </a:lnTo>
                  <a:lnTo>
                    <a:pt x="68629" y="275637"/>
                  </a:lnTo>
                  <a:lnTo>
                    <a:pt x="92046" y="238689"/>
                  </a:lnTo>
                  <a:lnTo>
                    <a:pt x="118439" y="203781"/>
                  </a:lnTo>
                  <a:lnTo>
                    <a:pt x="147641" y="171071"/>
                  </a:lnTo>
                  <a:lnTo>
                    <a:pt x="179485" y="140720"/>
                  </a:lnTo>
                  <a:lnTo>
                    <a:pt x="213803" y="112887"/>
                  </a:lnTo>
                  <a:lnTo>
                    <a:pt x="250428" y="87731"/>
                  </a:lnTo>
                  <a:lnTo>
                    <a:pt x="289193" y="65412"/>
                  </a:lnTo>
                  <a:lnTo>
                    <a:pt x="329930" y="46089"/>
                  </a:lnTo>
                  <a:lnTo>
                    <a:pt x="372473" y="29922"/>
                  </a:lnTo>
                  <a:lnTo>
                    <a:pt x="416653" y="17070"/>
                  </a:lnTo>
                  <a:lnTo>
                    <a:pt x="462304" y="7693"/>
                  </a:lnTo>
                  <a:lnTo>
                    <a:pt x="509258" y="1949"/>
                  </a:lnTo>
                  <a:lnTo>
                    <a:pt x="557348" y="0"/>
                  </a:lnTo>
                  <a:lnTo>
                    <a:pt x="605438" y="1949"/>
                  </a:lnTo>
                  <a:lnTo>
                    <a:pt x="652393" y="7693"/>
                  </a:lnTo>
                  <a:lnTo>
                    <a:pt x="698044" y="17070"/>
                  </a:lnTo>
                  <a:lnTo>
                    <a:pt x="742224" y="29922"/>
                  </a:lnTo>
                  <a:lnTo>
                    <a:pt x="784767" y="46089"/>
                  </a:lnTo>
                  <a:lnTo>
                    <a:pt x="825504" y="65412"/>
                  </a:lnTo>
                  <a:lnTo>
                    <a:pt x="864269" y="87731"/>
                  </a:lnTo>
                  <a:lnTo>
                    <a:pt x="900894" y="112887"/>
                  </a:lnTo>
                  <a:lnTo>
                    <a:pt x="935212" y="140720"/>
                  </a:lnTo>
                  <a:lnTo>
                    <a:pt x="967055" y="171071"/>
                  </a:lnTo>
                  <a:lnTo>
                    <a:pt x="996257" y="203781"/>
                  </a:lnTo>
                  <a:lnTo>
                    <a:pt x="1022650" y="238689"/>
                  </a:lnTo>
                  <a:lnTo>
                    <a:pt x="1046067" y="275637"/>
                  </a:lnTo>
                  <a:lnTo>
                    <a:pt x="1066340" y="314464"/>
                  </a:lnTo>
                  <a:lnTo>
                    <a:pt x="1083303" y="355013"/>
                  </a:lnTo>
                  <a:lnTo>
                    <a:pt x="1096787" y="397122"/>
                  </a:lnTo>
                  <a:lnTo>
                    <a:pt x="1106625" y="440633"/>
                  </a:lnTo>
                  <a:lnTo>
                    <a:pt x="1112651" y="485386"/>
                  </a:lnTo>
                  <a:lnTo>
                    <a:pt x="1114697" y="531222"/>
                  </a:lnTo>
                  <a:lnTo>
                    <a:pt x="1112651" y="577058"/>
                  </a:lnTo>
                  <a:lnTo>
                    <a:pt x="1106625" y="621812"/>
                  </a:lnTo>
                  <a:lnTo>
                    <a:pt x="1096787" y="665323"/>
                  </a:lnTo>
                  <a:lnTo>
                    <a:pt x="1083303" y="707432"/>
                  </a:lnTo>
                  <a:lnTo>
                    <a:pt x="1066340" y="747980"/>
                  </a:lnTo>
                  <a:lnTo>
                    <a:pt x="1046067" y="786808"/>
                  </a:lnTo>
                  <a:lnTo>
                    <a:pt x="1022650" y="823756"/>
                  </a:lnTo>
                  <a:lnTo>
                    <a:pt x="996257" y="858664"/>
                  </a:lnTo>
                  <a:lnTo>
                    <a:pt x="967055" y="891373"/>
                  </a:lnTo>
                  <a:lnTo>
                    <a:pt x="935212" y="921724"/>
                  </a:lnTo>
                  <a:lnTo>
                    <a:pt x="900894" y="949558"/>
                  </a:lnTo>
                  <a:lnTo>
                    <a:pt x="864269" y="974713"/>
                  </a:lnTo>
                  <a:lnTo>
                    <a:pt x="825504" y="997032"/>
                  </a:lnTo>
                  <a:lnTo>
                    <a:pt x="784767" y="1016355"/>
                  </a:lnTo>
                  <a:lnTo>
                    <a:pt x="742224" y="1032523"/>
                  </a:lnTo>
                  <a:lnTo>
                    <a:pt x="698044" y="1045375"/>
                  </a:lnTo>
                  <a:lnTo>
                    <a:pt x="652393" y="1054752"/>
                  </a:lnTo>
                  <a:lnTo>
                    <a:pt x="605438" y="1060495"/>
                  </a:lnTo>
                  <a:lnTo>
                    <a:pt x="557348" y="1062445"/>
                  </a:lnTo>
                  <a:lnTo>
                    <a:pt x="509258" y="1060495"/>
                  </a:lnTo>
                  <a:lnTo>
                    <a:pt x="462304" y="1054752"/>
                  </a:lnTo>
                  <a:lnTo>
                    <a:pt x="416653" y="1045375"/>
                  </a:lnTo>
                  <a:lnTo>
                    <a:pt x="372473" y="1032523"/>
                  </a:lnTo>
                  <a:lnTo>
                    <a:pt x="329930" y="1016355"/>
                  </a:lnTo>
                  <a:lnTo>
                    <a:pt x="289193" y="997032"/>
                  </a:lnTo>
                  <a:lnTo>
                    <a:pt x="250428" y="974713"/>
                  </a:lnTo>
                  <a:lnTo>
                    <a:pt x="213803" y="949558"/>
                  </a:lnTo>
                  <a:lnTo>
                    <a:pt x="179485" y="921724"/>
                  </a:lnTo>
                  <a:lnTo>
                    <a:pt x="147641" y="891373"/>
                  </a:lnTo>
                  <a:lnTo>
                    <a:pt x="118439" y="858664"/>
                  </a:lnTo>
                  <a:lnTo>
                    <a:pt x="92046" y="823756"/>
                  </a:lnTo>
                  <a:lnTo>
                    <a:pt x="68629" y="786808"/>
                  </a:lnTo>
                  <a:lnTo>
                    <a:pt x="48356" y="747980"/>
                  </a:lnTo>
                  <a:lnTo>
                    <a:pt x="31394" y="707432"/>
                  </a:lnTo>
                  <a:lnTo>
                    <a:pt x="17910" y="665323"/>
                  </a:lnTo>
                  <a:lnTo>
                    <a:pt x="8071" y="621812"/>
                  </a:lnTo>
                  <a:lnTo>
                    <a:pt x="2045" y="577058"/>
                  </a:lnTo>
                  <a:lnTo>
                    <a:pt x="0" y="531222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088735" y="1740915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85090">
              <a:lnSpc>
                <a:spcPts val="1900"/>
              </a:lnSpc>
              <a:spcBef>
                <a:spcPts val="18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left 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09367" y="1740915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22860">
              <a:lnSpc>
                <a:spcPts val="1900"/>
              </a:lnSpc>
              <a:spcBef>
                <a:spcPts val="180"/>
              </a:spcBef>
            </a:pP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right </a:t>
            </a:r>
            <a:r>
              <a:rPr sz="1600" spc="-4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08903" y="1149603"/>
            <a:ext cx="10356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LEFT</a:t>
            </a:r>
            <a:r>
              <a:rPr sz="1600" spc="-10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JOIN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649855" y="1468280"/>
            <a:ext cx="1115060" cy="1062990"/>
          </a:xfrm>
          <a:custGeom>
            <a:avLst/>
            <a:gdLst/>
            <a:ahLst/>
            <a:cxnLst/>
            <a:rect l="l" t="t" r="r" b="b"/>
            <a:pathLst>
              <a:path w="1115059" h="1062989">
                <a:moveTo>
                  <a:pt x="0" y="531222"/>
                </a:moveTo>
                <a:lnTo>
                  <a:pt x="2045" y="485386"/>
                </a:lnTo>
                <a:lnTo>
                  <a:pt x="8071" y="440633"/>
                </a:lnTo>
                <a:lnTo>
                  <a:pt x="17910" y="397122"/>
                </a:lnTo>
                <a:lnTo>
                  <a:pt x="31394" y="355013"/>
                </a:lnTo>
                <a:lnTo>
                  <a:pt x="48356" y="314464"/>
                </a:lnTo>
                <a:lnTo>
                  <a:pt x="68629" y="275637"/>
                </a:lnTo>
                <a:lnTo>
                  <a:pt x="92046" y="238689"/>
                </a:lnTo>
                <a:lnTo>
                  <a:pt x="118439" y="203781"/>
                </a:lnTo>
                <a:lnTo>
                  <a:pt x="147641" y="171071"/>
                </a:lnTo>
                <a:lnTo>
                  <a:pt x="179485" y="140720"/>
                </a:lnTo>
                <a:lnTo>
                  <a:pt x="213803" y="112887"/>
                </a:lnTo>
                <a:lnTo>
                  <a:pt x="250428" y="87731"/>
                </a:lnTo>
                <a:lnTo>
                  <a:pt x="289193" y="65412"/>
                </a:lnTo>
                <a:lnTo>
                  <a:pt x="329930" y="46089"/>
                </a:lnTo>
                <a:lnTo>
                  <a:pt x="372473" y="29922"/>
                </a:lnTo>
                <a:lnTo>
                  <a:pt x="416653" y="17070"/>
                </a:lnTo>
                <a:lnTo>
                  <a:pt x="462304" y="7693"/>
                </a:lnTo>
                <a:lnTo>
                  <a:pt x="509258" y="1949"/>
                </a:lnTo>
                <a:lnTo>
                  <a:pt x="557348" y="0"/>
                </a:lnTo>
                <a:lnTo>
                  <a:pt x="605438" y="1949"/>
                </a:lnTo>
                <a:lnTo>
                  <a:pt x="652393" y="7693"/>
                </a:lnTo>
                <a:lnTo>
                  <a:pt x="698044" y="17070"/>
                </a:lnTo>
                <a:lnTo>
                  <a:pt x="742224" y="29922"/>
                </a:lnTo>
                <a:lnTo>
                  <a:pt x="784767" y="46089"/>
                </a:lnTo>
                <a:lnTo>
                  <a:pt x="825504" y="65412"/>
                </a:lnTo>
                <a:lnTo>
                  <a:pt x="864269" y="87731"/>
                </a:lnTo>
                <a:lnTo>
                  <a:pt x="900894" y="112887"/>
                </a:lnTo>
                <a:lnTo>
                  <a:pt x="935212" y="140720"/>
                </a:lnTo>
                <a:lnTo>
                  <a:pt x="967055" y="171071"/>
                </a:lnTo>
                <a:lnTo>
                  <a:pt x="996257" y="203781"/>
                </a:lnTo>
                <a:lnTo>
                  <a:pt x="1022650" y="238689"/>
                </a:lnTo>
                <a:lnTo>
                  <a:pt x="1046067" y="275637"/>
                </a:lnTo>
                <a:lnTo>
                  <a:pt x="1066340" y="314464"/>
                </a:lnTo>
                <a:lnTo>
                  <a:pt x="1083303" y="355013"/>
                </a:lnTo>
                <a:lnTo>
                  <a:pt x="1096787" y="397122"/>
                </a:lnTo>
                <a:lnTo>
                  <a:pt x="1106625" y="440633"/>
                </a:lnTo>
                <a:lnTo>
                  <a:pt x="1112651" y="485386"/>
                </a:lnTo>
                <a:lnTo>
                  <a:pt x="1114697" y="531222"/>
                </a:lnTo>
                <a:lnTo>
                  <a:pt x="1112651" y="577058"/>
                </a:lnTo>
                <a:lnTo>
                  <a:pt x="1106625" y="621812"/>
                </a:lnTo>
                <a:lnTo>
                  <a:pt x="1096787" y="665323"/>
                </a:lnTo>
                <a:lnTo>
                  <a:pt x="1083303" y="707432"/>
                </a:lnTo>
                <a:lnTo>
                  <a:pt x="1066340" y="747980"/>
                </a:lnTo>
                <a:lnTo>
                  <a:pt x="1046067" y="786808"/>
                </a:lnTo>
                <a:lnTo>
                  <a:pt x="1022650" y="823756"/>
                </a:lnTo>
                <a:lnTo>
                  <a:pt x="996257" y="858664"/>
                </a:lnTo>
                <a:lnTo>
                  <a:pt x="967055" y="891373"/>
                </a:lnTo>
                <a:lnTo>
                  <a:pt x="935212" y="921724"/>
                </a:lnTo>
                <a:lnTo>
                  <a:pt x="900894" y="949558"/>
                </a:lnTo>
                <a:lnTo>
                  <a:pt x="864269" y="974713"/>
                </a:lnTo>
                <a:lnTo>
                  <a:pt x="825504" y="997032"/>
                </a:lnTo>
                <a:lnTo>
                  <a:pt x="784767" y="1016355"/>
                </a:lnTo>
                <a:lnTo>
                  <a:pt x="742224" y="1032523"/>
                </a:lnTo>
                <a:lnTo>
                  <a:pt x="698044" y="1045375"/>
                </a:lnTo>
                <a:lnTo>
                  <a:pt x="652393" y="1054752"/>
                </a:lnTo>
                <a:lnTo>
                  <a:pt x="605438" y="1060495"/>
                </a:lnTo>
                <a:lnTo>
                  <a:pt x="557348" y="1062445"/>
                </a:lnTo>
                <a:lnTo>
                  <a:pt x="509258" y="1060495"/>
                </a:lnTo>
                <a:lnTo>
                  <a:pt x="462304" y="1054752"/>
                </a:lnTo>
                <a:lnTo>
                  <a:pt x="416653" y="1045375"/>
                </a:lnTo>
                <a:lnTo>
                  <a:pt x="372473" y="1032523"/>
                </a:lnTo>
                <a:lnTo>
                  <a:pt x="329930" y="1016355"/>
                </a:lnTo>
                <a:lnTo>
                  <a:pt x="289193" y="997032"/>
                </a:lnTo>
                <a:lnTo>
                  <a:pt x="250428" y="974713"/>
                </a:lnTo>
                <a:lnTo>
                  <a:pt x="213803" y="949558"/>
                </a:lnTo>
                <a:lnTo>
                  <a:pt x="179485" y="921724"/>
                </a:lnTo>
                <a:lnTo>
                  <a:pt x="147641" y="891373"/>
                </a:lnTo>
                <a:lnTo>
                  <a:pt x="118439" y="858664"/>
                </a:lnTo>
                <a:lnTo>
                  <a:pt x="92046" y="823756"/>
                </a:lnTo>
                <a:lnTo>
                  <a:pt x="68629" y="786808"/>
                </a:lnTo>
                <a:lnTo>
                  <a:pt x="48356" y="747980"/>
                </a:lnTo>
                <a:lnTo>
                  <a:pt x="31394" y="707432"/>
                </a:lnTo>
                <a:lnTo>
                  <a:pt x="17910" y="665323"/>
                </a:lnTo>
                <a:lnTo>
                  <a:pt x="8071" y="621812"/>
                </a:lnTo>
                <a:lnTo>
                  <a:pt x="2045" y="577058"/>
                </a:lnTo>
                <a:lnTo>
                  <a:pt x="0" y="531222"/>
                </a:lnTo>
                <a:close/>
              </a:path>
            </a:pathLst>
          </a:custGeom>
          <a:ln w="28186">
            <a:solidFill>
              <a:srgbClr val="6B766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81589" y="5611144"/>
            <a:ext cx="5694680" cy="253365"/>
          </a:xfrm>
          <a:custGeom>
            <a:avLst/>
            <a:gdLst/>
            <a:ahLst/>
            <a:cxnLst/>
            <a:rect l="l" t="t" r="r" b="b"/>
            <a:pathLst>
              <a:path w="5694680" h="253364">
                <a:moveTo>
                  <a:pt x="0" y="42146"/>
                </a:moveTo>
                <a:lnTo>
                  <a:pt x="3312" y="25741"/>
                </a:lnTo>
                <a:lnTo>
                  <a:pt x="12344" y="12344"/>
                </a:lnTo>
                <a:lnTo>
                  <a:pt x="25740" y="3312"/>
                </a:lnTo>
                <a:lnTo>
                  <a:pt x="42146" y="0"/>
                </a:lnTo>
                <a:lnTo>
                  <a:pt x="5652050" y="0"/>
                </a:lnTo>
                <a:lnTo>
                  <a:pt x="5668455" y="3312"/>
                </a:lnTo>
                <a:lnTo>
                  <a:pt x="5681851" y="12344"/>
                </a:lnTo>
                <a:lnTo>
                  <a:pt x="5690884" y="25741"/>
                </a:lnTo>
                <a:lnTo>
                  <a:pt x="5694196" y="42146"/>
                </a:lnTo>
                <a:lnTo>
                  <a:pt x="5694196" y="210725"/>
                </a:lnTo>
                <a:lnTo>
                  <a:pt x="5690884" y="227130"/>
                </a:lnTo>
                <a:lnTo>
                  <a:pt x="5681851" y="240527"/>
                </a:lnTo>
                <a:lnTo>
                  <a:pt x="5668455" y="249559"/>
                </a:lnTo>
                <a:lnTo>
                  <a:pt x="5652050" y="252871"/>
                </a:lnTo>
                <a:lnTo>
                  <a:pt x="42146" y="252871"/>
                </a:lnTo>
                <a:lnTo>
                  <a:pt x="25740" y="249559"/>
                </a:lnTo>
                <a:lnTo>
                  <a:pt x="12344" y="240527"/>
                </a:lnTo>
                <a:lnTo>
                  <a:pt x="3312" y="227130"/>
                </a:lnTo>
                <a:lnTo>
                  <a:pt x="0" y="210725"/>
                </a:lnTo>
                <a:lnTo>
                  <a:pt x="0" y="42146"/>
                </a:lnTo>
                <a:close/>
              </a:path>
            </a:pathLst>
          </a:custGeom>
          <a:ln w="2818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981589" y="6622629"/>
            <a:ext cx="5694680" cy="253365"/>
          </a:xfrm>
          <a:custGeom>
            <a:avLst/>
            <a:gdLst/>
            <a:ahLst/>
            <a:cxnLst/>
            <a:rect l="l" t="t" r="r" b="b"/>
            <a:pathLst>
              <a:path w="5694680" h="253365">
                <a:moveTo>
                  <a:pt x="0" y="42146"/>
                </a:moveTo>
                <a:lnTo>
                  <a:pt x="3312" y="25741"/>
                </a:lnTo>
                <a:lnTo>
                  <a:pt x="12344" y="12344"/>
                </a:lnTo>
                <a:lnTo>
                  <a:pt x="25740" y="3312"/>
                </a:lnTo>
                <a:lnTo>
                  <a:pt x="42146" y="0"/>
                </a:lnTo>
                <a:lnTo>
                  <a:pt x="5652050" y="0"/>
                </a:lnTo>
                <a:lnTo>
                  <a:pt x="5668455" y="3312"/>
                </a:lnTo>
                <a:lnTo>
                  <a:pt x="5681851" y="12344"/>
                </a:lnTo>
                <a:lnTo>
                  <a:pt x="5690884" y="25741"/>
                </a:lnTo>
                <a:lnTo>
                  <a:pt x="5694196" y="42146"/>
                </a:lnTo>
                <a:lnTo>
                  <a:pt x="5694196" y="210725"/>
                </a:lnTo>
                <a:lnTo>
                  <a:pt x="5690884" y="227130"/>
                </a:lnTo>
                <a:lnTo>
                  <a:pt x="5681851" y="240527"/>
                </a:lnTo>
                <a:lnTo>
                  <a:pt x="5668455" y="249559"/>
                </a:lnTo>
                <a:lnTo>
                  <a:pt x="5652050" y="252871"/>
                </a:lnTo>
                <a:lnTo>
                  <a:pt x="42146" y="252871"/>
                </a:lnTo>
                <a:lnTo>
                  <a:pt x="25740" y="249559"/>
                </a:lnTo>
                <a:lnTo>
                  <a:pt x="12344" y="240527"/>
                </a:lnTo>
                <a:lnTo>
                  <a:pt x="3312" y="227130"/>
                </a:lnTo>
                <a:lnTo>
                  <a:pt x="0" y="210725"/>
                </a:lnTo>
                <a:lnTo>
                  <a:pt x="0" y="42146"/>
                </a:lnTo>
                <a:close/>
              </a:path>
            </a:pathLst>
          </a:custGeom>
          <a:ln w="2818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529810" y="4473138"/>
            <a:ext cx="524510" cy="403860"/>
          </a:xfrm>
          <a:custGeom>
            <a:avLst/>
            <a:gdLst/>
            <a:ahLst/>
            <a:cxnLst/>
            <a:rect l="l" t="t" r="r" b="b"/>
            <a:pathLst>
              <a:path w="524510" h="403860">
                <a:moveTo>
                  <a:pt x="427356" y="72589"/>
                </a:moveTo>
                <a:lnTo>
                  <a:pt x="367267" y="79556"/>
                </a:lnTo>
                <a:lnTo>
                  <a:pt x="0" y="355006"/>
                </a:lnTo>
                <a:lnTo>
                  <a:pt x="36575" y="403774"/>
                </a:lnTo>
                <a:lnTo>
                  <a:pt x="403842" y="128325"/>
                </a:lnTo>
                <a:lnTo>
                  <a:pt x="427356" y="72589"/>
                </a:lnTo>
                <a:close/>
              </a:path>
              <a:path w="524510" h="403860">
                <a:moveTo>
                  <a:pt x="519117" y="11911"/>
                </a:moveTo>
                <a:lnTo>
                  <a:pt x="457461" y="11911"/>
                </a:lnTo>
                <a:lnTo>
                  <a:pt x="494037" y="60679"/>
                </a:lnTo>
                <a:lnTo>
                  <a:pt x="403842" y="128325"/>
                </a:lnTo>
                <a:lnTo>
                  <a:pt x="365370" y="219519"/>
                </a:lnTo>
                <a:lnTo>
                  <a:pt x="362965" y="231381"/>
                </a:lnTo>
                <a:lnTo>
                  <a:pt x="365217" y="242846"/>
                </a:lnTo>
                <a:lnTo>
                  <a:pt x="371605" y="252631"/>
                </a:lnTo>
                <a:lnTo>
                  <a:pt x="381605" y="259449"/>
                </a:lnTo>
                <a:lnTo>
                  <a:pt x="393468" y="261854"/>
                </a:lnTo>
                <a:lnTo>
                  <a:pt x="404933" y="259602"/>
                </a:lnTo>
                <a:lnTo>
                  <a:pt x="414718" y="253214"/>
                </a:lnTo>
                <a:lnTo>
                  <a:pt x="421537" y="243213"/>
                </a:lnTo>
                <a:lnTo>
                  <a:pt x="519117" y="11911"/>
                </a:lnTo>
                <a:close/>
              </a:path>
              <a:path w="524510" h="403860">
                <a:moveTo>
                  <a:pt x="466863" y="24447"/>
                </a:moveTo>
                <a:lnTo>
                  <a:pt x="447666" y="24447"/>
                </a:lnTo>
                <a:lnTo>
                  <a:pt x="479259" y="66572"/>
                </a:lnTo>
                <a:lnTo>
                  <a:pt x="427356" y="72589"/>
                </a:lnTo>
                <a:lnTo>
                  <a:pt x="403842" y="128325"/>
                </a:lnTo>
                <a:lnTo>
                  <a:pt x="494037" y="60679"/>
                </a:lnTo>
                <a:lnTo>
                  <a:pt x="466863" y="24447"/>
                </a:lnTo>
                <a:close/>
              </a:path>
              <a:path w="524510" h="403860">
                <a:moveTo>
                  <a:pt x="524142" y="0"/>
                </a:moveTo>
                <a:lnTo>
                  <a:pt x="261927" y="30401"/>
                </a:lnTo>
                <a:lnTo>
                  <a:pt x="235160" y="64189"/>
                </a:lnTo>
                <a:lnTo>
                  <a:pt x="238906" y="75698"/>
                </a:lnTo>
                <a:lnTo>
                  <a:pt x="246510" y="84569"/>
                </a:lnTo>
                <a:lnTo>
                  <a:pt x="256886" y="89942"/>
                </a:lnTo>
                <a:lnTo>
                  <a:pt x="268947" y="90956"/>
                </a:lnTo>
                <a:lnTo>
                  <a:pt x="367267" y="79556"/>
                </a:lnTo>
                <a:lnTo>
                  <a:pt x="457461" y="11911"/>
                </a:lnTo>
                <a:lnTo>
                  <a:pt x="519117" y="11911"/>
                </a:lnTo>
                <a:lnTo>
                  <a:pt x="524142" y="0"/>
                </a:lnTo>
                <a:close/>
              </a:path>
              <a:path w="524510" h="403860">
                <a:moveTo>
                  <a:pt x="457461" y="11911"/>
                </a:moveTo>
                <a:lnTo>
                  <a:pt x="367267" y="79556"/>
                </a:lnTo>
                <a:lnTo>
                  <a:pt x="427356" y="72589"/>
                </a:lnTo>
                <a:lnTo>
                  <a:pt x="447666" y="24447"/>
                </a:lnTo>
                <a:lnTo>
                  <a:pt x="466863" y="24447"/>
                </a:lnTo>
                <a:lnTo>
                  <a:pt x="457461" y="11911"/>
                </a:lnTo>
                <a:close/>
              </a:path>
              <a:path w="524510" h="403860">
                <a:moveTo>
                  <a:pt x="447666" y="24447"/>
                </a:moveTo>
                <a:lnTo>
                  <a:pt x="427356" y="72589"/>
                </a:lnTo>
                <a:lnTo>
                  <a:pt x="479259" y="66572"/>
                </a:lnTo>
                <a:lnTo>
                  <a:pt x="447666" y="24447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395247" y="3854339"/>
            <a:ext cx="490220" cy="438784"/>
          </a:xfrm>
          <a:custGeom>
            <a:avLst/>
            <a:gdLst/>
            <a:ahLst/>
            <a:cxnLst/>
            <a:rect l="l" t="t" r="r" b="b"/>
            <a:pathLst>
              <a:path w="490220" h="438785">
                <a:moveTo>
                  <a:pt x="109126" y="166811"/>
                </a:moveTo>
                <a:lnTo>
                  <a:pt x="97880" y="169981"/>
                </a:lnTo>
                <a:lnTo>
                  <a:pt x="88643" y="177137"/>
                </a:lnTo>
                <a:lnTo>
                  <a:pt x="82652" y="187655"/>
                </a:lnTo>
                <a:lnTo>
                  <a:pt x="0" y="438354"/>
                </a:lnTo>
                <a:lnTo>
                  <a:pt x="86807" y="421102"/>
                </a:lnTo>
                <a:lnTo>
                  <a:pt x="65502" y="421102"/>
                </a:lnTo>
                <a:lnTo>
                  <a:pt x="25112" y="375443"/>
                </a:lnTo>
                <a:lnTo>
                  <a:pt x="109557" y="300742"/>
                </a:lnTo>
                <a:lnTo>
                  <a:pt x="140548" y="206743"/>
                </a:lnTo>
                <a:lnTo>
                  <a:pt x="141988" y="194725"/>
                </a:lnTo>
                <a:lnTo>
                  <a:pt x="138818" y="183478"/>
                </a:lnTo>
                <a:lnTo>
                  <a:pt x="131662" y="174241"/>
                </a:lnTo>
                <a:lnTo>
                  <a:pt x="121144" y="168252"/>
                </a:lnTo>
                <a:lnTo>
                  <a:pt x="109126" y="166811"/>
                </a:lnTo>
                <a:close/>
              </a:path>
              <a:path w="490220" h="438785">
                <a:moveTo>
                  <a:pt x="109557" y="300742"/>
                </a:moveTo>
                <a:lnTo>
                  <a:pt x="25112" y="375443"/>
                </a:lnTo>
                <a:lnTo>
                  <a:pt x="65502" y="421102"/>
                </a:lnTo>
                <a:lnTo>
                  <a:pt x="80521" y="407817"/>
                </a:lnTo>
                <a:lnTo>
                  <a:pt x="74255" y="407817"/>
                </a:lnTo>
                <a:lnTo>
                  <a:pt x="39366" y="368378"/>
                </a:lnTo>
                <a:lnTo>
                  <a:pt x="90616" y="358193"/>
                </a:lnTo>
                <a:lnTo>
                  <a:pt x="109557" y="300742"/>
                </a:lnTo>
                <a:close/>
              </a:path>
              <a:path w="490220" h="438785">
                <a:moveTo>
                  <a:pt x="247026" y="327108"/>
                </a:moveTo>
                <a:lnTo>
                  <a:pt x="149946" y="346402"/>
                </a:lnTo>
                <a:lnTo>
                  <a:pt x="65502" y="421102"/>
                </a:lnTo>
                <a:lnTo>
                  <a:pt x="86807" y="421102"/>
                </a:lnTo>
                <a:lnTo>
                  <a:pt x="258908" y="386900"/>
                </a:lnTo>
                <a:lnTo>
                  <a:pt x="282863" y="351063"/>
                </a:lnTo>
                <a:lnTo>
                  <a:pt x="278201" y="339893"/>
                </a:lnTo>
                <a:lnTo>
                  <a:pt x="269905" y="331664"/>
                </a:lnTo>
                <a:lnTo>
                  <a:pt x="259130" y="327145"/>
                </a:lnTo>
                <a:lnTo>
                  <a:pt x="247026" y="327108"/>
                </a:lnTo>
                <a:close/>
              </a:path>
              <a:path w="490220" h="438785">
                <a:moveTo>
                  <a:pt x="90616" y="358193"/>
                </a:moveTo>
                <a:lnTo>
                  <a:pt x="39366" y="368378"/>
                </a:lnTo>
                <a:lnTo>
                  <a:pt x="74255" y="407817"/>
                </a:lnTo>
                <a:lnTo>
                  <a:pt x="90616" y="358193"/>
                </a:lnTo>
                <a:close/>
              </a:path>
              <a:path w="490220" h="438785">
                <a:moveTo>
                  <a:pt x="149946" y="346402"/>
                </a:moveTo>
                <a:lnTo>
                  <a:pt x="90616" y="358193"/>
                </a:lnTo>
                <a:lnTo>
                  <a:pt x="74255" y="407817"/>
                </a:lnTo>
                <a:lnTo>
                  <a:pt x="80521" y="407817"/>
                </a:lnTo>
                <a:lnTo>
                  <a:pt x="149946" y="346402"/>
                </a:lnTo>
                <a:close/>
              </a:path>
              <a:path w="490220" h="438785">
                <a:moveTo>
                  <a:pt x="449526" y="0"/>
                </a:moveTo>
                <a:lnTo>
                  <a:pt x="109557" y="300742"/>
                </a:lnTo>
                <a:lnTo>
                  <a:pt x="90616" y="358193"/>
                </a:lnTo>
                <a:lnTo>
                  <a:pt x="149946" y="346402"/>
                </a:lnTo>
                <a:lnTo>
                  <a:pt x="489917" y="45657"/>
                </a:lnTo>
                <a:lnTo>
                  <a:pt x="449526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1566" y="315975"/>
            <a:ext cx="869950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35" dirty="0"/>
              <a:t>NA</a:t>
            </a:r>
            <a:r>
              <a:rPr sz="4300" spc="-130" dirty="0"/>
              <a:t>T</a:t>
            </a:r>
            <a:r>
              <a:rPr sz="4300" spc="-135" dirty="0"/>
              <a:t>U</a:t>
            </a:r>
            <a:r>
              <a:rPr sz="4300" spc="-140" dirty="0"/>
              <a:t>RA</a:t>
            </a:r>
            <a:r>
              <a:rPr sz="4300" dirty="0"/>
              <a:t>L</a:t>
            </a:r>
            <a:r>
              <a:rPr sz="4300" spc="-260" dirty="0"/>
              <a:t> </a:t>
            </a:r>
            <a:r>
              <a:rPr sz="4300" spc="-140" dirty="0"/>
              <a:t>R</a:t>
            </a:r>
            <a:r>
              <a:rPr sz="4300" spc="-125" dirty="0"/>
              <a:t>I</a:t>
            </a:r>
            <a:r>
              <a:rPr sz="4300" spc="-130" dirty="0"/>
              <a:t>G</a:t>
            </a:r>
            <a:r>
              <a:rPr sz="4300" spc="-135" dirty="0"/>
              <a:t>H</a:t>
            </a:r>
            <a:r>
              <a:rPr sz="4300" dirty="0"/>
              <a:t>T</a:t>
            </a:r>
            <a:r>
              <a:rPr sz="4300" spc="-254" dirty="0"/>
              <a:t> </a:t>
            </a:r>
            <a:r>
              <a:rPr sz="4300" spc="-140" dirty="0"/>
              <a:t>O</a:t>
            </a:r>
            <a:r>
              <a:rPr sz="4300" spc="-135" dirty="0"/>
              <a:t>U</a:t>
            </a:r>
            <a:r>
              <a:rPr sz="4300" spc="-130" dirty="0"/>
              <a:t>T</a:t>
            </a:r>
            <a:r>
              <a:rPr sz="4300" spc="-125" dirty="0"/>
              <a:t>E</a:t>
            </a:r>
            <a:r>
              <a:rPr sz="4300" dirty="0"/>
              <a:t>R</a:t>
            </a:r>
            <a:r>
              <a:rPr sz="4300" spc="-260" dirty="0"/>
              <a:t> </a:t>
            </a:r>
            <a:r>
              <a:rPr sz="4300" spc="-125" dirty="0"/>
              <a:t>J</a:t>
            </a:r>
            <a:r>
              <a:rPr sz="4300" spc="-140" dirty="0"/>
              <a:t>O</a:t>
            </a:r>
            <a:r>
              <a:rPr sz="4300" spc="-120" dirty="0"/>
              <a:t>IN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502839" y="956624"/>
            <a:ext cx="6306185" cy="1047115"/>
          </a:xfrm>
          <a:prstGeom prst="rect">
            <a:avLst/>
          </a:prstGeom>
        </p:spPr>
        <p:txBody>
          <a:bodyPr vert="horz" wrap="square" lIns="0" tIns="2336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39"/>
              </a:spcBef>
            </a:pPr>
            <a:r>
              <a:rPr sz="2600" spc="-30" dirty="0">
                <a:solidFill>
                  <a:srgbClr val="292934"/>
                </a:solidFill>
                <a:latin typeface="Verdana"/>
                <a:cs typeface="Verdana"/>
              </a:rPr>
              <a:t>Augment </a:t>
            </a:r>
            <a:r>
              <a:rPr sz="26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6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15" dirty="0">
                <a:solidFill>
                  <a:srgbClr val="292934"/>
                </a:solidFill>
                <a:latin typeface="Verdana"/>
                <a:cs typeface="Verdana"/>
              </a:rPr>
              <a:t>join</a:t>
            </a:r>
            <a:r>
              <a:rPr sz="26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1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6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1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6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20" dirty="0">
                <a:solidFill>
                  <a:srgbClr val="292934"/>
                </a:solidFill>
                <a:latin typeface="Verdana"/>
                <a:cs typeface="Verdana"/>
              </a:rPr>
              <a:t>dangling</a:t>
            </a:r>
            <a:r>
              <a:rPr sz="26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20" dirty="0">
                <a:solidFill>
                  <a:srgbClr val="292934"/>
                </a:solidFill>
                <a:latin typeface="Verdana"/>
                <a:cs typeface="Verdana"/>
              </a:rPr>
              <a:t>tuples</a:t>
            </a:r>
            <a:endParaRPr sz="2600">
              <a:latin typeface="Verdana"/>
              <a:cs typeface="Verdana"/>
            </a:endParaRPr>
          </a:p>
          <a:p>
            <a:pPr marL="40640">
              <a:lnSpc>
                <a:spcPct val="100000"/>
              </a:lnSpc>
              <a:spcBef>
                <a:spcPts val="1140"/>
              </a:spcBef>
              <a:tabLst>
                <a:tab pos="3071495" algn="l"/>
              </a:tabLst>
            </a:pP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one(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p1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17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colA,</a:t>
            </a:r>
            <a:r>
              <a:rPr sz="17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colB)	two(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p2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17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p1,</a:t>
            </a:r>
            <a:r>
              <a:rPr sz="17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colX,</a:t>
            </a:r>
            <a:r>
              <a:rPr sz="17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colY)</a:t>
            </a:r>
            <a:endParaRPr sz="17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18031" y="2042649"/>
          <a:ext cx="2661284" cy="20813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colA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colB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ee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566772" y="2029351"/>
          <a:ext cx="3460112" cy="21403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5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0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920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colY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ABC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PQR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DEF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GHI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KLM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STU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83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XYZ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2186567" y="5144008"/>
            <a:ext cx="5559425" cy="56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1900" spc="-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*</a:t>
            </a:r>
            <a:endParaRPr sz="1900">
              <a:latin typeface="Courier New"/>
              <a:cs typeface="Courier New"/>
            </a:endParaRPr>
          </a:p>
          <a:p>
            <a:pPr marL="12700">
              <a:lnSpc>
                <a:spcPts val="2135"/>
              </a:lnSpc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one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NATURAL</a:t>
            </a:r>
            <a:r>
              <a:rPr sz="1900" spc="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RIGHT</a:t>
            </a:r>
            <a:r>
              <a:rPr sz="1900" spc="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OUTER</a:t>
            </a:r>
            <a:r>
              <a:rPr sz="1900" spc="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JOIN</a:t>
            </a:r>
            <a:r>
              <a:rPr sz="1900" spc="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two;</a:t>
            </a:r>
            <a:endParaRPr sz="1900">
              <a:latin typeface="Courier New"/>
              <a:cs typeface="Courier New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930085" y="2874264"/>
            <a:ext cx="7954645" cy="2961005"/>
            <a:chOff x="1930085" y="2874264"/>
            <a:chExt cx="7954645" cy="2961005"/>
          </a:xfrm>
        </p:grpSpPr>
        <p:sp>
          <p:nvSpPr>
            <p:cNvPr id="8" name="object 8"/>
            <p:cNvSpPr/>
            <p:nvPr/>
          </p:nvSpPr>
          <p:spPr>
            <a:xfrm>
              <a:off x="1940245" y="5079785"/>
              <a:ext cx="6136005" cy="744855"/>
            </a:xfrm>
            <a:custGeom>
              <a:avLst/>
              <a:gdLst/>
              <a:ahLst/>
              <a:cxnLst/>
              <a:rect l="l" t="t" r="r" b="b"/>
              <a:pathLst>
                <a:path w="6136005" h="744854">
                  <a:moveTo>
                    <a:pt x="0" y="0"/>
                  </a:moveTo>
                  <a:lnTo>
                    <a:pt x="6135892" y="0"/>
                  </a:lnTo>
                  <a:lnTo>
                    <a:pt x="6135892" y="744820"/>
                  </a:lnTo>
                  <a:lnTo>
                    <a:pt x="0" y="744820"/>
                  </a:lnTo>
                  <a:lnTo>
                    <a:pt x="0" y="0"/>
                  </a:lnTo>
                  <a:close/>
                </a:path>
              </a:pathLst>
            </a:custGeom>
            <a:ln w="2031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39000" y="2874264"/>
              <a:ext cx="2645663" cy="225856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397797" y="2889393"/>
            <a:ext cx="2305050" cy="1840864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71120" rIns="0" bIns="0" rtlCol="0">
            <a:spAutoFit/>
          </a:bodyPr>
          <a:lstStyle/>
          <a:p>
            <a:pPr marL="148590" marR="128905" algn="ctr">
              <a:lnSpc>
                <a:spcPct val="96300"/>
              </a:lnSpc>
              <a:spcBef>
                <a:spcPts val="560"/>
              </a:spcBef>
            </a:pP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Join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on </a:t>
            </a:r>
            <a:r>
              <a:rPr sz="1900" spc="15" dirty="0">
                <a:solidFill>
                  <a:srgbClr val="C00000"/>
                </a:solidFill>
                <a:latin typeface="Verdana"/>
                <a:cs typeface="Verdana"/>
              </a:rPr>
              <a:t>common </a:t>
            </a:r>
            <a:r>
              <a:rPr sz="1900" spc="-6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C00000"/>
                </a:solidFill>
                <a:latin typeface="Verdana"/>
                <a:cs typeface="Verdana"/>
              </a:rPr>
              <a:t>named </a:t>
            </a:r>
            <a:r>
              <a:rPr sz="19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C00000"/>
                </a:solidFill>
                <a:latin typeface="Verdana"/>
                <a:cs typeface="Verdana"/>
              </a:rPr>
              <a:t>attribute(s)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.</a:t>
            </a:r>
            <a:endParaRPr sz="1900">
              <a:latin typeface="Verdana"/>
              <a:cs typeface="Verdana"/>
            </a:endParaRPr>
          </a:p>
          <a:p>
            <a:pPr marL="187325" marR="164465" indent="-3810" algn="ctr">
              <a:lnSpc>
                <a:spcPct val="96300"/>
              </a:lnSpc>
              <a:spcBef>
                <a:spcPts val="204"/>
              </a:spcBef>
            </a:pP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match 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found,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pad 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with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NULL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values</a:t>
            </a:r>
            <a:endParaRPr sz="19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663078" y="1468347"/>
            <a:ext cx="1143635" cy="1091565"/>
            <a:chOff x="8663078" y="1468347"/>
            <a:chExt cx="1143635" cy="1091565"/>
          </a:xfrm>
        </p:grpSpPr>
        <p:sp>
          <p:nvSpPr>
            <p:cNvPr id="12" name="object 12"/>
            <p:cNvSpPr/>
            <p:nvPr/>
          </p:nvSpPr>
          <p:spPr>
            <a:xfrm>
              <a:off x="8677366" y="1482634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59" h="1062989">
                  <a:moveTo>
                    <a:pt x="557348" y="0"/>
                  </a:moveTo>
                  <a:lnTo>
                    <a:pt x="509258" y="1949"/>
                  </a:lnTo>
                  <a:lnTo>
                    <a:pt x="462304" y="7693"/>
                  </a:lnTo>
                  <a:lnTo>
                    <a:pt x="416653" y="17070"/>
                  </a:lnTo>
                  <a:lnTo>
                    <a:pt x="372472" y="29922"/>
                  </a:lnTo>
                  <a:lnTo>
                    <a:pt x="329930" y="46089"/>
                  </a:lnTo>
                  <a:lnTo>
                    <a:pt x="289193" y="65412"/>
                  </a:lnTo>
                  <a:lnTo>
                    <a:pt x="250428" y="87731"/>
                  </a:lnTo>
                  <a:lnTo>
                    <a:pt x="213803" y="112887"/>
                  </a:lnTo>
                  <a:lnTo>
                    <a:pt x="179485" y="140720"/>
                  </a:lnTo>
                  <a:lnTo>
                    <a:pt x="147641" y="171071"/>
                  </a:lnTo>
                  <a:lnTo>
                    <a:pt x="118439" y="203780"/>
                  </a:lnTo>
                  <a:lnTo>
                    <a:pt x="92046" y="238688"/>
                  </a:lnTo>
                  <a:lnTo>
                    <a:pt x="68629" y="275636"/>
                  </a:lnTo>
                  <a:lnTo>
                    <a:pt x="48356" y="314464"/>
                  </a:lnTo>
                  <a:lnTo>
                    <a:pt x="31394" y="355012"/>
                  </a:lnTo>
                  <a:lnTo>
                    <a:pt x="17910" y="397121"/>
                  </a:lnTo>
                  <a:lnTo>
                    <a:pt x="8071" y="440632"/>
                  </a:lnTo>
                  <a:lnTo>
                    <a:pt x="2045" y="485385"/>
                  </a:lnTo>
                  <a:lnTo>
                    <a:pt x="0" y="531221"/>
                  </a:lnTo>
                  <a:lnTo>
                    <a:pt x="2045" y="577057"/>
                  </a:lnTo>
                  <a:lnTo>
                    <a:pt x="8071" y="621811"/>
                  </a:lnTo>
                  <a:lnTo>
                    <a:pt x="17910" y="665322"/>
                  </a:lnTo>
                  <a:lnTo>
                    <a:pt x="31394" y="707431"/>
                  </a:lnTo>
                  <a:lnTo>
                    <a:pt x="48356" y="747980"/>
                  </a:lnTo>
                  <a:lnTo>
                    <a:pt x="68629" y="786807"/>
                  </a:lnTo>
                  <a:lnTo>
                    <a:pt x="92046" y="823755"/>
                  </a:lnTo>
                  <a:lnTo>
                    <a:pt x="118439" y="858663"/>
                  </a:lnTo>
                  <a:lnTo>
                    <a:pt x="147641" y="891373"/>
                  </a:lnTo>
                  <a:lnTo>
                    <a:pt x="179485" y="921724"/>
                  </a:lnTo>
                  <a:lnTo>
                    <a:pt x="213803" y="949557"/>
                  </a:lnTo>
                  <a:lnTo>
                    <a:pt x="250428" y="974713"/>
                  </a:lnTo>
                  <a:lnTo>
                    <a:pt x="289193" y="997032"/>
                  </a:lnTo>
                  <a:lnTo>
                    <a:pt x="329930" y="1016355"/>
                  </a:lnTo>
                  <a:lnTo>
                    <a:pt x="372472" y="1032522"/>
                  </a:lnTo>
                  <a:lnTo>
                    <a:pt x="416653" y="1045374"/>
                  </a:lnTo>
                  <a:lnTo>
                    <a:pt x="462304" y="1054751"/>
                  </a:lnTo>
                  <a:lnTo>
                    <a:pt x="509258" y="1060495"/>
                  </a:lnTo>
                  <a:lnTo>
                    <a:pt x="557348" y="1062445"/>
                  </a:lnTo>
                  <a:lnTo>
                    <a:pt x="605438" y="1060495"/>
                  </a:lnTo>
                  <a:lnTo>
                    <a:pt x="652392" y="1054751"/>
                  </a:lnTo>
                  <a:lnTo>
                    <a:pt x="698043" y="1045374"/>
                  </a:lnTo>
                  <a:lnTo>
                    <a:pt x="742224" y="1032522"/>
                  </a:lnTo>
                  <a:lnTo>
                    <a:pt x="784766" y="1016355"/>
                  </a:lnTo>
                  <a:lnTo>
                    <a:pt x="825504" y="997032"/>
                  </a:lnTo>
                  <a:lnTo>
                    <a:pt x="864268" y="974713"/>
                  </a:lnTo>
                  <a:lnTo>
                    <a:pt x="900894" y="949557"/>
                  </a:lnTo>
                  <a:lnTo>
                    <a:pt x="935212" y="921724"/>
                  </a:lnTo>
                  <a:lnTo>
                    <a:pt x="967055" y="891373"/>
                  </a:lnTo>
                  <a:lnTo>
                    <a:pt x="996258" y="858663"/>
                  </a:lnTo>
                  <a:lnTo>
                    <a:pt x="1022651" y="823755"/>
                  </a:lnTo>
                  <a:lnTo>
                    <a:pt x="1046067" y="786807"/>
                  </a:lnTo>
                  <a:lnTo>
                    <a:pt x="1066341" y="747980"/>
                  </a:lnTo>
                  <a:lnTo>
                    <a:pt x="1083303" y="707431"/>
                  </a:lnTo>
                  <a:lnTo>
                    <a:pt x="1096787" y="665322"/>
                  </a:lnTo>
                  <a:lnTo>
                    <a:pt x="1106626" y="621811"/>
                  </a:lnTo>
                  <a:lnTo>
                    <a:pt x="1112652" y="577057"/>
                  </a:lnTo>
                  <a:lnTo>
                    <a:pt x="1114698" y="531221"/>
                  </a:lnTo>
                  <a:lnTo>
                    <a:pt x="1112652" y="485385"/>
                  </a:lnTo>
                  <a:lnTo>
                    <a:pt x="1106626" y="440632"/>
                  </a:lnTo>
                  <a:lnTo>
                    <a:pt x="1096787" y="397121"/>
                  </a:lnTo>
                  <a:lnTo>
                    <a:pt x="1083303" y="355012"/>
                  </a:lnTo>
                  <a:lnTo>
                    <a:pt x="1066341" y="314464"/>
                  </a:lnTo>
                  <a:lnTo>
                    <a:pt x="1046067" y="275636"/>
                  </a:lnTo>
                  <a:lnTo>
                    <a:pt x="1022651" y="238688"/>
                  </a:lnTo>
                  <a:lnTo>
                    <a:pt x="996258" y="203780"/>
                  </a:lnTo>
                  <a:lnTo>
                    <a:pt x="967055" y="171071"/>
                  </a:lnTo>
                  <a:lnTo>
                    <a:pt x="935212" y="140720"/>
                  </a:lnTo>
                  <a:lnTo>
                    <a:pt x="900894" y="112887"/>
                  </a:lnTo>
                  <a:lnTo>
                    <a:pt x="864268" y="87731"/>
                  </a:lnTo>
                  <a:lnTo>
                    <a:pt x="825504" y="65412"/>
                  </a:lnTo>
                  <a:lnTo>
                    <a:pt x="784766" y="46089"/>
                  </a:lnTo>
                  <a:lnTo>
                    <a:pt x="742224" y="29922"/>
                  </a:lnTo>
                  <a:lnTo>
                    <a:pt x="698043" y="17070"/>
                  </a:lnTo>
                  <a:lnTo>
                    <a:pt x="652392" y="7693"/>
                  </a:lnTo>
                  <a:lnTo>
                    <a:pt x="605438" y="1949"/>
                  </a:lnTo>
                  <a:lnTo>
                    <a:pt x="557348" y="0"/>
                  </a:lnTo>
                  <a:close/>
                </a:path>
              </a:pathLst>
            </a:custGeom>
            <a:solidFill>
              <a:srgbClr val="E8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77366" y="1482634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59" h="1062989">
                  <a:moveTo>
                    <a:pt x="0" y="531222"/>
                  </a:moveTo>
                  <a:lnTo>
                    <a:pt x="2045" y="485386"/>
                  </a:lnTo>
                  <a:lnTo>
                    <a:pt x="8071" y="440633"/>
                  </a:lnTo>
                  <a:lnTo>
                    <a:pt x="17910" y="397122"/>
                  </a:lnTo>
                  <a:lnTo>
                    <a:pt x="31394" y="355013"/>
                  </a:lnTo>
                  <a:lnTo>
                    <a:pt x="48356" y="314464"/>
                  </a:lnTo>
                  <a:lnTo>
                    <a:pt x="68629" y="275637"/>
                  </a:lnTo>
                  <a:lnTo>
                    <a:pt x="92046" y="238689"/>
                  </a:lnTo>
                  <a:lnTo>
                    <a:pt x="118439" y="203781"/>
                  </a:lnTo>
                  <a:lnTo>
                    <a:pt x="147641" y="171071"/>
                  </a:lnTo>
                  <a:lnTo>
                    <a:pt x="179485" y="140720"/>
                  </a:lnTo>
                  <a:lnTo>
                    <a:pt x="213803" y="112887"/>
                  </a:lnTo>
                  <a:lnTo>
                    <a:pt x="250428" y="87731"/>
                  </a:lnTo>
                  <a:lnTo>
                    <a:pt x="289193" y="65412"/>
                  </a:lnTo>
                  <a:lnTo>
                    <a:pt x="329930" y="46089"/>
                  </a:lnTo>
                  <a:lnTo>
                    <a:pt x="372473" y="29922"/>
                  </a:lnTo>
                  <a:lnTo>
                    <a:pt x="416653" y="17070"/>
                  </a:lnTo>
                  <a:lnTo>
                    <a:pt x="462304" y="7693"/>
                  </a:lnTo>
                  <a:lnTo>
                    <a:pt x="509258" y="1949"/>
                  </a:lnTo>
                  <a:lnTo>
                    <a:pt x="557348" y="0"/>
                  </a:lnTo>
                  <a:lnTo>
                    <a:pt x="605438" y="1949"/>
                  </a:lnTo>
                  <a:lnTo>
                    <a:pt x="652393" y="7693"/>
                  </a:lnTo>
                  <a:lnTo>
                    <a:pt x="698044" y="17070"/>
                  </a:lnTo>
                  <a:lnTo>
                    <a:pt x="742224" y="29922"/>
                  </a:lnTo>
                  <a:lnTo>
                    <a:pt x="784767" y="46089"/>
                  </a:lnTo>
                  <a:lnTo>
                    <a:pt x="825504" y="65412"/>
                  </a:lnTo>
                  <a:lnTo>
                    <a:pt x="864269" y="87731"/>
                  </a:lnTo>
                  <a:lnTo>
                    <a:pt x="900894" y="112887"/>
                  </a:lnTo>
                  <a:lnTo>
                    <a:pt x="935212" y="140720"/>
                  </a:lnTo>
                  <a:lnTo>
                    <a:pt x="967055" y="171071"/>
                  </a:lnTo>
                  <a:lnTo>
                    <a:pt x="996257" y="203781"/>
                  </a:lnTo>
                  <a:lnTo>
                    <a:pt x="1022650" y="238689"/>
                  </a:lnTo>
                  <a:lnTo>
                    <a:pt x="1046067" y="275637"/>
                  </a:lnTo>
                  <a:lnTo>
                    <a:pt x="1066340" y="314464"/>
                  </a:lnTo>
                  <a:lnTo>
                    <a:pt x="1083303" y="355013"/>
                  </a:lnTo>
                  <a:lnTo>
                    <a:pt x="1096787" y="397122"/>
                  </a:lnTo>
                  <a:lnTo>
                    <a:pt x="1106625" y="440633"/>
                  </a:lnTo>
                  <a:lnTo>
                    <a:pt x="1112651" y="485386"/>
                  </a:lnTo>
                  <a:lnTo>
                    <a:pt x="1114697" y="531222"/>
                  </a:lnTo>
                  <a:lnTo>
                    <a:pt x="1112651" y="577058"/>
                  </a:lnTo>
                  <a:lnTo>
                    <a:pt x="1106625" y="621812"/>
                  </a:lnTo>
                  <a:lnTo>
                    <a:pt x="1096787" y="665323"/>
                  </a:lnTo>
                  <a:lnTo>
                    <a:pt x="1083303" y="707432"/>
                  </a:lnTo>
                  <a:lnTo>
                    <a:pt x="1066340" y="747980"/>
                  </a:lnTo>
                  <a:lnTo>
                    <a:pt x="1046067" y="786808"/>
                  </a:lnTo>
                  <a:lnTo>
                    <a:pt x="1022650" y="823756"/>
                  </a:lnTo>
                  <a:lnTo>
                    <a:pt x="996257" y="858664"/>
                  </a:lnTo>
                  <a:lnTo>
                    <a:pt x="967055" y="891373"/>
                  </a:lnTo>
                  <a:lnTo>
                    <a:pt x="935212" y="921724"/>
                  </a:lnTo>
                  <a:lnTo>
                    <a:pt x="900894" y="949558"/>
                  </a:lnTo>
                  <a:lnTo>
                    <a:pt x="864269" y="974713"/>
                  </a:lnTo>
                  <a:lnTo>
                    <a:pt x="825504" y="997032"/>
                  </a:lnTo>
                  <a:lnTo>
                    <a:pt x="784767" y="1016355"/>
                  </a:lnTo>
                  <a:lnTo>
                    <a:pt x="742224" y="1032523"/>
                  </a:lnTo>
                  <a:lnTo>
                    <a:pt x="698044" y="1045375"/>
                  </a:lnTo>
                  <a:lnTo>
                    <a:pt x="652393" y="1054752"/>
                  </a:lnTo>
                  <a:lnTo>
                    <a:pt x="605438" y="1060495"/>
                  </a:lnTo>
                  <a:lnTo>
                    <a:pt x="557348" y="1062445"/>
                  </a:lnTo>
                  <a:lnTo>
                    <a:pt x="509258" y="1060495"/>
                  </a:lnTo>
                  <a:lnTo>
                    <a:pt x="462304" y="1054752"/>
                  </a:lnTo>
                  <a:lnTo>
                    <a:pt x="416653" y="1045375"/>
                  </a:lnTo>
                  <a:lnTo>
                    <a:pt x="372473" y="1032523"/>
                  </a:lnTo>
                  <a:lnTo>
                    <a:pt x="329930" y="1016355"/>
                  </a:lnTo>
                  <a:lnTo>
                    <a:pt x="289193" y="997032"/>
                  </a:lnTo>
                  <a:lnTo>
                    <a:pt x="250428" y="974713"/>
                  </a:lnTo>
                  <a:lnTo>
                    <a:pt x="213803" y="949558"/>
                  </a:lnTo>
                  <a:lnTo>
                    <a:pt x="179485" y="921724"/>
                  </a:lnTo>
                  <a:lnTo>
                    <a:pt x="147641" y="891373"/>
                  </a:lnTo>
                  <a:lnTo>
                    <a:pt x="118439" y="858664"/>
                  </a:lnTo>
                  <a:lnTo>
                    <a:pt x="92046" y="823756"/>
                  </a:lnTo>
                  <a:lnTo>
                    <a:pt x="68629" y="786808"/>
                  </a:lnTo>
                  <a:lnTo>
                    <a:pt x="48356" y="747980"/>
                  </a:lnTo>
                  <a:lnTo>
                    <a:pt x="31394" y="707432"/>
                  </a:lnTo>
                  <a:lnTo>
                    <a:pt x="17910" y="665323"/>
                  </a:lnTo>
                  <a:lnTo>
                    <a:pt x="8071" y="621812"/>
                  </a:lnTo>
                  <a:lnTo>
                    <a:pt x="2045" y="577058"/>
                  </a:lnTo>
                  <a:lnTo>
                    <a:pt x="0" y="531222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116246" y="1756155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85090">
              <a:lnSpc>
                <a:spcPts val="1900"/>
              </a:lnSpc>
              <a:spcBef>
                <a:spcPts val="18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left 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36876" y="1756155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22860">
              <a:lnSpc>
                <a:spcPts val="1900"/>
              </a:lnSpc>
              <a:spcBef>
                <a:spcPts val="180"/>
              </a:spcBef>
            </a:pP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right </a:t>
            </a:r>
            <a:r>
              <a:rPr sz="1600" spc="-4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268680" y="1164844"/>
            <a:ext cx="11709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RIGHT</a:t>
            </a:r>
            <a:r>
              <a:rPr sz="1600" spc="-1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JOIN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945846" y="1482634"/>
            <a:ext cx="1115060" cy="1062990"/>
          </a:xfrm>
          <a:custGeom>
            <a:avLst/>
            <a:gdLst/>
            <a:ahLst/>
            <a:cxnLst/>
            <a:rect l="l" t="t" r="r" b="b"/>
            <a:pathLst>
              <a:path w="1115059" h="1062989">
                <a:moveTo>
                  <a:pt x="0" y="531222"/>
                </a:moveTo>
                <a:lnTo>
                  <a:pt x="2045" y="485386"/>
                </a:lnTo>
                <a:lnTo>
                  <a:pt x="8071" y="440633"/>
                </a:lnTo>
                <a:lnTo>
                  <a:pt x="17910" y="397122"/>
                </a:lnTo>
                <a:lnTo>
                  <a:pt x="31394" y="355013"/>
                </a:lnTo>
                <a:lnTo>
                  <a:pt x="48356" y="314464"/>
                </a:lnTo>
                <a:lnTo>
                  <a:pt x="68629" y="275637"/>
                </a:lnTo>
                <a:lnTo>
                  <a:pt x="92046" y="238689"/>
                </a:lnTo>
                <a:lnTo>
                  <a:pt x="118439" y="203781"/>
                </a:lnTo>
                <a:lnTo>
                  <a:pt x="147641" y="171071"/>
                </a:lnTo>
                <a:lnTo>
                  <a:pt x="179485" y="140720"/>
                </a:lnTo>
                <a:lnTo>
                  <a:pt x="213803" y="112887"/>
                </a:lnTo>
                <a:lnTo>
                  <a:pt x="250428" y="87731"/>
                </a:lnTo>
                <a:lnTo>
                  <a:pt x="289193" y="65412"/>
                </a:lnTo>
                <a:lnTo>
                  <a:pt x="329930" y="46089"/>
                </a:lnTo>
                <a:lnTo>
                  <a:pt x="372473" y="29922"/>
                </a:lnTo>
                <a:lnTo>
                  <a:pt x="416653" y="17070"/>
                </a:lnTo>
                <a:lnTo>
                  <a:pt x="462304" y="7693"/>
                </a:lnTo>
                <a:lnTo>
                  <a:pt x="509258" y="1949"/>
                </a:lnTo>
                <a:lnTo>
                  <a:pt x="557348" y="0"/>
                </a:lnTo>
                <a:lnTo>
                  <a:pt x="605438" y="1949"/>
                </a:lnTo>
                <a:lnTo>
                  <a:pt x="652393" y="7693"/>
                </a:lnTo>
                <a:lnTo>
                  <a:pt x="698044" y="17070"/>
                </a:lnTo>
                <a:lnTo>
                  <a:pt x="742224" y="29922"/>
                </a:lnTo>
                <a:lnTo>
                  <a:pt x="784767" y="46089"/>
                </a:lnTo>
                <a:lnTo>
                  <a:pt x="825504" y="65412"/>
                </a:lnTo>
                <a:lnTo>
                  <a:pt x="864269" y="87731"/>
                </a:lnTo>
                <a:lnTo>
                  <a:pt x="900894" y="112887"/>
                </a:lnTo>
                <a:lnTo>
                  <a:pt x="935212" y="140720"/>
                </a:lnTo>
                <a:lnTo>
                  <a:pt x="967055" y="171071"/>
                </a:lnTo>
                <a:lnTo>
                  <a:pt x="996257" y="203781"/>
                </a:lnTo>
                <a:lnTo>
                  <a:pt x="1022650" y="238689"/>
                </a:lnTo>
                <a:lnTo>
                  <a:pt x="1046067" y="275637"/>
                </a:lnTo>
                <a:lnTo>
                  <a:pt x="1066340" y="314464"/>
                </a:lnTo>
                <a:lnTo>
                  <a:pt x="1083303" y="355013"/>
                </a:lnTo>
                <a:lnTo>
                  <a:pt x="1096787" y="397122"/>
                </a:lnTo>
                <a:lnTo>
                  <a:pt x="1106625" y="440633"/>
                </a:lnTo>
                <a:lnTo>
                  <a:pt x="1112651" y="485386"/>
                </a:lnTo>
                <a:lnTo>
                  <a:pt x="1114697" y="531222"/>
                </a:lnTo>
                <a:lnTo>
                  <a:pt x="1112651" y="577058"/>
                </a:lnTo>
                <a:lnTo>
                  <a:pt x="1106625" y="621812"/>
                </a:lnTo>
                <a:lnTo>
                  <a:pt x="1096787" y="665323"/>
                </a:lnTo>
                <a:lnTo>
                  <a:pt x="1083303" y="707432"/>
                </a:lnTo>
                <a:lnTo>
                  <a:pt x="1066340" y="747980"/>
                </a:lnTo>
                <a:lnTo>
                  <a:pt x="1046067" y="786808"/>
                </a:lnTo>
                <a:lnTo>
                  <a:pt x="1022650" y="823756"/>
                </a:lnTo>
                <a:lnTo>
                  <a:pt x="996257" y="858664"/>
                </a:lnTo>
                <a:lnTo>
                  <a:pt x="967055" y="891373"/>
                </a:lnTo>
                <a:lnTo>
                  <a:pt x="935212" y="921724"/>
                </a:lnTo>
                <a:lnTo>
                  <a:pt x="900894" y="949558"/>
                </a:lnTo>
                <a:lnTo>
                  <a:pt x="864269" y="974713"/>
                </a:lnTo>
                <a:lnTo>
                  <a:pt x="825504" y="997032"/>
                </a:lnTo>
                <a:lnTo>
                  <a:pt x="784767" y="1016355"/>
                </a:lnTo>
                <a:lnTo>
                  <a:pt x="742224" y="1032523"/>
                </a:lnTo>
                <a:lnTo>
                  <a:pt x="698044" y="1045375"/>
                </a:lnTo>
                <a:lnTo>
                  <a:pt x="652393" y="1054752"/>
                </a:lnTo>
                <a:lnTo>
                  <a:pt x="605438" y="1060495"/>
                </a:lnTo>
                <a:lnTo>
                  <a:pt x="557348" y="1062445"/>
                </a:lnTo>
                <a:lnTo>
                  <a:pt x="509258" y="1060495"/>
                </a:lnTo>
                <a:lnTo>
                  <a:pt x="462304" y="1054752"/>
                </a:lnTo>
                <a:lnTo>
                  <a:pt x="416653" y="1045375"/>
                </a:lnTo>
                <a:lnTo>
                  <a:pt x="372473" y="1032523"/>
                </a:lnTo>
                <a:lnTo>
                  <a:pt x="329930" y="1016355"/>
                </a:lnTo>
                <a:lnTo>
                  <a:pt x="289193" y="997032"/>
                </a:lnTo>
                <a:lnTo>
                  <a:pt x="250428" y="974713"/>
                </a:lnTo>
                <a:lnTo>
                  <a:pt x="213803" y="949558"/>
                </a:lnTo>
                <a:lnTo>
                  <a:pt x="179485" y="921724"/>
                </a:lnTo>
                <a:lnTo>
                  <a:pt x="147641" y="891373"/>
                </a:lnTo>
                <a:lnTo>
                  <a:pt x="118439" y="858664"/>
                </a:lnTo>
                <a:lnTo>
                  <a:pt x="92046" y="823756"/>
                </a:lnTo>
                <a:lnTo>
                  <a:pt x="68629" y="786808"/>
                </a:lnTo>
                <a:lnTo>
                  <a:pt x="48356" y="747980"/>
                </a:lnTo>
                <a:lnTo>
                  <a:pt x="31394" y="707432"/>
                </a:lnTo>
                <a:lnTo>
                  <a:pt x="17910" y="665323"/>
                </a:lnTo>
                <a:lnTo>
                  <a:pt x="8071" y="621812"/>
                </a:lnTo>
                <a:lnTo>
                  <a:pt x="2045" y="577058"/>
                </a:lnTo>
                <a:lnTo>
                  <a:pt x="0" y="531222"/>
                </a:lnTo>
                <a:close/>
              </a:path>
            </a:pathLst>
          </a:custGeom>
          <a:ln w="28186">
            <a:solidFill>
              <a:srgbClr val="6B766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465020" y="5745801"/>
            <a:ext cx="2055495" cy="979805"/>
          </a:xfrm>
          <a:custGeom>
            <a:avLst/>
            <a:gdLst/>
            <a:ahLst/>
            <a:cxnLst/>
            <a:rect l="l" t="t" r="r" b="b"/>
            <a:pathLst>
              <a:path w="2055495" h="979804">
                <a:moveTo>
                  <a:pt x="1931529" y="237249"/>
                </a:moveTo>
                <a:lnTo>
                  <a:pt x="123692" y="237249"/>
                </a:lnTo>
                <a:lnTo>
                  <a:pt x="75546" y="246970"/>
                </a:lnTo>
                <a:lnTo>
                  <a:pt x="36228" y="273479"/>
                </a:lnTo>
                <a:lnTo>
                  <a:pt x="9720" y="312796"/>
                </a:lnTo>
                <a:lnTo>
                  <a:pt x="0" y="360941"/>
                </a:lnTo>
                <a:lnTo>
                  <a:pt x="0" y="855703"/>
                </a:lnTo>
                <a:lnTo>
                  <a:pt x="9720" y="903850"/>
                </a:lnTo>
                <a:lnTo>
                  <a:pt x="36228" y="943168"/>
                </a:lnTo>
                <a:lnTo>
                  <a:pt x="75546" y="969676"/>
                </a:lnTo>
                <a:lnTo>
                  <a:pt x="123692" y="979397"/>
                </a:lnTo>
                <a:lnTo>
                  <a:pt x="1931529" y="979397"/>
                </a:lnTo>
                <a:lnTo>
                  <a:pt x="1979676" y="969676"/>
                </a:lnTo>
                <a:lnTo>
                  <a:pt x="2018993" y="943168"/>
                </a:lnTo>
                <a:lnTo>
                  <a:pt x="2045501" y="903850"/>
                </a:lnTo>
                <a:lnTo>
                  <a:pt x="2055221" y="855703"/>
                </a:lnTo>
                <a:lnTo>
                  <a:pt x="2055221" y="360941"/>
                </a:lnTo>
                <a:lnTo>
                  <a:pt x="2045501" y="312796"/>
                </a:lnTo>
                <a:lnTo>
                  <a:pt x="2018993" y="273479"/>
                </a:lnTo>
                <a:lnTo>
                  <a:pt x="1979676" y="246970"/>
                </a:lnTo>
                <a:lnTo>
                  <a:pt x="1931529" y="237249"/>
                </a:lnTo>
                <a:close/>
              </a:path>
              <a:path w="2055495" h="979804">
                <a:moveTo>
                  <a:pt x="26901" y="0"/>
                </a:moveTo>
                <a:lnTo>
                  <a:pt x="342536" y="237249"/>
                </a:lnTo>
                <a:lnTo>
                  <a:pt x="856343" y="237249"/>
                </a:lnTo>
                <a:lnTo>
                  <a:pt x="26901" y="0"/>
                </a:lnTo>
                <a:close/>
              </a:path>
            </a:pathLst>
          </a:custGeom>
          <a:solidFill>
            <a:srgbClr val="0044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657817" y="6080760"/>
            <a:ext cx="1686560" cy="48895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52729" marR="5080" indent="-240665">
              <a:lnSpc>
                <a:spcPct val="78800"/>
              </a:lnSpc>
              <a:spcBef>
                <a:spcPts val="530"/>
              </a:spcBef>
            </a:pP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Preserve</a:t>
            </a:r>
            <a:r>
              <a:rPr sz="17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 MT"/>
                <a:cs typeface="Arial MT"/>
              </a:rPr>
              <a:t>all</a:t>
            </a:r>
            <a:r>
              <a:rPr sz="17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 MT"/>
                <a:cs typeface="Arial MT"/>
              </a:rPr>
              <a:t>rows </a:t>
            </a:r>
            <a:r>
              <a:rPr sz="1700" spc="-4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right</a:t>
            </a:r>
            <a:r>
              <a:rPr sz="17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 MT"/>
                <a:cs typeface="Arial MT"/>
              </a:rPr>
              <a:t>table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65127" y="4444413"/>
          <a:ext cx="5274307" cy="20813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7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77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77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4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colA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colB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colY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ABC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STU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PQR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DEF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ee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KLM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GHI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83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XYZ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18033" y="2042322"/>
          <a:ext cx="2661284" cy="20813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colA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colB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ee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66774" y="2029022"/>
          <a:ext cx="3460112" cy="21403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5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0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920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colY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ABC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PQR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DEF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GHI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KLM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STU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83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XYZ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17695" y="6915911"/>
            <a:ext cx="676973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Note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 order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7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 columns; order</a:t>
            </a:r>
            <a:r>
              <a:rPr sz="17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7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rows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does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matter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81566" y="315975"/>
            <a:ext cx="869950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35" dirty="0"/>
              <a:t>NA</a:t>
            </a:r>
            <a:r>
              <a:rPr sz="4300" spc="-130" dirty="0"/>
              <a:t>T</a:t>
            </a:r>
            <a:r>
              <a:rPr sz="4300" spc="-135" dirty="0"/>
              <a:t>U</a:t>
            </a:r>
            <a:r>
              <a:rPr sz="4300" spc="-140" dirty="0"/>
              <a:t>RA</a:t>
            </a:r>
            <a:r>
              <a:rPr sz="4300" dirty="0"/>
              <a:t>L</a:t>
            </a:r>
            <a:r>
              <a:rPr sz="4300" spc="-260" dirty="0"/>
              <a:t> </a:t>
            </a:r>
            <a:r>
              <a:rPr sz="4300" spc="-140" dirty="0"/>
              <a:t>R</a:t>
            </a:r>
            <a:r>
              <a:rPr sz="4300" spc="-125" dirty="0"/>
              <a:t>I</a:t>
            </a:r>
            <a:r>
              <a:rPr sz="4300" spc="-130" dirty="0"/>
              <a:t>G</a:t>
            </a:r>
            <a:r>
              <a:rPr sz="4300" spc="-135" dirty="0"/>
              <a:t>H</a:t>
            </a:r>
            <a:r>
              <a:rPr sz="4300" dirty="0"/>
              <a:t>T</a:t>
            </a:r>
            <a:r>
              <a:rPr sz="4300" spc="-254" dirty="0"/>
              <a:t> </a:t>
            </a:r>
            <a:r>
              <a:rPr sz="4300" spc="-140" dirty="0"/>
              <a:t>O</a:t>
            </a:r>
            <a:r>
              <a:rPr sz="4300" spc="-135" dirty="0"/>
              <a:t>U</a:t>
            </a:r>
            <a:r>
              <a:rPr sz="4300" spc="-130" dirty="0"/>
              <a:t>T</a:t>
            </a:r>
            <a:r>
              <a:rPr sz="4300" spc="-125" dirty="0"/>
              <a:t>E</a:t>
            </a:r>
            <a:r>
              <a:rPr sz="4300" dirty="0"/>
              <a:t>R</a:t>
            </a:r>
            <a:r>
              <a:rPr sz="4300" spc="-260" dirty="0"/>
              <a:t> </a:t>
            </a:r>
            <a:r>
              <a:rPr sz="4300" spc="-125" dirty="0"/>
              <a:t>J</a:t>
            </a:r>
            <a:r>
              <a:rPr sz="4300" spc="-140" dirty="0"/>
              <a:t>O</a:t>
            </a:r>
            <a:r>
              <a:rPr sz="4300" spc="-120" dirty="0"/>
              <a:t>IN</a:t>
            </a:r>
            <a:endParaRPr sz="4300"/>
          </a:p>
        </p:txBody>
      </p:sp>
      <p:sp>
        <p:nvSpPr>
          <p:cNvPr id="7" name="object 7"/>
          <p:cNvSpPr txBox="1"/>
          <p:nvPr/>
        </p:nvSpPr>
        <p:spPr>
          <a:xfrm>
            <a:off x="502839" y="956624"/>
            <a:ext cx="6306185" cy="1047115"/>
          </a:xfrm>
          <a:prstGeom prst="rect">
            <a:avLst/>
          </a:prstGeom>
        </p:spPr>
        <p:txBody>
          <a:bodyPr vert="horz" wrap="square" lIns="0" tIns="2336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39"/>
              </a:spcBef>
            </a:pPr>
            <a:r>
              <a:rPr sz="2600" spc="-30" dirty="0">
                <a:solidFill>
                  <a:srgbClr val="292934"/>
                </a:solidFill>
                <a:latin typeface="Verdana"/>
                <a:cs typeface="Verdana"/>
              </a:rPr>
              <a:t>Augment </a:t>
            </a:r>
            <a:r>
              <a:rPr sz="26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6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15" dirty="0">
                <a:solidFill>
                  <a:srgbClr val="292934"/>
                </a:solidFill>
                <a:latin typeface="Verdana"/>
                <a:cs typeface="Verdana"/>
              </a:rPr>
              <a:t>join</a:t>
            </a:r>
            <a:r>
              <a:rPr sz="26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1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6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1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6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20" dirty="0">
                <a:solidFill>
                  <a:srgbClr val="292934"/>
                </a:solidFill>
                <a:latin typeface="Verdana"/>
                <a:cs typeface="Verdana"/>
              </a:rPr>
              <a:t>dangling</a:t>
            </a:r>
            <a:r>
              <a:rPr sz="26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20" dirty="0">
                <a:solidFill>
                  <a:srgbClr val="292934"/>
                </a:solidFill>
                <a:latin typeface="Verdana"/>
                <a:cs typeface="Verdana"/>
              </a:rPr>
              <a:t>tuples</a:t>
            </a:r>
            <a:endParaRPr sz="2600">
              <a:latin typeface="Verdana"/>
              <a:cs typeface="Verdana"/>
            </a:endParaRPr>
          </a:p>
          <a:p>
            <a:pPr marL="40640">
              <a:lnSpc>
                <a:spcPct val="100000"/>
              </a:lnSpc>
              <a:spcBef>
                <a:spcPts val="1140"/>
              </a:spcBef>
              <a:tabLst>
                <a:tab pos="3072130" algn="l"/>
              </a:tabLst>
            </a:pP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one(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p1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17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colA,</a:t>
            </a:r>
            <a:r>
              <a:rPr sz="17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colB)	two(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p2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17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p1,</a:t>
            </a:r>
            <a:r>
              <a:rPr sz="17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colX,</a:t>
            </a:r>
            <a:r>
              <a:rPr sz="17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colY)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3820" y="5355335"/>
            <a:ext cx="3187065" cy="885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8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Since two.p1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is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 foreign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key </a:t>
            </a:r>
            <a:r>
              <a:rPr sz="1700" spc="-5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referencing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one.p1,</a:t>
            </a: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matches</a:t>
            </a:r>
            <a:r>
              <a:rPr sz="17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7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always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founded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663078" y="1468347"/>
            <a:ext cx="1143635" cy="1091565"/>
            <a:chOff x="8663078" y="1468347"/>
            <a:chExt cx="1143635" cy="1091565"/>
          </a:xfrm>
        </p:grpSpPr>
        <p:sp>
          <p:nvSpPr>
            <p:cNvPr id="10" name="object 10"/>
            <p:cNvSpPr/>
            <p:nvPr/>
          </p:nvSpPr>
          <p:spPr>
            <a:xfrm>
              <a:off x="8677366" y="1482634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59" h="1062989">
                  <a:moveTo>
                    <a:pt x="557348" y="0"/>
                  </a:moveTo>
                  <a:lnTo>
                    <a:pt x="509258" y="1949"/>
                  </a:lnTo>
                  <a:lnTo>
                    <a:pt x="462304" y="7693"/>
                  </a:lnTo>
                  <a:lnTo>
                    <a:pt x="416653" y="17070"/>
                  </a:lnTo>
                  <a:lnTo>
                    <a:pt x="372472" y="29922"/>
                  </a:lnTo>
                  <a:lnTo>
                    <a:pt x="329930" y="46089"/>
                  </a:lnTo>
                  <a:lnTo>
                    <a:pt x="289193" y="65412"/>
                  </a:lnTo>
                  <a:lnTo>
                    <a:pt x="250428" y="87731"/>
                  </a:lnTo>
                  <a:lnTo>
                    <a:pt x="213803" y="112887"/>
                  </a:lnTo>
                  <a:lnTo>
                    <a:pt x="179485" y="140720"/>
                  </a:lnTo>
                  <a:lnTo>
                    <a:pt x="147641" y="171071"/>
                  </a:lnTo>
                  <a:lnTo>
                    <a:pt x="118439" y="203780"/>
                  </a:lnTo>
                  <a:lnTo>
                    <a:pt x="92046" y="238688"/>
                  </a:lnTo>
                  <a:lnTo>
                    <a:pt x="68629" y="275636"/>
                  </a:lnTo>
                  <a:lnTo>
                    <a:pt x="48356" y="314464"/>
                  </a:lnTo>
                  <a:lnTo>
                    <a:pt x="31394" y="355012"/>
                  </a:lnTo>
                  <a:lnTo>
                    <a:pt x="17910" y="397121"/>
                  </a:lnTo>
                  <a:lnTo>
                    <a:pt x="8071" y="440632"/>
                  </a:lnTo>
                  <a:lnTo>
                    <a:pt x="2045" y="485385"/>
                  </a:lnTo>
                  <a:lnTo>
                    <a:pt x="0" y="531221"/>
                  </a:lnTo>
                  <a:lnTo>
                    <a:pt x="2045" y="577057"/>
                  </a:lnTo>
                  <a:lnTo>
                    <a:pt x="8071" y="621811"/>
                  </a:lnTo>
                  <a:lnTo>
                    <a:pt x="17910" y="665322"/>
                  </a:lnTo>
                  <a:lnTo>
                    <a:pt x="31394" y="707431"/>
                  </a:lnTo>
                  <a:lnTo>
                    <a:pt x="48356" y="747980"/>
                  </a:lnTo>
                  <a:lnTo>
                    <a:pt x="68629" y="786807"/>
                  </a:lnTo>
                  <a:lnTo>
                    <a:pt x="92046" y="823755"/>
                  </a:lnTo>
                  <a:lnTo>
                    <a:pt x="118439" y="858663"/>
                  </a:lnTo>
                  <a:lnTo>
                    <a:pt x="147641" y="891373"/>
                  </a:lnTo>
                  <a:lnTo>
                    <a:pt x="179485" y="921724"/>
                  </a:lnTo>
                  <a:lnTo>
                    <a:pt x="213803" y="949557"/>
                  </a:lnTo>
                  <a:lnTo>
                    <a:pt x="250428" y="974713"/>
                  </a:lnTo>
                  <a:lnTo>
                    <a:pt x="289193" y="997032"/>
                  </a:lnTo>
                  <a:lnTo>
                    <a:pt x="329930" y="1016355"/>
                  </a:lnTo>
                  <a:lnTo>
                    <a:pt x="372472" y="1032522"/>
                  </a:lnTo>
                  <a:lnTo>
                    <a:pt x="416653" y="1045374"/>
                  </a:lnTo>
                  <a:lnTo>
                    <a:pt x="462304" y="1054751"/>
                  </a:lnTo>
                  <a:lnTo>
                    <a:pt x="509258" y="1060495"/>
                  </a:lnTo>
                  <a:lnTo>
                    <a:pt x="557348" y="1062445"/>
                  </a:lnTo>
                  <a:lnTo>
                    <a:pt x="605438" y="1060495"/>
                  </a:lnTo>
                  <a:lnTo>
                    <a:pt x="652392" y="1054751"/>
                  </a:lnTo>
                  <a:lnTo>
                    <a:pt x="698043" y="1045374"/>
                  </a:lnTo>
                  <a:lnTo>
                    <a:pt x="742224" y="1032522"/>
                  </a:lnTo>
                  <a:lnTo>
                    <a:pt x="784766" y="1016355"/>
                  </a:lnTo>
                  <a:lnTo>
                    <a:pt x="825504" y="997032"/>
                  </a:lnTo>
                  <a:lnTo>
                    <a:pt x="864268" y="974713"/>
                  </a:lnTo>
                  <a:lnTo>
                    <a:pt x="900894" y="949557"/>
                  </a:lnTo>
                  <a:lnTo>
                    <a:pt x="935212" y="921724"/>
                  </a:lnTo>
                  <a:lnTo>
                    <a:pt x="967055" y="891373"/>
                  </a:lnTo>
                  <a:lnTo>
                    <a:pt x="996258" y="858663"/>
                  </a:lnTo>
                  <a:lnTo>
                    <a:pt x="1022651" y="823755"/>
                  </a:lnTo>
                  <a:lnTo>
                    <a:pt x="1046067" y="786807"/>
                  </a:lnTo>
                  <a:lnTo>
                    <a:pt x="1066341" y="747980"/>
                  </a:lnTo>
                  <a:lnTo>
                    <a:pt x="1083303" y="707431"/>
                  </a:lnTo>
                  <a:lnTo>
                    <a:pt x="1096787" y="665322"/>
                  </a:lnTo>
                  <a:lnTo>
                    <a:pt x="1106626" y="621811"/>
                  </a:lnTo>
                  <a:lnTo>
                    <a:pt x="1112652" y="577057"/>
                  </a:lnTo>
                  <a:lnTo>
                    <a:pt x="1114698" y="531221"/>
                  </a:lnTo>
                  <a:lnTo>
                    <a:pt x="1112652" y="485385"/>
                  </a:lnTo>
                  <a:lnTo>
                    <a:pt x="1106626" y="440632"/>
                  </a:lnTo>
                  <a:lnTo>
                    <a:pt x="1096787" y="397121"/>
                  </a:lnTo>
                  <a:lnTo>
                    <a:pt x="1083303" y="355012"/>
                  </a:lnTo>
                  <a:lnTo>
                    <a:pt x="1066341" y="314464"/>
                  </a:lnTo>
                  <a:lnTo>
                    <a:pt x="1046067" y="275636"/>
                  </a:lnTo>
                  <a:lnTo>
                    <a:pt x="1022651" y="238688"/>
                  </a:lnTo>
                  <a:lnTo>
                    <a:pt x="996258" y="203780"/>
                  </a:lnTo>
                  <a:lnTo>
                    <a:pt x="967055" y="171071"/>
                  </a:lnTo>
                  <a:lnTo>
                    <a:pt x="935212" y="140720"/>
                  </a:lnTo>
                  <a:lnTo>
                    <a:pt x="900894" y="112887"/>
                  </a:lnTo>
                  <a:lnTo>
                    <a:pt x="864268" y="87731"/>
                  </a:lnTo>
                  <a:lnTo>
                    <a:pt x="825504" y="65412"/>
                  </a:lnTo>
                  <a:lnTo>
                    <a:pt x="784766" y="46089"/>
                  </a:lnTo>
                  <a:lnTo>
                    <a:pt x="742224" y="29922"/>
                  </a:lnTo>
                  <a:lnTo>
                    <a:pt x="698043" y="17070"/>
                  </a:lnTo>
                  <a:lnTo>
                    <a:pt x="652392" y="7693"/>
                  </a:lnTo>
                  <a:lnTo>
                    <a:pt x="605438" y="1949"/>
                  </a:lnTo>
                  <a:lnTo>
                    <a:pt x="557348" y="0"/>
                  </a:lnTo>
                  <a:close/>
                </a:path>
              </a:pathLst>
            </a:custGeom>
            <a:solidFill>
              <a:srgbClr val="E8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77366" y="1482634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59" h="1062989">
                  <a:moveTo>
                    <a:pt x="0" y="531222"/>
                  </a:moveTo>
                  <a:lnTo>
                    <a:pt x="2045" y="485386"/>
                  </a:lnTo>
                  <a:lnTo>
                    <a:pt x="8071" y="440633"/>
                  </a:lnTo>
                  <a:lnTo>
                    <a:pt x="17910" y="397122"/>
                  </a:lnTo>
                  <a:lnTo>
                    <a:pt x="31394" y="355013"/>
                  </a:lnTo>
                  <a:lnTo>
                    <a:pt x="48356" y="314464"/>
                  </a:lnTo>
                  <a:lnTo>
                    <a:pt x="68629" y="275637"/>
                  </a:lnTo>
                  <a:lnTo>
                    <a:pt x="92046" y="238689"/>
                  </a:lnTo>
                  <a:lnTo>
                    <a:pt x="118439" y="203781"/>
                  </a:lnTo>
                  <a:lnTo>
                    <a:pt x="147641" y="171071"/>
                  </a:lnTo>
                  <a:lnTo>
                    <a:pt x="179485" y="140720"/>
                  </a:lnTo>
                  <a:lnTo>
                    <a:pt x="213803" y="112887"/>
                  </a:lnTo>
                  <a:lnTo>
                    <a:pt x="250428" y="87731"/>
                  </a:lnTo>
                  <a:lnTo>
                    <a:pt x="289193" y="65412"/>
                  </a:lnTo>
                  <a:lnTo>
                    <a:pt x="329930" y="46089"/>
                  </a:lnTo>
                  <a:lnTo>
                    <a:pt x="372473" y="29922"/>
                  </a:lnTo>
                  <a:lnTo>
                    <a:pt x="416653" y="17070"/>
                  </a:lnTo>
                  <a:lnTo>
                    <a:pt x="462304" y="7693"/>
                  </a:lnTo>
                  <a:lnTo>
                    <a:pt x="509258" y="1949"/>
                  </a:lnTo>
                  <a:lnTo>
                    <a:pt x="557348" y="0"/>
                  </a:lnTo>
                  <a:lnTo>
                    <a:pt x="605438" y="1949"/>
                  </a:lnTo>
                  <a:lnTo>
                    <a:pt x="652393" y="7693"/>
                  </a:lnTo>
                  <a:lnTo>
                    <a:pt x="698044" y="17070"/>
                  </a:lnTo>
                  <a:lnTo>
                    <a:pt x="742224" y="29922"/>
                  </a:lnTo>
                  <a:lnTo>
                    <a:pt x="784767" y="46089"/>
                  </a:lnTo>
                  <a:lnTo>
                    <a:pt x="825504" y="65412"/>
                  </a:lnTo>
                  <a:lnTo>
                    <a:pt x="864269" y="87731"/>
                  </a:lnTo>
                  <a:lnTo>
                    <a:pt x="900894" y="112887"/>
                  </a:lnTo>
                  <a:lnTo>
                    <a:pt x="935212" y="140720"/>
                  </a:lnTo>
                  <a:lnTo>
                    <a:pt x="967055" y="171071"/>
                  </a:lnTo>
                  <a:lnTo>
                    <a:pt x="996257" y="203781"/>
                  </a:lnTo>
                  <a:lnTo>
                    <a:pt x="1022650" y="238689"/>
                  </a:lnTo>
                  <a:lnTo>
                    <a:pt x="1046067" y="275637"/>
                  </a:lnTo>
                  <a:lnTo>
                    <a:pt x="1066340" y="314464"/>
                  </a:lnTo>
                  <a:lnTo>
                    <a:pt x="1083303" y="355013"/>
                  </a:lnTo>
                  <a:lnTo>
                    <a:pt x="1096787" y="397122"/>
                  </a:lnTo>
                  <a:lnTo>
                    <a:pt x="1106625" y="440633"/>
                  </a:lnTo>
                  <a:lnTo>
                    <a:pt x="1112651" y="485386"/>
                  </a:lnTo>
                  <a:lnTo>
                    <a:pt x="1114697" y="531222"/>
                  </a:lnTo>
                  <a:lnTo>
                    <a:pt x="1112651" y="577058"/>
                  </a:lnTo>
                  <a:lnTo>
                    <a:pt x="1106625" y="621812"/>
                  </a:lnTo>
                  <a:lnTo>
                    <a:pt x="1096787" y="665323"/>
                  </a:lnTo>
                  <a:lnTo>
                    <a:pt x="1083303" y="707432"/>
                  </a:lnTo>
                  <a:lnTo>
                    <a:pt x="1066340" y="747980"/>
                  </a:lnTo>
                  <a:lnTo>
                    <a:pt x="1046067" y="786808"/>
                  </a:lnTo>
                  <a:lnTo>
                    <a:pt x="1022650" y="823756"/>
                  </a:lnTo>
                  <a:lnTo>
                    <a:pt x="996257" y="858664"/>
                  </a:lnTo>
                  <a:lnTo>
                    <a:pt x="967055" y="891373"/>
                  </a:lnTo>
                  <a:lnTo>
                    <a:pt x="935212" y="921724"/>
                  </a:lnTo>
                  <a:lnTo>
                    <a:pt x="900894" y="949558"/>
                  </a:lnTo>
                  <a:lnTo>
                    <a:pt x="864269" y="974713"/>
                  </a:lnTo>
                  <a:lnTo>
                    <a:pt x="825504" y="997032"/>
                  </a:lnTo>
                  <a:lnTo>
                    <a:pt x="784767" y="1016355"/>
                  </a:lnTo>
                  <a:lnTo>
                    <a:pt x="742224" y="1032523"/>
                  </a:lnTo>
                  <a:lnTo>
                    <a:pt x="698044" y="1045375"/>
                  </a:lnTo>
                  <a:lnTo>
                    <a:pt x="652393" y="1054752"/>
                  </a:lnTo>
                  <a:lnTo>
                    <a:pt x="605438" y="1060495"/>
                  </a:lnTo>
                  <a:lnTo>
                    <a:pt x="557348" y="1062445"/>
                  </a:lnTo>
                  <a:lnTo>
                    <a:pt x="509258" y="1060495"/>
                  </a:lnTo>
                  <a:lnTo>
                    <a:pt x="462304" y="1054752"/>
                  </a:lnTo>
                  <a:lnTo>
                    <a:pt x="416653" y="1045375"/>
                  </a:lnTo>
                  <a:lnTo>
                    <a:pt x="372473" y="1032523"/>
                  </a:lnTo>
                  <a:lnTo>
                    <a:pt x="329930" y="1016355"/>
                  </a:lnTo>
                  <a:lnTo>
                    <a:pt x="289193" y="997032"/>
                  </a:lnTo>
                  <a:lnTo>
                    <a:pt x="250428" y="974713"/>
                  </a:lnTo>
                  <a:lnTo>
                    <a:pt x="213803" y="949558"/>
                  </a:lnTo>
                  <a:lnTo>
                    <a:pt x="179485" y="921724"/>
                  </a:lnTo>
                  <a:lnTo>
                    <a:pt x="147641" y="891373"/>
                  </a:lnTo>
                  <a:lnTo>
                    <a:pt x="118439" y="858664"/>
                  </a:lnTo>
                  <a:lnTo>
                    <a:pt x="92046" y="823756"/>
                  </a:lnTo>
                  <a:lnTo>
                    <a:pt x="68629" y="786808"/>
                  </a:lnTo>
                  <a:lnTo>
                    <a:pt x="48356" y="747980"/>
                  </a:lnTo>
                  <a:lnTo>
                    <a:pt x="31394" y="707432"/>
                  </a:lnTo>
                  <a:lnTo>
                    <a:pt x="17910" y="665323"/>
                  </a:lnTo>
                  <a:lnTo>
                    <a:pt x="8071" y="621812"/>
                  </a:lnTo>
                  <a:lnTo>
                    <a:pt x="2045" y="577058"/>
                  </a:lnTo>
                  <a:lnTo>
                    <a:pt x="0" y="531222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116246" y="1756155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85090">
              <a:lnSpc>
                <a:spcPts val="1900"/>
              </a:lnSpc>
              <a:spcBef>
                <a:spcPts val="18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left 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36876" y="1756155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22860">
              <a:lnSpc>
                <a:spcPts val="1900"/>
              </a:lnSpc>
              <a:spcBef>
                <a:spcPts val="180"/>
              </a:spcBef>
            </a:pP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right </a:t>
            </a:r>
            <a:r>
              <a:rPr sz="1600" spc="-4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268680" y="1164844"/>
            <a:ext cx="11709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RIGHT</a:t>
            </a:r>
            <a:r>
              <a:rPr sz="1600" spc="-1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JOIN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945846" y="1482634"/>
            <a:ext cx="1115060" cy="1062990"/>
          </a:xfrm>
          <a:custGeom>
            <a:avLst/>
            <a:gdLst/>
            <a:ahLst/>
            <a:cxnLst/>
            <a:rect l="l" t="t" r="r" b="b"/>
            <a:pathLst>
              <a:path w="1115059" h="1062989">
                <a:moveTo>
                  <a:pt x="0" y="531222"/>
                </a:moveTo>
                <a:lnTo>
                  <a:pt x="2045" y="485386"/>
                </a:lnTo>
                <a:lnTo>
                  <a:pt x="8071" y="440633"/>
                </a:lnTo>
                <a:lnTo>
                  <a:pt x="17910" y="397122"/>
                </a:lnTo>
                <a:lnTo>
                  <a:pt x="31394" y="355013"/>
                </a:lnTo>
                <a:lnTo>
                  <a:pt x="48356" y="314464"/>
                </a:lnTo>
                <a:lnTo>
                  <a:pt x="68629" y="275637"/>
                </a:lnTo>
                <a:lnTo>
                  <a:pt x="92046" y="238689"/>
                </a:lnTo>
                <a:lnTo>
                  <a:pt x="118439" y="203781"/>
                </a:lnTo>
                <a:lnTo>
                  <a:pt x="147641" y="171071"/>
                </a:lnTo>
                <a:lnTo>
                  <a:pt x="179485" y="140720"/>
                </a:lnTo>
                <a:lnTo>
                  <a:pt x="213803" y="112887"/>
                </a:lnTo>
                <a:lnTo>
                  <a:pt x="250428" y="87731"/>
                </a:lnTo>
                <a:lnTo>
                  <a:pt x="289193" y="65412"/>
                </a:lnTo>
                <a:lnTo>
                  <a:pt x="329930" y="46089"/>
                </a:lnTo>
                <a:lnTo>
                  <a:pt x="372473" y="29922"/>
                </a:lnTo>
                <a:lnTo>
                  <a:pt x="416653" y="17070"/>
                </a:lnTo>
                <a:lnTo>
                  <a:pt x="462304" y="7693"/>
                </a:lnTo>
                <a:lnTo>
                  <a:pt x="509258" y="1949"/>
                </a:lnTo>
                <a:lnTo>
                  <a:pt x="557348" y="0"/>
                </a:lnTo>
                <a:lnTo>
                  <a:pt x="605438" y="1949"/>
                </a:lnTo>
                <a:lnTo>
                  <a:pt x="652393" y="7693"/>
                </a:lnTo>
                <a:lnTo>
                  <a:pt x="698044" y="17070"/>
                </a:lnTo>
                <a:lnTo>
                  <a:pt x="742224" y="29922"/>
                </a:lnTo>
                <a:lnTo>
                  <a:pt x="784767" y="46089"/>
                </a:lnTo>
                <a:lnTo>
                  <a:pt x="825504" y="65412"/>
                </a:lnTo>
                <a:lnTo>
                  <a:pt x="864269" y="87731"/>
                </a:lnTo>
                <a:lnTo>
                  <a:pt x="900894" y="112887"/>
                </a:lnTo>
                <a:lnTo>
                  <a:pt x="935212" y="140720"/>
                </a:lnTo>
                <a:lnTo>
                  <a:pt x="967055" y="171071"/>
                </a:lnTo>
                <a:lnTo>
                  <a:pt x="996257" y="203781"/>
                </a:lnTo>
                <a:lnTo>
                  <a:pt x="1022650" y="238689"/>
                </a:lnTo>
                <a:lnTo>
                  <a:pt x="1046067" y="275637"/>
                </a:lnTo>
                <a:lnTo>
                  <a:pt x="1066340" y="314464"/>
                </a:lnTo>
                <a:lnTo>
                  <a:pt x="1083303" y="355013"/>
                </a:lnTo>
                <a:lnTo>
                  <a:pt x="1096787" y="397122"/>
                </a:lnTo>
                <a:lnTo>
                  <a:pt x="1106625" y="440633"/>
                </a:lnTo>
                <a:lnTo>
                  <a:pt x="1112651" y="485386"/>
                </a:lnTo>
                <a:lnTo>
                  <a:pt x="1114697" y="531222"/>
                </a:lnTo>
                <a:lnTo>
                  <a:pt x="1112651" y="577058"/>
                </a:lnTo>
                <a:lnTo>
                  <a:pt x="1106625" y="621812"/>
                </a:lnTo>
                <a:lnTo>
                  <a:pt x="1096787" y="665323"/>
                </a:lnTo>
                <a:lnTo>
                  <a:pt x="1083303" y="707432"/>
                </a:lnTo>
                <a:lnTo>
                  <a:pt x="1066340" y="747980"/>
                </a:lnTo>
                <a:lnTo>
                  <a:pt x="1046067" y="786808"/>
                </a:lnTo>
                <a:lnTo>
                  <a:pt x="1022650" y="823756"/>
                </a:lnTo>
                <a:lnTo>
                  <a:pt x="996257" y="858664"/>
                </a:lnTo>
                <a:lnTo>
                  <a:pt x="967055" y="891373"/>
                </a:lnTo>
                <a:lnTo>
                  <a:pt x="935212" y="921724"/>
                </a:lnTo>
                <a:lnTo>
                  <a:pt x="900894" y="949558"/>
                </a:lnTo>
                <a:lnTo>
                  <a:pt x="864269" y="974713"/>
                </a:lnTo>
                <a:lnTo>
                  <a:pt x="825504" y="997032"/>
                </a:lnTo>
                <a:lnTo>
                  <a:pt x="784767" y="1016355"/>
                </a:lnTo>
                <a:lnTo>
                  <a:pt x="742224" y="1032523"/>
                </a:lnTo>
                <a:lnTo>
                  <a:pt x="698044" y="1045375"/>
                </a:lnTo>
                <a:lnTo>
                  <a:pt x="652393" y="1054752"/>
                </a:lnTo>
                <a:lnTo>
                  <a:pt x="605438" y="1060495"/>
                </a:lnTo>
                <a:lnTo>
                  <a:pt x="557348" y="1062445"/>
                </a:lnTo>
                <a:lnTo>
                  <a:pt x="509258" y="1060495"/>
                </a:lnTo>
                <a:lnTo>
                  <a:pt x="462304" y="1054752"/>
                </a:lnTo>
                <a:lnTo>
                  <a:pt x="416653" y="1045375"/>
                </a:lnTo>
                <a:lnTo>
                  <a:pt x="372473" y="1032523"/>
                </a:lnTo>
                <a:lnTo>
                  <a:pt x="329930" y="1016355"/>
                </a:lnTo>
                <a:lnTo>
                  <a:pt x="289193" y="997032"/>
                </a:lnTo>
                <a:lnTo>
                  <a:pt x="250428" y="974713"/>
                </a:lnTo>
                <a:lnTo>
                  <a:pt x="213803" y="949558"/>
                </a:lnTo>
                <a:lnTo>
                  <a:pt x="179485" y="921724"/>
                </a:lnTo>
                <a:lnTo>
                  <a:pt x="147641" y="891373"/>
                </a:lnTo>
                <a:lnTo>
                  <a:pt x="118439" y="858664"/>
                </a:lnTo>
                <a:lnTo>
                  <a:pt x="92046" y="823756"/>
                </a:lnTo>
                <a:lnTo>
                  <a:pt x="68629" y="786808"/>
                </a:lnTo>
                <a:lnTo>
                  <a:pt x="48356" y="747980"/>
                </a:lnTo>
                <a:lnTo>
                  <a:pt x="31394" y="707432"/>
                </a:lnTo>
                <a:lnTo>
                  <a:pt x="17910" y="665323"/>
                </a:lnTo>
                <a:lnTo>
                  <a:pt x="8071" y="621812"/>
                </a:lnTo>
                <a:lnTo>
                  <a:pt x="2045" y="577058"/>
                </a:lnTo>
                <a:lnTo>
                  <a:pt x="0" y="531222"/>
                </a:lnTo>
                <a:close/>
              </a:path>
            </a:pathLst>
          </a:custGeom>
          <a:ln w="28186">
            <a:solidFill>
              <a:srgbClr val="6B766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476796" y="4527327"/>
            <a:ext cx="523240" cy="368935"/>
          </a:xfrm>
          <a:custGeom>
            <a:avLst/>
            <a:gdLst/>
            <a:ahLst/>
            <a:cxnLst/>
            <a:rect l="l" t="t" r="r" b="b"/>
            <a:pathLst>
              <a:path w="523239" h="368935">
                <a:moveTo>
                  <a:pt x="422862" y="67933"/>
                </a:moveTo>
                <a:lnTo>
                  <a:pt x="362511" y="72050"/>
                </a:lnTo>
                <a:lnTo>
                  <a:pt x="0" y="318039"/>
                </a:lnTo>
                <a:lnTo>
                  <a:pt x="34229" y="368482"/>
                </a:lnTo>
                <a:lnTo>
                  <a:pt x="396740" y="122493"/>
                </a:lnTo>
                <a:lnTo>
                  <a:pt x="422862" y="67933"/>
                </a:lnTo>
                <a:close/>
              </a:path>
              <a:path w="523239" h="368935">
                <a:moveTo>
                  <a:pt x="518786" y="8745"/>
                </a:moveTo>
                <a:lnTo>
                  <a:pt x="455804" y="8745"/>
                </a:lnTo>
                <a:lnTo>
                  <a:pt x="490033" y="59188"/>
                </a:lnTo>
                <a:lnTo>
                  <a:pt x="396740" y="122493"/>
                </a:lnTo>
                <a:lnTo>
                  <a:pt x="353998" y="211767"/>
                </a:lnTo>
                <a:lnTo>
                  <a:pt x="351035" y="223502"/>
                </a:lnTo>
                <a:lnTo>
                  <a:pt x="352743" y="235061"/>
                </a:lnTo>
                <a:lnTo>
                  <a:pt x="358661" y="245137"/>
                </a:lnTo>
                <a:lnTo>
                  <a:pt x="368327" y="252421"/>
                </a:lnTo>
                <a:lnTo>
                  <a:pt x="380063" y="255383"/>
                </a:lnTo>
                <a:lnTo>
                  <a:pt x="391622" y="253675"/>
                </a:lnTo>
                <a:lnTo>
                  <a:pt x="401698" y="247758"/>
                </a:lnTo>
                <a:lnTo>
                  <a:pt x="408981" y="238091"/>
                </a:lnTo>
                <a:lnTo>
                  <a:pt x="518786" y="8745"/>
                </a:lnTo>
                <a:close/>
              </a:path>
              <a:path w="523239" h="368935">
                <a:moveTo>
                  <a:pt x="463986" y="20803"/>
                </a:moveTo>
                <a:lnTo>
                  <a:pt x="445427" y="20803"/>
                </a:lnTo>
                <a:lnTo>
                  <a:pt x="474992" y="64376"/>
                </a:lnTo>
                <a:lnTo>
                  <a:pt x="422862" y="67933"/>
                </a:lnTo>
                <a:lnTo>
                  <a:pt x="396740" y="122493"/>
                </a:lnTo>
                <a:lnTo>
                  <a:pt x="490033" y="59188"/>
                </a:lnTo>
                <a:lnTo>
                  <a:pt x="463986" y="20803"/>
                </a:lnTo>
                <a:close/>
              </a:path>
              <a:path w="523239" h="368935">
                <a:moveTo>
                  <a:pt x="522973" y="0"/>
                </a:moveTo>
                <a:lnTo>
                  <a:pt x="259613" y="17969"/>
                </a:lnTo>
                <a:lnTo>
                  <a:pt x="231279" y="50453"/>
                </a:lnTo>
                <a:lnTo>
                  <a:pt x="234476" y="62127"/>
                </a:lnTo>
                <a:lnTo>
                  <a:pt x="241653" y="71348"/>
                </a:lnTo>
                <a:lnTo>
                  <a:pt x="251764" y="77206"/>
                </a:lnTo>
                <a:lnTo>
                  <a:pt x="263763" y="78788"/>
                </a:lnTo>
                <a:lnTo>
                  <a:pt x="362511" y="72050"/>
                </a:lnTo>
                <a:lnTo>
                  <a:pt x="455804" y="8745"/>
                </a:lnTo>
                <a:lnTo>
                  <a:pt x="518786" y="8745"/>
                </a:lnTo>
                <a:lnTo>
                  <a:pt x="522973" y="0"/>
                </a:lnTo>
                <a:close/>
              </a:path>
              <a:path w="523239" h="368935">
                <a:moveTo>
                  <a:pt x="455804" y="8745"/>
                </a:moveTo>
                <a:lnTo>
                  <a:pt x="362511" y="72050"/>
                </a:lnTo>
                <a:lnTo>
                  <a:pt x="422862" y="67933"/>
                </a:lnTo>
                <a:lnTo>
                  <a:pt x="445427" y="20803"/>
                </a:lnTo>
                <a:lnTo>
                  <a:pt x="463986" y="20803"/>
                </a:lnTo>
                <a:lnTo>
                  <a:pt x="455804" y="8745"/>
                </a:lnTo>
                <a:close/>
              </a:path>
              <a:path w="523239" h="368935">
                <a:moveTo>
                  <a:pt x="445427" y="20803"/>
                </a:moveTo>
                <a:lnTo>
                  <a:pt x="422862" y="67933"/>
                </a:lnTo>
                <a:lnTo>
                  <a:pt x="474992" y="64376"/>
                </a:lnTo>
                <a:lnTo>
                  <a:pt x="445427" y="2080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8152" y="315975"/>
            <a:ext cx="574675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40" dirty="0"/>
              <a:t>R</a:t>
            </a:r>
            <a:r>
              <a:rPr sz="4300" spc="-125" dirty="0"/>
              <a:t>I</a:t>
            </a:r>
            <a:r>
              <a:rPr sz="4300" spc="-130" dirty="0"/>
              <a:t>G</a:t>
            </a:r>
            <a:r>
              <a:rPr sz="4300" spc="-135" dirty="0"/>
              <a:t>H</a:t>
            </a:r>
            <a:r>
              <a:rPr sz="4300" dirty="0"/>
              <a:t>T</a:t>
            </a:r>
            <a:r>
              <a:rPr sz="4300" spc="-254" dirty="0"/>
              <a:t> </a:t>
            </a:r>
            <a:r>
              <a:rPr sz="4300" spc="-140" dirty="0"/>
              <a:t>O</a:t>
            </a:r>
            <a:r>
              <a:rPr sz="4300" spc="-135" dirty="0"/>
              <a:t>U</a:t>
            </a:r>
            <a:r>
              <a:rPr sz="4300" spc="-130" dirty="0"/>
              <a:t>T</a:t>
            </a:r>
            <a:r>
              <a:rPr sz="4300" spc="-125" dirty="0"/>
              <a:t>E</a:t>
            </a:r>
            <a:r>
              <a:rPr sz="4300" dirty="0"/>
              <a:t>R</a:t>
            </a:r>
            <a:r>
              <a:rPr sz="4300" spc="-260" dirty="0"/>
              <a:t> </a:t>
            </a:r>
            <a:r>
              <a:rPr sz="4300" spc="-125" dirty="0"/>
              <a:t>J</a:t>
            </a:r>
            <a:r>
              <a:rPr sz="4300" spc="-140" dirty="0"/>
              <a:t>O</a:t>
            </a:r>
            <a:r>
              <a:rPr sz="4300" spc="-120" dirty="0"/>
              <a:t>IN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502839" y="956624"/>
            <a:ext cx="6306185" cy="1047115"/>
          </a:xfrm>
          <a:prstGeom prst="rect">
            <a:avLst/>
          </a:prstGeom>
        </p:spPr>
        <p:txBody>
          <a:bodyPr vert="horz" wrap="square" lIns="0" tIns="2336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39"/>
              </a:spcBef>
            </a:pPr>
            <a:r>
              <a:rPr sz="2600" spc="-30" dirty="0">
                <a:solidFill>
                  <a:srgbClr val="292934"/>
                </a:solidFill>
                <a:latin typeface="Verdana"/>
                <a:cs typeface="Verdana"/>
              </a:rPr>
              <a:t>Augment </a:t>
            </a:r>
            <a:r>
              <a:rPr sz="26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6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15" dirty="0">
                <a:solidFill>
                  <a:srgbClr val="292934"/>
                </a:solidFill>
                <a:latin typeface="Verdana"/>
                <a:cs typeface="Verdana"/>
              </a:rPr>
              <a:t>join</a:t>
            </a:r>
            <a:r>
              <a:rPr sz="26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1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6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1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6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20" dirty="0">
                <a:solidFill>
                  <a:srgbClr val="292934"/>
                </a:solidFill>
                <a:latin typeface="Verdana"/>
                <a:cs typeface="Verdana"/>
              </a:rPr>
              <a:t>dangling</a:t>
            </a:r>
            <a:r>
              <a:rPr sz="26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20" dirty="0">
                <a:solidFill>
                  <a:srgbClr val="292934"/>
                </a:solidFill>
                <a:latin typeface="Verdana"/>
                <a:cs typeface="Verdana"/>
              </a:rPr>
              <a:t>tuples</a:t>
            </a:r>
            <a:endParaRPr sz="2600">
              <a:latin typeface="Verdana"/>
              <a:cs typeface="Verdana"/>
            </a:endParaRPr>
          </a:p>
          <a:p>
            <a:pPr marL="40640">
              <a:lnSpc>
                <a:spcPct val="100000"/>
              </a:lnSpc>
              <a:spcBef>
                <a:spcPts val="1140"/>
              </a:spcBef>
              <a:tabLst>
                <a:tab pos="3071495" algn="l"/>
              </a:tabLst>
            </a:pP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one(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p1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17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colA,</a:t>
            </a:r>
            <a:r>
              <a:rPr sz="17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colB)	two(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p2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17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p1,</a:t>
            </a:r>
            <a:r>
              <a:rPr sz="17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colX,</a:t>
            </a:r>
            <a:r>
              <a:rPr sz="17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colY)</a:t>
            </a:r>
            <a:endParaRPr sz="17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18031" y="2042649"/>
          <a:ext cx="2661284" cy="20813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colA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colB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ee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566772" y="2029351"/>
          <a:ext cx="3460112" cy="21403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5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0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920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colY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ABC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PQR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DEF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GHI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KLM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STU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83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XYZ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0" y="2874264"/>
            <a:ext cx="2645663" cy="225856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397797" y="2889393"/>
            <a:ext cx="2305050" cy="1840864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213995" rIns="0" bIns="0" rtlCol="0">
            <a:spAutoFit/>
          </a:bodyPr>
          <a:lstStyle/>
          <a:p>
            <a:pPr marL="135255" marR="116205" algn="ctr">
              <a:lnSpc>
                <a:spcPts val="2210"/>
              </a:lnSpc>
              <a:spcBef>
                <a:spcPts val="1685"/>
              </a:spcBef>
            </a:pP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Join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C00000"/>
                </a:solidFill>
                <a:latin typeface="Verdana"/>
                <a:cs typeface="Verdana"/>
              </a:rPr>
              <a:t>specified </a:t>
            </a:r>
            <a:r>
              <a:rPr sz="1900" spc="-6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C00000"/>
                </a:solidFill>
                <a:latin typeface="Verdana"/>
                <a:cs typeface="Verdana"/>
              </a:rPr>
              <a:t>attribute(s)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.</a:t>
            </a:r>
            <a:endParaRPr sz="1900">
              <a:latin typeface="Verdana"/>
              <a:cs typeface="Verdana"/>
            </a:endParaRPr>
          </a:p>
          <a:p>
            <a:pPr marL="187325" marR="164465" indent="-3810" algn="ctr">
              <a:lnSpc>
                <a:spcPct val="96300"/>
              </a:lnSpc>
              <a:spcBef>
                <a:spcPts val="145"/>
              </a:spcBef>
            </a:pP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match 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found,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pad 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with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NULL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values</a:t>
            </a:r>
            <a:endParaRPr sz="19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663078" y="1468347"/>
            <a:ext cx="1143635" cy="1091565"/>
            <a:chOff x="8663078" y="1468347"/>
            <a:chExt cx="1143635" cy="1091565"/>
          </a:xfrm>
        </p:grpSpPr>
        <p:sp>
          <p:nvSpPr>
            <p:cNvPr id="9" name="object 9"/>
            <p:cNvSpPr/>
            <p:nvPr/>
          </p:nvSpPr>
          <p:spPr>
            <a:xfrm>
              <a:off x="8677366" y="1482634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59" h="1062989">
                  <a:moveTo>
                    <a:pt x="557348" y="0"/>
                  </a:moveTo>
                  <a:lnTo>
                    <a:pt x="509258" y="1949"/>
                  </a:lnTo>
                  <a:lnTo>
                    <a:pt x="462304" y="7693"/>
                  </a:lnTo>
                  <a:lnTo>
                    <a:pt x="416653" y="17070"/>
                  </a:lnTo>
                  <a:lnTo>
                    <a:pt x="372472" y="29922"/>
                  </a:lnTo>
                  <a:lnTo>
                    <a:pt x="329930" y="46089"/>
                  </a:lnTo>
                  <a:lnTo>
                    <a:pt x="289193" y="65412"/>
                  </a:lnTo>
                  <a:lnTo>
                    <a:pt x="250428" y="87731"/>
                  </a:lnTo>
                  <a:lnTo>
                    <a:pt x="213803" y="112887"/>
                  </a:lnTo>
                  <a:lnTo>
                    <a:pt x="179485" y="140720"/>
                  </a:lnTo>
                  <a:lnTo>
                    <a:pt x="147641" y="171071"/>
                  </a:lnTo>
                  <a:lnTo>
                    <a:pt x="118439" y="203780"/>
                  </a:lnTo>
                  <a:lnTo>
                    <a:pt x="92046" y="238688"/>
                  </a:lnTo>
                  <a:lnTo>
                    <a:pt x="68629" y="275636"/>
                  </a:lnTo>
                  <a:lnTo>
                    <a:pt x="48356" y="314464"/>
                  </a:lnTo>
                  <a:lnTo>
                    <a:pt x="31394" y="355012"/>
                  </a:lnTo>
                  <a:lnTo>
                    <a:pt x="17910" y="397121"/>
                  </a:lnTo>
                  <a:lnTo>
                    <a:pt x="8071" y="440632"/>
                  </a:lnTo>
                  <a:lnTo>
                    <a:pt x="2045" y="485385"/>
                  </a:lnTo>
                  <a:lnTo>
                    <a:pt x="0" y="531221"/>
                  </a:lnTo>
                  <a:lnTo>
                    <a:pt x="2045" y="577057"/>
                  </a:lnTo>
                  <a:lnTo>
                    <a:pt x="8071" y="621811"/>
                  </a:lnTo>
                  <a:lnTo>
                    <a:pt x="17910" y="665322"/>
                  </a:lnTo>
                  <a:lnTo>
                    <a:pt x="31394" y="707431"/>
                  </a:lnTo>
                  <a:lnTo>
                    <a:pt x="48356" y="747980"/>
                  </a:lnTo>
                  <a:lnTo>
                    <a:pt x="68629" y="786807"/>
                  </a:lnTo>
                  <a:lnTo>
                    <a:pt x="92046" y="823755"/>
                  </a:lnTo>
                  <a:lnTo>
                    <a:pt x="118439" y="858663"/>
                  </a:lnTo>
                  <a:lnTo>
                    <a:pt x="147641" y="891373"/>
                  </a:lnTo>
                  <a:lnTo>
                    <a:pt x="179485" y="921724"/>
                  </a:lnTo>
                  <a:lnTo>
                    <a:pt x="213803" y="949557"/>
                  </a:lnTo>
                  <a:lnTo>
                    <a:pt x="250428" y="974713"/>
                  </a:lnTo>
                  <a:lnTo>
                    <a:pt x="289193" y="997032"/>
                  </a:lnTo>
                  <a:lnTo>
                    <a:pt x="329930" y="1016355"/>
                  </a:lnTo>
                  <a:lnTo>
                    <a:pt x="372472" y="1032522"/>
                  </a:lnTo>
                  <a:lnTo>
                    <a:pt x="416653" y="1045374"/>
                  </a:lnTo>
                  <a:lnTo>
                    <a:pt x="462304" y="1054751"/>
                  </a:lnTo>
                  <a:lnTo>
                    <a:pt x="509258" y="1060495"/>
                  </a:lnTo>
                  <a:lnTo>
                    <a:pt x="557348" y="1062445"/>
                  </a:lnTo>
                  <a:lnTo>
                    <a:pt x="605438" y="1060495"/>
                  </a:lnTo>
                  <a:lnTo>
                    <a:pt x="652392" y="1054751"/>
                  </a:lnTo>
                  <a:lnTo>
                    <a:pt x="698043" y="1045374"/>
                  </a:lnTo>
                  <a:lnTo>
                    <a:pt x="742224" y="1032522"/>
                  </a:lnTo>
                  <a:lnTo>
                    <a:pt x="784766" y="1016355"/>
                  </a:lnTo>
                  <a:lnTo>
                    <a:pt x="825504" y="997032"/>
                  </a:lnTo>
                  <a:lnTo>
                    <a:pt x="864268" y="974713"/>
                  </a:lnTo>
                  <a:lnTo>
                    <a:pt x="900894" y="949557"/>
                  </a:lnTo>
                  <a:lnTo>
                    <a:pt x="935212" y="921724"/>
                  </a:lnTo>
                  <a:lnTo>
                    <a:pt x="967055" y="891373"/>
                  </a:lnTo>
                  <a:lnTo>
                    <a:pt x="996258" y="858663"/>
                  </a:lnTo>
                  <a:lnTo>
                    <a:pt x="1022651" y="823755"/>
                  </a:lnTo>
                  <a:lnTo>
                    <a:pt x="1046067" y="786807"/>
                  </a:lnTo>
                  <a:lnTo>
                    <a:pt x="1066341" y="747980"/>
                  </a:lnTo>
                  <a:lnTo>
                    <a:pt x="1083303" y="707431"/>
                  </a:lnTo>
                  <a:lnTo>
                    <a:pt x="1096787" y="665322"/>
                  </a:lnTo>
                  <a:lnTo>
                    <a:pt x="1106626" y="621811"/>
                  </a:lnTo>
                  <a:lnTo>
                    <a:pt x="1112652" y="577057"/>
                  </a:lnTo>
                  <a:lnTo>
                    <a:pt x="1114698" y="531221"/>
                  </a:lnTo>
                  <a:lnTo>
                    <a:pt x="1112652" y="485385"/>
                  </a:lnTo>
                  <a:lnTo>
                    <a:pt x="1106626" y="440632"/>
                  </a:lnTo>
                  <a:lnTo>
                    <a:pt x="1096787" y="397121"/>
                  </a:lnTo>
                  <a:lnTo>
                    <a:pt x="1083303" y="355012"/>
                  </a:lnTo>
                  <a:lnTo>
                    <a:pt x="1066341" y="314464"/>
                  </a:lnTo>
                  <a:lnTo>
                    <a:pt x="1046067" y="275636"/>
                  </a:lnTo>
                  <a:lnTo>
                    <a:pt x="1022651" y="238688"/>
                  </a:lnTo>
                  <a:lnTo>
                    <a:pt x="996258" y="203780"/>
                  </a:lnTo>
                  <a:lnTo>
                    <a:pt x="967055" y="171071"/>
                  </a:lnTo>
                  <a:lnTo>
                    <a:pt x="935212" y="140720"/>
                  </a:lnTo>
                  <a:lnTo>
                    <a:pt x="900894" y="112887"/>
                  </a:lnTo>
                  <a:lnTo>
                    <a:pt x="864268" y="87731"/>
                  </a:lnTo>
                  <a:lnTo>
                    <a:pt x="825504" y="65412"/>
                  </a:lnTo>
                  <a:lnTo>
                    <a:pt x="784766" y="46089"/>
                  </a:lnTo>
                  <a:lnTo>
                    <a:pt x="742224" y="29922"/>
                  </a:lnTo>
                  <a:lnTo>
                    <a:pt x="698043" y="17070"/>
                  </a:lnTo>
                  <a:lnTo>
                    <a:pt x="652392" y="7693"/>
                  </a:lnTo>
                  <a:lnTo>
                    <a:pt x="605438" y="1949"/>
                  </a:lnTo>
                  <a:lnTo>
                    <a:pt x="557348" y="0"/>
                  </a:lnTo>
                  <a:close/>
                </a:path>
              </a:pathLst>
            </a:custGeom>
            <a:solidFill>
              <a:srgbClr val="E8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77366" y="1482634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59" h="1062989">
                  <a:moveTo>
                    <a:pt x="0" y="531222"/>
                  </a:moveTo>
                  <a:lnTo>
                    <a:pt x="2045" y="485386"/>
                  </a:lnTo>
                  <a:lnTo>
                    <a:pt x="8071" y="440633"/>
                  </a:lnTo>
                  <a:lnTo>
                    <a:pt x="17910" y="397122"/>
                  </a:lnTo>
                  <a:lnTo>
                    <a:pt x="31394" y="355013"/>
                  </a:lnTo>
                  <a:lnTo>
                    <a:pt x="48356" y="314464"/>
                  </a:lnTo>
                  <a:lnTo>
                    <a:pt x="68629" y="275637"/>
                  </a:lnTo>
                  <a:lnTo>
                    <a:pt x="92046" y="238689"/>
                  </a:lnTo>
                  <a:lnTo>
                    <a:pt x="118439" y="203781"/>
                  </a:lnTo>
                  <a:lnTo>
                    <a:pt x="147641" y="171071"/>
                  </a:lnTo>
                  <a:lnTo>
                    <a:pt x="179485" y="140720"/>
                  </a:lnTo>
                  <a:lnTo>
                    <a:pt x="213803" y="112887"/>
                  </a:lnTo>
                  <a:lnTo>
                    <a:pt x="250428" y="87731"/>
                  </a:lnTo>
                  <a:lnTo>
                    <a:pt x="289193" y="65412"/>
                  </a:lnTo>
                  <a:lnTo>
                    <a:pt x="329930" y="46089"/>
                  </a:lnTo>
                  <a:lnTo>
                    <a:pt x="372473" y="29922"/>
                  </a:lnTo>
                  <a:lnTo>
                    <a:pt x="416653" y="17070"/>
                  </a:lnTo>
                  <a:lnTo>
                    <a:pt x="462304" y="7693"/>
                  </a:lnTo>
                  <a:lnTo>
                    <a:pt x="509258" y="1949"/>
                  </a:lnTo>
                  <a:lnTo>
                    <a:pt x="557348" y="0"/>
                  </a:lnTo>
                  <a:lnTo>
                    <a:pt x="605438" y="1949"/>
                  </a:lnTo>
                  <a:lnTo>
                    <a:pt x="652393" y="7693"/>
                  </a:lnTo>
                  <a:lnTo>
                    <a:pt x="698044" y="17070"/>
                  </a:lnTo>
                  <a:lnTo>
                    <a:pt x="742224" y="29922"/>
                  </a:lnTo>
                  <a:lnTo>
                    <a:pt x="784767" y="46089"/>
                  </a:lnTo>
                  <a:lnTo>
                    <a:pt x="825504" y="65412"/>
                  </a:lnTo>
                  <a:lnTo>
                    <a:pt x="864269" y="87731"/>
                  </a:lnTo>
                  <a:lnTo>
                    <a:pt x="900894" y="112887"/>
                  </a:lnTo>
                  <a:lnTo>
                    <a:pt x="935212" y="140720"/>
                  </a:lnTo>
                  <a:lnTo>
                    <a:pt x="967055" y="171071"/>
                  </a:lnTo>
                  <a:lnTo>
                    <a:pt x="996257" y="203781"/>
                  </a:lnTo>
                  <a:lnTo>
                    <a:pt x="1022650" y="238689"/>
                  </a:lnTo>
                  <a:lnTo>
                    <a:pt x="1046067" y="275637"/>
                  </a:lnTo>
                  <a:lnTo>
                    <a:pt x="1066340" y="314464"/>
                  </a:lnTo>
                  <a:lnTo>
                    <a:pt x="1083303" y="355013"/>
                  </a:lnTo>
                  <a:lnTo>
                    <a:pt x="1096787" y="397122"/>
                  </a:lnTo>
                  <a:lnTo>
                    <a:pt x="1106625" y="440633"/>
                  </a:lnTo>
                  <a:lnTo>
                    <a:pt x="1112651" y="485386"/>
                  </a:lnTo>
                  <a:lnTo>
                    <a:pt x="1114697" y="531222"/>
                  </a:lnTo>
                  <a:lnTo>
                    <a:pt x="1112651" y="577058"/>
                  </a:lnTo>
                  <a:lnTo>
                    <a:pt x="1106625" y="621812"/>
                  </a:lnTo>
                  <a:lnTo>
                    <a:pt x="1096787" y="665323"/>
                  </a:lnTo>
                  <a:lnTo>
                    <a:pt x="1083303" y="707432"/>
                  </a:lnTo>
                  <a:lnTo>
                    <a:pt x="1066340" y="747980"/>
                  </a:lnTo>
                  <a:lnTo>
                    <a:pt x="1046067" y="786808"/>
                  </a:lnTo>
                  <a:lnTo>
                    <a:pt x="1022650" y="823756"/>
                  </a:lnTo>
                  <a:lnTo>
                    <a:pt x="996257" y="858664"/>
                  </a:lnTo>
                  <a:lnTo>
                    <a:pt x="967055" y="891373"/>
                  </a:lnTo>
                  <a:lnTo>
                    <a:pt x="935212" y="921724"/>
                  </a:lnTo>
                  <a:lnTo>
                    <a:pt x="900894" y="949558"/>
                  </a:lnTo>
                  <a:lnTo>
                    <a:pt x="864269" y="974713"/>
                  </a:lnTo>
                  <a:lnTo>
                    <a:pt x="825504" y="997032"/>
                  </a:lnTo>
                  <a:lnTo>
                    <a:pt x="784767" y="1016355"/>
                  </a:lnTo>
                  <a:lnTo>
                    <a:pt x="742224" y="1032523"/>
                  </a:lnTo>
                  <a:lnTo>
                    <a:pt x="698044" y="1045375"/>
                  </a:lnTo>
                  <a:lnTo>
                    <a:pt x="652393" y="1054752"/>
                  </a:lnTo>
                  <a:lnTo>
                    <a:pt x="605438" y="1060495"/>
                  </a:lnTo>
                  <a:lnTo>
                    <a:pt x="557348" y="1062445"/>
                  </a:lnTo>
                  <a:lnTo>
                    <a:pt x="509258" y="1060495"/>
                  </a:lnTo>
                  <a:lnTo>
                    <a:pt x="462304" y="1054752"/>
                  </a:lnTo>
                  <a:lnTo>
                    <a:pt x="416653" y="1045375"/>
                  </a:lnTo>
                  <a:lnTo>
                    <a:pt x="372473" y="1032523"/>
                  </a:lnTo>
                  <a:lnTo>
                    <a:pt x="329930" y="1016355"/>
                  </a:lnTo>
                  <a:lnTo>
                    <a:pt x="289193" y="997032"/>
                  </a:lnTo>
                  <a:lnTo>
                    <a:pt x="250428" y="974713"/>
                  </a:lnTo>
                  <a:lnTo>
                    <a:pt x="213803" y="949558"/>
                  </a:lnTo>
                  <a:lnTo>
                    <a:pt x="179485" y="921724"/>
                  </a:lnTo>
                  <a:lnTo>
                    <a:pt x="147641" y="891373"/>
                  </a:lnTo>
                  <a:lnTo>
                    <a:pt x="118439" y="858664"/>
                  </a:lnTo>
                  <a:lnTo>
                    <a:pt x="92046" y="823756"/>
                  </a:lnTo>
                  <a:lnTo>
                    <a:pt x="68629" y="786808"/>
                  </a:lnTo>
                  <a:lnTo>
                    <a:pt x="48356" y="747980"/>
                  </a:lnTo>
                  <a:lnTo>
                    <a:pt x="31394" y="707432"/>
                  </a:lnTo>
                  <a:lnTo>
                    <a:pt x="17910" y="665323"/>
                  </a:lnTo>
                  <a:lnTo>
                    <a:pt x="8071" y="621812"/>
                  </a:lnTo>
                  <a:lnTo>
                    <a:pt x="2045" y="577058"/>
                  </a:lnTo>
                  <a:lnTo>
                    <a:pt x="0" y="531222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116246" y="1756155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85090">
              <a:lnSpc>
                <a:spcPts val="1900"/>
              </a:lnSpc>
              <a:spcBef>
                <a:spcPts val="18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left 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36876" y="1756155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22860">
              <a:lnSpc>
                <a:spcPts val="1900"/>
              </a:lnSpc>
              <a:spcBef>
                <a:spcPts val="180"/>
              </a:spcBef>
            </a:pP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right </a:t>
            </a:r>
            <a:r>
              <a:rPr sz="1600" spc="-4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68680" y="1164844"/>
            <a:ext cx="11709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RIGHT</a:t>
            </a:r>
            <a:r>
              <a:rPr sz="1600" spc="-1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JOIN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945846" y="1482634"/>
            <a:ext cx="1115060" cy="1062990"/>
          </a:xfrm>
          <a:custGeom>
            <a:avLst/>
            <a:gdLst/>
            <a:ahLst/>
            <a:cxnLst/>
            <a:rect l="l" t="t" r="r" b="b"/>
            <a:pathLst>
              <a:path w="1115059" h="1062989">
                <a:moveTo>
                  <a:pt x="0" y="531222"/>
                </a:moveTo>
                <a:lnTo>
                  <a:pt x="2045" y="485386"/>
                </a:lnTo>
                <a:lnTo>
                  <a:pt x="8071" y="440633"/>
                </a:lnTo>
                <a:lnTo>
                  <a:pt x="17910" y="397122"/>
                </a:lnTo>
                <a:lnTo>
                  <a:pt x="31394" y="355013"/>
                </a:lnTo>
                <a:lnTo>
                  <a:pt x="48356" y="314464"/>
                </a:lnTo>
                <a:lnTo>
                  <a:pt x="68629" y="275637"/>
                </a:lnTo>
                <a:lnTo>
                  <a:pt x="92046" y="238689"/>
                </a:lnTo>
                <a:lnTo>
                  <a:pt x="118439" y="203781"/>
                </a:lnTo>
                <a:lnTo>
                  <a:pt x="147641" y="171071"/>
                </a:lnTo>
                <a:lnTo>
                  <a:pt x="179485" y="140720"/>
                </a:lnTo>
                <a:lnTo>
                  <a:pt x="213803" y="112887"/>
                </a:lnTo>
                <a:lnTo>
                  <a:pt x="250428" y="87731"/>
                </a:lnTo>
                <a:lnTo>
                  <a:pt x="289193" y="65412"/>
                </a:lnTo>
                <a:lnTo>
                  <a:pt x="329930" y="46089"/>
                </a:lnTo>
                <a:lnTo>
                  <a:pt x="372473" y="29922"/>
                </a:lnTo>
                <a:lnTo>
                  <a:pt x="416653" y="17070"/>
                </a:lnTo>
                <a:lnTo>
                  <a:pt x="462304" y="7693"/>
                </a:lnTo>
                <a:lnTo>
                  <a:pt x="509258" y="1949"/>
                </a:lnTo>
                <a:lnTo>
                  <a:pt x="557348" y="0"/>
                </a:lnTo>
                <a:lnTo>
                  <a:pt x="605438" y="1949"/>
                </a:lnTo>
                <a:lnTo>
                  <a:pt x="652393" y="7693"/>
                </a:lnTo>
                <a:lnTo>
                  <a:pt x="698044" y="17070"/>
                </a:lnTo>
                <a:lnTo>
                  <a:pt x="742224" y="29922"/>
                </a:lnTo>
                <a:lnTo>
                  <a:pt x="784767" y="46089"/>
                </a:lnTo>
                <a:lnTo>
                  <a:pt x="825504" y="65412"/>
                </a:lnTo>
                <a:lnTo>
                  <a:pt x="864269" y="87731"/>
                </a:lnTo>
                <a:lnTo>
                  <a:pt x="900894" y="112887"/>
                </a:lnTo>
                <a:lnTo>
                  <a:pt x="935212" y="140720"/>
                </a:lnTo>
                <a:lnTo>
                  <a:pt x="967055" y="171071"/>
                </a:lnTo>
                <a:lnTo>
                  <a:pt x="996257" y="203781"/>
                </a:lnTo>
                <a:lnTo>
                  <a:pt x="1022650" y="238689"/>
                </a:lnTo>
                <a:lnTo>
                  <a:pt x="1046067" y="275637"/>
                </a:lnTo>
                <a:lnTo>
                  <a:pt x="1066340" y="314464"/>
                </a:lnTo>
                <a:lnTo>
                  <a:pt x="1083303" y="355013"/>
                </a:lnTo>
                <a:lnTo>
                  <a:pt x="1096787" y="397122"/>
                </a:lnTo>
                <a:lnTo>
                  <a:pt x="1106625" y="440633"/>
                </a:lnTo>
                <a:lnTo>
                  <a:pt x="1112651" y="485386"/>
                </a:lnTo>
                <a:lnTo>
                  <a:pt x="1114697" y="531222"/>
                </a:lnTo>
                <a:lnTo>
                  <a:pt x="1112651" y="577058"/>
                </a:lnTo>
                <a:lnTo>
                  <a:pt x="1106625" y="621812"/>
                </a:lnTo>
                <a:lnTo>
                  <a:pt x="1096787" y="665323"/>
                </a:lnTo>
                <a:lnTo>
                  <a:pt x="1083303" y="707432"/>
                </a:lnTo>
                <a:lnTo>
                  <a:pt x="1066340" y="747980"/>
                </a:lnTo>
                <a:lnTo>
                  <a:pt x="1046067" y="786808"/>
                </a:lnTo>
                <a:lnTo>
                  <a:pt x="1022650" y="823756"/>
                </a:lnTo>
                <a:lnTo>
                  <a:pt x="996257" y="858664"/>
                </a:lnTo>
                <a:lnTo>
                  <a:pt x="967055" y="891373"/>
                </a:lnTo>
                <a:lnTo>
                  <a:pt x="935212" y="921724"/>
                </a:lnTo>
                <a:lnTo>
                  <a:pt x="900894" y="949558"/>
                </a:lnTo>
                <a:lnTo>
                  <a:pt x="864269" y="974713"/>
                </a:lnTo>
                <a:lnTo>
                  <a:pt x="825504" y="997032"/>
                </a:lnTo>
                <a:lnTo>
                  <a:pt x="784767" y="1016355"/>
                </a:lnTo>
                <a:lnTo>
                  <a:pt x="742224" y="1032523"/>
                </a:lnTo>
                <a:lnTo>
                  <a:pt x="698044" y="1045375"/>
                </a:lnTo>
                <a:lnTo>
                  <a:pt x="652393" y="1054752"/>
                </a:lnTo>
                <a:lnTo>
                  <a:pt x="605438" y="1060495"/>
                </a:lnTo>
                <a:lnTo>
                  <a:pt x="557348" y="1062445"/>
                </a:lnTo>
                <a:lnTo>
                  <a:pt x="509258" y="1060495"/>
                </a:lnTo>
                <a:lnTo>
                  <a:pt x="462304" y="1054752"/>
                </a:lnTo>
                <a:lnTo>
                  <a:pt x="416653" y="1045375"/>
                </a:lnTo>
                <a:lnTo>
                  <a:pt x="372473" y="1032523"/>
                </a:lnTo>
                <a:lnTo>
                  <a:pt x="329930" y="1016355"/>
                </a:lnTo>
                <a:lnTo>
                  <a:pt x="289193" y="997032"/>
                </a:lnTo>
                <a:lnTo>
                  <a:pt x="250428" y="974713"/>
                </a:lnTo>
                <a:lnTo>
                  <a:pt x="213803" y="949558"/>
                </a:lnTo>
                <a:lnTo>
                  <a:pt x="179485" y="921724"/>
                </a:lnTo>
                <a:lnTo>
                  <a:pt x="147641" y="891373"/>
                </a:lnTo>
                <a:lnTo>
                  <a:pt x="118439" y="858664"/>
                </a:lnTo>
                <a:lnTo>
                  <a:pt x="92046" y="823756"/>
                </a:lnTo>
                <a:lnTo>
                  <a:pt x="68629" y="786808"/>
                </a:lnTo>
                <a:lnTo>
                  <a:pt x="48356" y="747980"/>
                </a:lnTo>
                <a:lnTo>
                  <a:pt x="31394" y="707432"/>
                </a:lnTo>
                <a:lnTo>
                  <a:pt x="17910" y="665323"/>
                </a:lnTo>
                <a:lnTo>
                  <a:pt x="8071" y="621812"/>
                </a:lnTo>
                <a:lnTo>
                  <a:pt x="2045" y="577058"/>
                </a:lnTo>
                <a:lnTo>
                  <a:pt x="0" y="531222"/>
                </a:lnTo>
                <a:close/>
              </a:path>
            </a:pathLst>
          </a:custGeom>
          <a:ln w="28186">
            <a:solidFill>
              <a:srgbClr val="6B766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1930085" y="5214122"/>
            <a:ext cx="6470650" cy="1710055"/>
            <a:chOff x="1930085" y="5214122"/>
            <a:chExt cx="6470650" cy="1710055"/>
          </a:xfrm>
        </p:grpSpPr>
        <p:sp>
          <p:nvSpPr>
            <p:cNvPr id="16" name="object 16"/>
            <p:cNvSpPr/>
            <p:nvPr/>
          </p:nvSpPr>
          <p:spPr>
            <a:xfrm>
              <a:off x="1940245" y="5224282"/>
              <a:ext cx="6136005" cy="1083945"/>
            </a:xfrm>
            <a:custGeom>
              <a:avLst/>
              <a:gdLst/>
              <a:ahLst/>
              <a:cxnLst/>
              <a:rect l="l" t="t" r="r" b="b"/>
              <a:pathLst>
                <a:path w="6136005" h="1083945">
                  <a:moveTo>
                    <a:pt x="0" y="0"/>
                  </a:moveTo>
                  <a:lnTo>
                    <a:pt x="6135892" y="0"/>
                  </a:lnTo>
                  <a:lnTo>
                    <a:pt x="6135892" y="1083551"/>
                  </a:lnTo>
                  <a:lnTo>
                    <a:pt x="0" y="1083551"/>
                  </a:lnTo>
                  <a:lnTo>
                    <a:pt x="0" y="0"/>
                  </a:lnTo>
                  <a:close/>
                </a:path>
              </a:pathLst>
            </a:custGeom>
            <a:ln w="20319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345162" y="5944486"/>
              <a:ext cx="2055495" cy="979805"/>
            </a:xfrm>
            <a:custGeom>
              <a:avLst/>
              <a:gdLst/>
              <a:ahLst/>
              <a:cxnLst/>
              <a:rect l="l" t="t" r="r" b="b"/>
              <a:pathLst>
                <a:path w="2055495" h="979804">
                  <a:moveTo>
                    <a:pt x="1931529" y="237249"/>
                  </a:moveTo>
                  <a:lnTo>
                    <a:pt x="123692" y="237249"/>
                  </a:lnTo>
                  <a:lnTo>
                    <a:pt x="75546" y="246970"/>
                  </a:lnTo>
                  <a:lnTo>
                    <a:pt x="36228" y="273478"/>
                  </a:lnTo>
                  <a:lnTo>
                    <a:pt x="9720" y="312796"/>
                  </a:lnTo>
                  <a:lnTo>
                    <a:pt x="0" y="360940"/>
                  </a:lnTo>
                  <a:lnTo>
                    <a:pt x="0" y="855703"/>
                  </a:lnTo>
                  <a:lnTo>
                    <a:pt x="9720" y="903850"/>
                  </a:lnTo>
                  <a:lnTo>
                    <a:pt x="36228" y="943167"/>
                  </a:lnTo>
                  <a:lnTo>
                    <a:pt x="75546" y="969676"/>
                  </a:lnTo>
                  <a:lnTo>
                    <a:pt x="123692" y="979396"/>
                  </a:lnTo>
                  <a:lnTo>
                    <a:pt x="1931529" y="979396"/>
                  </a:lnTo>
                  <a:lnTo>
                    <a:pt x="1979676" y="969676"/>
                  </a:lnTo>
                  <a:lnTo>
                    <a:pt x="2018993" y="943167"/>
                  </a:lnTo>
                  <a:lnTo>
                    <a:pt x="2045501" y="903850"/>
                  </a:lnTo>
                  <a:lnTo>
                    <a:pt x="2055221" y="855703"/>
                  </a:lnTo>
                  <a:lnTo>
                    <a:pt x="2055221" y="360940"/>
                  </a:lnTo>
                  <a:lnTo>
                    <a:pt x="2045501" y="312796"/>
                  </a:lnTo>
                  <a:lnTo>
                    <a:pt x="2018993" y="273478"/>
                  </a:lnTo>
                  <a:lnTo>
                    <a:pt x="1979676" y="246970"/>
                  </a:lnTo>
                  <a:lnTo>
                    <a:pt x="1931529" y="237249"/>
                  </a:lnTo>
                  <a:close/>
                </a:path>
                <a:path w="2055495" h="979804">
                  <a:moveTo>
                    <a:pt x="26902" y="0"/>
                  </a:moveTo>
                  <a:lnTo>
                    <a:pt x="342536" y="237249"/>
                  </a:lnTo>
                  <a:lnTo>
                    <a:pt x="856343" y="237249"/>
                  </a:lnTo>
                  <a:lnTo>
                    <a:pt x="26902" y="0"/>
                  </a:lnTo>
                  <a:close/>
                </a:path>
              </a:pathLst>
            </a:custGeom>
            <a:solidFill>
              <a:srgbClr val="0044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186567" y="5336032"/>
            <a:ext cx="6038215" cy="1431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1900" spc="-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*</a:t>
            </a:r>
            <a:endParaRPr sz="1900">
              <a:latin typeface="Courier New"/>
              <a:cs typeface="Courier New"/>
            </a:endParaRPr>
          </a:p>
          <a:p>
            <a:pPr marL="12700">
              <a:lnSpc>
                <a:spcPts val="2050"/>
              </a:lnSpc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one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RIGHT</a:t>
            </a:r>
            <a:r>
              <a:rPr sz="1900" spc="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OUTER</a:t>
            </a:r>
            <a:r>
              <a:rPr sz="1900" spc="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JOIN</a:t>
            </a:r>
            <a:r>
              <a:rPr sz="1900" spc="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two</a:t>
            </a:r>
            <a:endParaRPr sz="1900">
              <a:latin typeface="Courier New"/>
              <a:cs typeface="Courier New"/>
            </a:endParaRPr>
          </a:p>
          <a:p>
            <a:pPr marL="12700">
              <a:lnSpc>
                <a:spcPts val="2195"/>
              </a:lnSpc>
            </a:pPr>
            <a:r>
              <a:rPr sz="1900" dirty="0">
                <a:solidFill>
                  <a:srgbClr val="C00000"/>
                </a:solidFill>
                <a:latin typeface="Courier New"/>
                <a:cs typeface="Courier New"/>
              </a:rPr>
              <a:t>ON</a:t>
            </a:r>
            <a:r>
              <a:rPr sz="1900" spc="-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one.p1</a:t>
            </a:r>
            <a:r>
              <a:rPr sz="1900" spc="-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r>
              <a:rPr sz="1900" spc="-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two.p1;</a:t>
            </a:r>
            <a:endParaRPr sz="1900">
              <a:latin typeface="Courier New"/>
              <a:cs typeface="Courier New"/>
            </a:endParaRPr>
          </a:p>
          <a:p>
            <a:pPr marL="4604385" marR="5080" indent="-240665">
              <a:lnSpc>
                <a:spcPct val="77600"/>
              </a:lnSpc>
              <a:spcBef>
                <a:spcPts val="1520"/>
              </a:spcBef>
            </a:pP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Preserve</a:t>
            </a:r>
            <a:r>
              <a:rPr sz="17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 MT"/>
                <a:cs typeface="Arial MT"/>
              </a:rPr>
              <a:t>all</a:t>
            </a:r>
            <a:r>
              <a:rPr sz="17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 MT"/>
                <a:cs typeface="Arial MT"/>
              </a:rPr>
              <a:t>rows </a:t>
            </a:r>
            <a:r>
              <a:rPr sz="1700" spc="-4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right</a:t>
            </a:r>
            <a:r>
              <a:rPr sz="17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 MT"/>
                <a:cs typeface="Arial MT"/>
              </a:rPr>
              <a:t>table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18033" y="2042322"/>
          <a:ext cx="2661284" cy="20813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colA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colB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ee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8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hh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566774" y="2029022"/>
          <a:ext cx="3460112" cy="21403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5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0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920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colY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ABC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PQR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DEF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GHI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KLM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STU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83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XYZ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17695" y="6915911"/>
            <a:ext cx="676973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Note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 order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7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 columns; order</a:t>
            </a:r>
            <a:r>
              <a:rPr sz="17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7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rows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does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matter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58152" y="315975"/>
            <a:ext cx="575881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40" dirty="0"/>
              <a:t>R</a:t>
            </a:r>
            <a:r>
              <a:rPr sz="4300" spc="-125" dirty="0"/>
              <a:t>I</a:t>
            </a:r>
            <a:r>
              <a:rPr sz="4300" spc="-130" dirty="0"/>
              <a:t>G</a:t>
            </a:r>
            <a:r>
              <a:rPr sz="4300" spc="-135" dirty="0"/>
              <a:t>H</a:t>
            </a:r>
            <a:r>
              <a:rPr sz="4300" dirty="0"/>
              <a:t>T</a:t>
            </a:r>
            <a:r>
              <a:rPr sz="4300" spc="-254" dirty="0"/>
              <a:t> </a:t>
            </a:r>
            <a:r>
              <a:rPr sz="4300" spc="-140" dirty="0"/>
              <a:t>O</a:t>
            </a:r>
            <a:r>
              <a:rPr sz="4300" spc="-135" dirty="0"/>
              <a:t>U</a:t>
            </a:r>
            <a:r>
              <a:rPr sz="4300" spc="-130" dirty="0"/>
              <a:t>T</a:t>
            </a:r>
            <a:r>
              <a:rPr sz="4300" spc="-125" dirty="0"/>
              <a:t>E</a:t>
            </a:r>
            <a:r>
              <a:rPr sz="4300" dirty="0"/>
              <a:t>R</a:t>
            </a:r>
            <a:r>
              <a:rPr sz="4300" spc="-260" dirty="0"/>
              <a:t> </a:t>
            </a:r>
            <a:r>
              <a:rPr sz="4300" spc="-120" dirty="0"/>
              <a:t>J</a:t>
            </a:r>
            <a:r>
              <a:rPr sz="4300" spc="-140" dirty="0"/>
              <a:t>O</a:t>
            </a:r>
            <a:r>
              <a:rPr sz="4300" spc="-125" dirty="0"/>
              <a:t>I</a:t>
            </a:r>
            <a:r>
              <a:rPr sz="4300" dirty="0"/>
              <a:t>N</a:t>
            </a:r>
            <a:endParaRPr sz="4300"/>
          </a:p>
        </p:txBody>
      </p:sp>
      <p:sp>
        <p:nvSpPr>
          <p:cNvPr id="6" name="object 6"/>
          <p:cNvSpPr txBox="1"/>
          <p:nvPr/>
        </p:nvSpPr>
        <p:spPr>
          <a:xfrm>
            <a:off x="502839" y="956624"/>
            <a:ext cx="6306185" cy="1047115"/>
          </a:xfrm>
          <a:prstGeom prst="rect">
            <a:avLst/>
          </a:prstGeom>
        </p:spPr>
        <p:txBody>
          <a:bodyPr vert="horz" wrap="square" lIns="0" tIns="2336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39"/>
              </a:spcBef>
            </a:pPr>
            <a:r>
              <a:rPr sz="2600" spc="-30" dirty="0">
                <a:solidFill>
                  <a:srgbClr val="292934"/>
                </a:solidFill>
                <a:latin typeface="Verdana"/>
                <a:cs typeface="Verdana"/>
              </a:rPr>
              <a:t>Augment </a:t>
            </a:r>
            <a:r>
              <a:rPr sz="26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6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15" dirty="0">
                <a:solidFill>
                  <a:srgbClr val="292934"/>
                </a:solidFill>
                <a:latin typeface="Verdana"/>
                <a:cs typeface="Verdana"/>
              </a:rPr>
              <a:t>join</a:t>
            </a:r>
            <a:r>
              <a:rPr sz="26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1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6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1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6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20" dirty="0">
                <a:solidFill>
                  <a:srgbClr val="292934"/>
                </a:solidFill>
                <a:latin typeface="Verdana"/>
                <a:cs typeface="Verdana"/>
              </a:rPr>
              <a:t>dangling</a:t>
            </a:r>
            <a:r>
              <a:rPr sz="26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20" dirty="0">
                <a:solidFill>
                  <a:srgbClr val="292934"/>
                </a:solidFill>
                <a:latin typeface="Verdana"/>
                <a:cs typeface="Verdana"/>
              </a:rPr>
              <a:t>tuples</a:t>
            </a:r>
            <a:endParaRPr sz="2600">
              <a:latin typeface="Verdana"/>
              <a:cs typeface="Verdana"/>
            </a:endParaRPr>
          </a:p>
          <a:p>
            <a:pPr marL="40640">
              <a:lnSpc>
                <a:spcPct val="100000"/>
              </a:lnSpc>
              <a:spcBef>
                <a:spcPts val="1140"/>
              </a:spcBef>
              <a:tabLst>
                <a:tab pos="3072130" algn="l"/>
              </a:tabLst>
            </a:pP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one(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p1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17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colA,</a:t>
            </a:r>
            <a:r>
              <a:rPr sz="17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colB)	two(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p2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17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p1,</a:t>
            </a:r>
            <a:r>
              <a:rPr sz="17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colX,</a:t>
            </a:r>
            <a:r>
              <a:rPr sz="17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292934"/>
                </a:solidFill>
                <a:latin typeface="Courier New"/>
                <a:cs typeface="Courier New"/>
              </a:rPr>
              <a:t>colY)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3820" y="5355335"/>
            <a:ext cx="3187065" cy="885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8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Since two.p1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is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 foreign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key </a:t>
            </a:r>
            <a:r>
              <a:rPr sz="1700" spc="-5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referencing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one.p1,</a:t>
            </a: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matches</a:t>
            </a:r>
            <a:r>
              <a:rPr sz="17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7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always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founded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663078" y="1468347"/>
            <a:ext cx="1143635" cy="1091565"/>
            <a:chOff x="8663078" y="1468347"/>
            <a:chExt cx="1143635" cy="1091565"/>
          </a:xfrm>
        </p:grpSpPr>
        <p:sp>
          <p:nvSpPr>
            <p:cNvPr id="9" name="object 9"/>
            <p:cNvSpPr/>
            <p:nvPr/>
          </p:nvSpPr>
          <p:spPr>
            <a:xfrm>
              <a:off x="8677366" y="1482634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59" h="1062989">
                  <a:moveTo>
                    <a:pt x="557348" y="0"/>
                  </a:moveTo>
                  <a:lnTo>
                    <a:pt x="509258" y="1949"/>
                  </a:lnTo>
                  <a:lnTo>
                    <a:pt x="462304" y="7693"/>
                  </a:lnTo>
                  <a:lnTo>
                    <a:pt x="416653" y="17070"/>
                  </a:lnTo>
                  <a:lnTo>
                    <a:pt x="372472" y="29922"/>
                  </a:lnTo>
                  <a:lnTo>
                    <a:pt x="329930" y="46089"/>
                  </a:lnTo>
                  <a:lnTo>
                    <a:pt x="289193" y="65412"/>
                  </a:lnTo>
                  <a:lnTo>
                    <a:pt x="250428" y="87731"/>
                  </a:lnTo>
                  <a:lnTo>
                    <a:pt x="213803" y="112887"/>
                  </a:lnTo>
                  <a:lnTo>
                    <a:pt x="179485" y="140720"/>
                  </a:lnTo>
                  <a:lnTo>
                    <a:pt x="147641" y="171071"/>
                  </a:lnTo>
                  <a:lnTo>
                    <a:pt x="118439" y="203780"/>
                  </a:lnTo>
                  <a:lnTo>
                    <a:pt x="92046" y="238688"/>
                  </a:lnTo>
                  <a:lnTo>
                    <a:pt x="68629" y="275636"/>
                  </a:lnTo>
                  <a:lnTo>
                    <a:pt x="48356" y="314464"/>
                  </a:lnTo>
                  <a:lnTo>
                    <a:pt x="31394" y="355012"/>
                  </a:lnTo>
                  <a:lnTo>
                    <a:pt x="17910" y="397121"/>
                  </a:lnTo>
                  <a:lnTo>
                    <a:pt x="8071" y="440632"/>
                  </a:lnTo>
                  <a:lnTo>
                    <a:pt x="2045" y="485385"/>
                  </a:lnTo>
                  <a:lnTo>
                    <a:pt x="0" y="531221"/>
                  </a:lnTo>
                  <a:lnTo>
                    <a:pt x="2045" y="577057"/>
                  </a:lnTo>
                  <a:lnTo>
                    <a:pt x="8071" y="621811"/>
                  </a:lnTo>
                  <a:lnTo>
                    <a:pt x="17910" y="665322"/>
                  </a:lnTo>
                  <a:lnTo>
                    <a:pt x="31394" y="707431"/>
                  </a:lnTo>
                  <a:lnTo>
                    <a:pt x="48356" y="747980"/>
                  </a:lnTo>
                  <a:lnTo>
                    <a:pt x="68629" y="786807"/>
                  </a:lnTo>
                  <a:lnTo>
                    <a:pt x="92046" y="823755"/>
                  </a:lnTo>
                  <a:lnTo>
                    <a:pt x="118439" y="858663"/>
                  </a:lnTo>
                  <a:lnTo>
                    <a:pt x="147641" y="891373"/>
                  </a:lnTo>
                  <a:lnTo>
                    <a:pt x="179485" y="921724"/>
                  </a:lnTo>
                  <a:lnTo>
                    <a:pt x="213803" y="949557"/>
                  </a:lnTo>
                  <a:lnTo>
                    <a:pt x="250428" y="974713"/>
                  </a:lnTo>
                  <a:lnTo>
                    <a:pt x="289193" y="997032"/>
                  </a:lnTo>
                  <a:lnTo>
                    <a:pt x="329930" y="1016355"/>
                  </a:lnTo>
                  <a:lnTo>
                    <a:pt x="372472" y="1032522"/>
                  </a:lnTo>
                  <a:lnTo>
                    <a:pt x="416653" y="1045374"/>
                  </a:lnTo>
                  <a:lnTo>
                    <a:pt x="462304" y="1054751"/>
                  </a:lnTo>
                  <a:lnTo>
                    <a:pt x="509258" y="1060495"/>
                  </a:lnTo>
                  <a:lnTo>
                    <a:pt x="557348" y="1062445"/>
                  </a:lnTo>
                  <a:lnTo>
                    <a:pt x="605438" y="1060495"/>
                  </a:lnTo>
                  <a:lnTo>
                    <a:pt x="652392" y="1054751"/>
                  </a:lnTo>
                  <a:lnTo>
                    <a:pt x="698043" y="1045374"/>
                  </a:lnTo>
                  <a:lnTo>
                    <a:pt x="742224" y="1032522"/>
                  </a:lnTo>
                  <a:lnTo>
                    <a:pt x="784766" y="1016355"/>
                  </a:lnTo>
                  <a:lnTo>
                    <a:pt x="825504" y="997032"/>
                  </a:lnTo>
                  <a:lnTo>
                    <a:pt x="864268" y="974713"/>
                  </a:lnTo>
                  <a:lnTo>
                    <a:pt x="900894" y="949557"/>
                  </a:lnTo>
                  <a:lnTo>
                    <a:pt x="935212" y="921724"/>
                  </a:lnTo>
                  <a:lnTo>
                    <a:pt x="967055" y="891373"/>
                  </a:lnTo>
                  <a:lnTo>
                    <a:pt x="996258" y="858663"/>
                  </a:lnTo>
                  <a:lnTo>
                    <a:pt x="1022651" y="823755"/>
                  </a:lnTo>
                  <a:lnTo>
                    <a:pt x="1046067" y="786807"/>
                  </a:lnTo>
                  <a:lnTo>
                    <a:pt x="1066341" y="747980"/>
                  </a:lnTo>
                  <a:lnTo>
                    <a:pt x="1083303" y="707431"/>
                  </a:lnTo>
                  <a:lnTo>
                    <a:pt x="1096787" y="665322"/>
                  </a:lnTo>
                  <a:lnTo>
                    <a:pt x="1106626" y="621811"/>
                  </a:lnTo>
                  <a:lnTo>
                    <a:pt x="1112652" y="577057"/>
                  </a:lnTo>
                  <a:lnTo>
                    <a:pt x="1114698" y="531221"/>
                  </a:lnTo>
                  <a:lnTo>
                    <a:pt x="1112652" y="485385"/>
                  </a:lnTo>
                  <a:lnTo>
                    <a:pt x="1106626" y="440632"/>
                  </a:lnTo>
                  <a:lnTo>
                    <a:pt x="1096787" y="397121"/>
                  </a:lnTo>
                  <a:lnTo>
                    <a:pt x="1083303" y="355012"/>
                  </a:lnTo>
                  <a:lnTo>
                    <a:pt x="1066341" y="314464"/>
                  </a:lnTo>
                  <a:lnTo>
                    <a:pt x="1046067" y="275636"/>
                  </a:lnTo>
                  <a:lnTo>
                    <a:pt x="1022651" y="238688"/>
                  </a:lnTo>
                  <a:lnTo>
                    <a:pt x="996258" y="203780"/>
                  </a:lnTo>
                  <a:lnTo>
                    <a:pt x="967055" y="171071"/>
                  </a:lnTo>
                  <a:lnTo>
                    <a:pt x="935212" y="140720"/>
                  </a:lnTo>
                  <a:lnTo>
                    <a:pt x="900894" y="112887"/>
                  </a:lnTo>
                  <a:lnTo>
                    <a:pt x="864268" y="87731"/>
                  </a:lnTo>
                  <a:lnTo>
                    <a:pt x="825504" y="65412"/>
                  </a:lnTo>
                  <a:lnTo>
                    <a:pt x="784766" y="46089"/>
                  </a:lnTo>
                  <a:lnTo>
                    <a:pt x="742224" y="29922"/>
                  </a:lnTo>
                  <a:lnTo>
                    <a:pt x="698043" y="17070"/>
                  </a:lnTo>
                  <a:lnTo>
                    <a:pt x="652392" y="7693"/>
                  </a:lnTo>
                  <a:lnTo>
                    <a:pt x="605438" y="1949"/>
                  </a:lnTo>
                  <a:lnTo>
                    <a:pt x="557348" y="0"/>
                  </a:lnTo>
                  <a:close/>
                </a:path>
              </a:pathLst>
            </a:custGeom>
            <a:solidFill>
              <a:srgbClr val="E8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77366" y="1482634"/>
              <a:ext cx="1115060" cy="1062990"/>
            </a:xfrm>
            <a:custGeom>
              <a:avLst/>
              <a:gdLst/>
              <a:ahLst/>
              <a:cxnLst/>
              <a:rect l="l" t="t" r="r" b="b"/>
              <a:pathLst>
                <a:path w="1115059" h="1062989">
                  <a:moveTo>
                    <a:pt x="0" y="531222"/>
                  </a:moveTo>
                  <a:lnTo>
                    <a:pt x="2045" y="485386"/>
                  </a:lnTo>
                  <a:lnTo>
                    <a:pt x="8071" y="440633"/>
                  </a:lnTo>
                  <a:lnTo>
                    <a:pt x="17910" y="397122"/>
                  </a:lnTo>
                  <a:lnTo>
                    <a:pt x="31394" y="355013"/>
                  </a:lnTo>
                  <a:lnTo>
                    <a:pt x="48356" y="314464"/>
                  </a:lnTo>
                  <a:lnTo>
                    <a:pt x="68629" y="275637"/>
                  </a:lnTo>
                  <a:lnTo>
                    <a:pt x="92046" y="238689"/>
                  </a:lnTo>
                  <a:lnTo>
                    <a:pt x="118439" y="203781"/>
                  </a:lnTo>
                  <a:lnTo>
                    <a:pt x="147641" y="171071"/>
                  </a:lnTo>
                  <a:lnTo>
                    <a:pt x="179485" y="140720"/>
                  </a:lnTo>
                  <a:lnTo>
                    <a:pt x="213803" y="112887"/>
                  </a:lnTo>
                  <a:lnTo>
                    <a:pt x="250428" y="87731"/>
                  </a:lnTo>
                  <a:lnTo>
                    <a:pt x="289193" y="65412"/>
                  </a:lnTo>
                  <a:lnTo>
                    <a:pt x="329930" y="46089"/>
                  </a:lnTo>
                  <a:lnTo>
                    <a:pt x="372473" y="29922"/>
                  </a:lnTo>
                  <a:lnTo>
                    <a:pt x="416653" y="17070"/>
                  </a:lnTo>
                  <a:lnTo>
                    <a:pt x="462304" y="7693"/>
                  </a:lnTo>
                  <a:lnTo>
                    <a:pt x="509258" y="1949"/>
                  </a:lnTo>
                  <a:lnTo>
                    <a:pt x="557348" y="0"/>
                  </a:lnTo>
                  <a:lnTo>
                    <a:pt x="605438" y="1949"/>
                  </a:lnTo>
                  <a:lnTo>
                    <a:pt x="652393" y="7693"/>
                  </a:lnTo>
                  <a:lnTo>
                    <a:pt x="698044" y="17070"/>
                  </a:lnTo>
                  <a:lnTo>
                    <a:pt x="742224" y="29922"/>
                  </a:lnTo>
                  <a:lnTo>
                    <a:pt x="784767" y="46089"/>
                  </a:lnTo>
                  <a:lnTo>
                    <a:pt x="825504" y="65412"/>
                  </a:lnTo>
                  <a:lnTo>
                    <a:pt x="864269" y="87731"/>
                  </a:lnTo>
                  <a:lnTo>
                    <a:pt x="900894" y="112887"/>
                  </a:lnTo>
                  <a:lnTo>
                    <a:pt x="935212" y="140720"/>
                  </a:lnTo>
                  <a:lnTo>
                    <a:pt x="967055" y="171071"/>
                  </a:lnTo>
                  <a:lnTo>
                    <a:pt x="996257" y="203781"/>
                  </a:lnTo>
                  <a:lnTo>
                    <a:pt x="1022650" y="238689"/>
                  </a:lnTo>
                  <a:lnTo>
                    <a:pt x="1046067" y="275637"/>
                  </a:lnTo>
                  <a:lnTo>
                    <a:pt x="1066340" y="314464"/>
                  </a:lnTo>
                  <a:lnTo>
                    <a:pt x="1083303" y="355013"/>
                  </a:lnTo>
                  <a:lnTo>
                    <a:pt x="1096787" y="397122"/>
                  </a:lnTo>
                  <a:lnTo>
                    <a:pt x="1106625" y="440633"/>
                  </a:lnTo>
                  <a:lnTo>
                    <a:pt x="1112651" y="485386"/>
                  </a:lnTo>
                  <a:lnTo>
                    <a:pt x="1114697" y="531222"/>
                  </a:lnTo>
                  <a:lnTo>
                    <a:pt x="1112651" y="577058"/>
                  </a:lnTo>
                  <a:lnTo>
                    <a:pt x="1106625" y="621812"/>
                  </a:lnTo>
                  <a:lnTo>
                    <a:pt x="1096787" y="665323"/>
                  </a:lnTo>
                  <a:lnTo>
                    <a:pt x="1083303" y="707432"/>
                  </a:lnTo>
                  <a:lnTo>
                    <a:pt x="1066340" y="747980"/>
                  </a:lnTo>
                  <a:lnTo>
                    <a:pt x="1046067" y="786808"/>
                  </a:lnTo>
                  <a:lnTo>
                    <a:pt x="1022650" y="823756"/>
                  </a:lnTo>
                  <a:lnTo>
                    <a:pt x="996257" y="858664"/>
                  </a:lnTo>
                  <a:lnTo>
                    <a:pt x="967055" y="891373"/>
                  </a:lnTo>
                  <a:lnTo>
                    <a:pt x="935212" y="921724"/>
                  </a:lnTo>
                  <a:lnTo>
                    <a:pt x="900894" y="949558"/>
                  </a:lnTo>
                  <a:lnTo>
                    <a:pt x="864269" y="974713"/>
                  </a:lnTo>
                  <a:lnTo>
                    <a:pt x="825504" y="997032"/>
                  </a:lnTo>
                  <a:lnTo>
                    <a:pt x="784767" y="1016355"/>
                  </a:lnTo>
                  <a:lnTo>
                    <a:pt x="742224" y="1032523"/>
                  </a:lnTo>
                  <a:lnTo>
                    <a:pt x="698044" y="1045375"/>
                  </a:lnTo>
                  <a:lnTo>
                    <a:pt x="652393" y="1054752"/>
                  </a:lnTo>
                  <a:lnTo>
                    <a:pt x="605438" y="1060495"/>
                  </a:lnTo>
                  <a:lnTo>
                    <a:pt x="557348" y="1062445"/>
                  </a:lnTo>
                  <a:lnTo>
                    <a:pt x="509258" y="1060495"/>
                  </a:lnTo>
                  <a:lnTo>
                    <a:pt x="462304" y="1054752"/>
                  </a:lnTo>
                  <a:lnTo>
                    <a:pt x="416653" y="1045375"/>
                  </a:lnTo>
                  <a:lnTo>
                    <a:pt x="372473" y="1032523"/>
                  </a:lnTo>
                  <a:lnTo>
                    <a:pt x="329930" y="1016355"/>
                  </a:lnTo>
                  <a:lnTo>
                    <a:pt x="289193" y="997032"/>
                  </a:lnTo>
                  <a:lnTo>
                    <a:pt x="250428" y="974713"/>
                  </a:lnTo>
                  <a:lnTo>
                    <a:pt x="213803" y="949558"/>
                  </a:lnTo>
                  <a:lnTo>
                    <a:pt x="179485" y="921724"/>
                  </a:lnTo>
                  <a:lnTo>
                    <a:pt x="147641" y="891373"/>
                  </a:lnTo>
                  <a:lnTo>
                    <a:pt x="118439" y="858664"/>
                  </a:lnTo>
                  <a:lnTo>
                    <a:pt x="92046" y="823756"/>
                  </a:lnTo>
                  <a:lnTo>
                    <a:pt x="68629" y="786808"/>
                  </a:lnTo>
                  <a:lnTo>
                    <a:pt x="48356" y="747980"/>
                  </a:lnTo>
                  <a:lnTo>
                    <a:pt x="31394" y="707432"/>
                  </a:lnTo>
                  <a:lnTo>
                    <a:pt x="17910" y="665323"/>
                  </a:lnTo>
                  <a:lnTo>
                    <a:pt x="8071" y="621812"/>
                  </a:lnTo>
                  <a:lnTo>
                    <a:pt x="2045" y="577058"/>
                  </a:lnTo>
                  <a:lnTo>
                    <a:pt x="0" y="531222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116246" y="1756155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85090">
              <a:lnSpc>
                <a:spcPts val="1900"/>
              </a:lnSpc>
              <a:spcBef>
                <a:spcPts val="18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left 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36876" y="1756155"/>
            <a:ext cx="467359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22860">
              <a:lnSpc>
                <a:spcPts val="1900"/>
              </a:lnSpc>
              <a:spcBef>
                <a:spcPts val="180"/>
              </a:spcBef>
            </a:pP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right </a:t>
            </a:r>
            <a:r>
              <a:rPr sz="1600" spc="-4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able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68680" y="1164844"/>
            <a:ext cx="11709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RIGHT</a:t>
            </a:r>
            <a:r>
              <a:rPr sz="1600" spc="-1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JOIN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945846" y="1482634"/>
            <a:ext cx="1115060" cy="1062990"/>
          </a:xfrm>
          <a:custGeom>
            <a:avLst/>
            <a:gdLst/>
            <a:ahLst/>
            <a:cxnLst/>
            <a:rect l="l" t="t" r="r" b="b"/>
            <a:pathLst>
              <a:path w="1115059" h="1062989">
                <a:moveTo>
                  <a:pt x="0" y="531222"/>
                </a:moveTo>
                <a:lnTo>
                  <a:pt x="2045" y="485386"/>
                </a:lnTo>
                <a:lnTo>
                  <a:pt x="8071" y="440633"/>
                </a:lnTo>
                <a:lnTo>
                  <a:pt x="17910" y="397122"/>
                </a:lnTo>
                <a:lnTo>
                  <a:pt x="31394" y="355013"/>
                </a:lnTo>
                <a:lnTo>
                  <a:pt x="48356" y="314464"/>
                </a:lnTo>
                <a:lnTo>
                  <a:pt x="68629" y="275637"/>
                </a:lnTo>
                <a:lnTo>
                  <a:pt x="92046" y="238689"/>
                </a:lnTo>
                <a:lnTo>
                  <a:pt x="118439" y="203781"/>
                </a:lnTo>
                <a:lnTo>
                  <a:pt x="147641" y="171071"/>
                </a:lnTo>
                <a:lnTo>
                  <a:pt x="179485" y="140720"/>
                </a:lnTo>
                <a:lnTo>
                  <a:pt x="213803" y="112887"/>
                </a:lnTo>
                <a:lnTo>
                  <a:pt x="250428" y="87731"/>
                </a:lnTo>
                <a:lnTo>
                  <a:pt x="289193" y="65412"/>
                </a:lnTo>
                <a:lnTo>
                  <a:pt x="329930" y="46089"/>
                </a:lnTo>
                <a:lnTo>
                  <a:pt x="372473" y="29922"/>
                </a:lnTo>
                <a:lnTo>
                  <a:pt x="416653" y="17070"/>
                </a:lnTo>
                <a:lnTo>
                  <a:pt x="462304" y="7693"/>
                </a:lnTo>
                <a:lnTo>
                  <a:pt x="509258" y="1949"/>
                </a:lnTo>
                <a:lnTo>
                  <a:pt x="557348" y="0"/>
                </a:lnTo>
                <a:lnTo>
                  <a:pt x="605438" y="1949"/>
                </a:lnTo>
                <a:lnTo>
                  <a:pt x="652393" y="7693"/>
                </a:lnTo>
                <a:lnTo>
                  <a:pt x="698044" y="17070"/>
                </a:lnTo>
                <a:lnTo>
                  <a:pt x="742224" y="29922"/>
                </a:lnTo>
                <a:lnTo>
                  <a:pt x="784767" y="46089"/>
                </a:lnTo>
                <a:lnTo>
                  <a:pt x="825504" y="65412"/>
                </a:lnTo>
                <a:lnTo>
                  <a:pt x="864269" y="87731"/>
                </a:lnTo>
                <a:lnTo>
                  <a:pt x="900894" y="112887"/>
                </a:lnTo>
                <a:lnTo>
                  <a:pt x="935212" y="140720"/>
                </a:lnTo>
                <a:lnTo>
                  <a:pt x="967055" y="171071"/>
                </a:lnTo>
                <a:lnTo>
                  <a:pt x="996257" y="203781"/>
                </a:lnTo>
                <a:lnTo>
                  <a:pt x="1022650" y="238689"/>
                </a:lnTo>
                <a:lnTo>
                  <a:pt x="1046067" y="275637"/>
                </a:lnTo>
                <a:lnTo>
                  <a:pt x="1066340" y="314464"/>
                </a:lnTo>
                <a:lnTo>
                  <a:pt x="1083303" y="355013"/>
                </a:lnTo>
                <a:lnTo>
                  <a:pt x="1096787" y="397122"/>
                </a:lnTo>
                <a:lnTo>
                  <a:pt x="1106625" y="440633"/>
                </a:lnTo>
                <a:lnTo>
                  <a:pt x="1112651" y="485386"/>
                </a:lnTo>
                <a:lnTo>
                  <a:pt x="1114697" y="531222"/>
                </a:lnTo>
                <a:lnTo>
                  <a:pt x="1112651" y="577058"/>
                </a:lnTo>
                <a:lnTo>
                  <a:pt x="1106625" y="621812"/>
                </a:lnTo>
                <a:lnTo>
                  <a:pt x="1096787" y="665323"/>
                </a:lnTo>
                <a:lnTo>
                  <a:pt x="1083303" y="707432"/>
                </a:lnTo>
                <a:lnTo>
                  <a:pt x="1066340" y="747980"/>
                </a:lnTo>
                <a:lnTo>
                  <a:pt x="1046067" y="786808"/>
                </a:lnTo>
                <a:lnTo>
                  <a:pt x="1022650" y="823756"/>
                </a:lnTo>
                <a:lnTo>
                  <a:pt x="996257" y="858664"/>
                </a:lnTo>
                <a:lnTo>
                  <a:pt x="967055" y="891373"/>
                </a:lnTo>
                <a:lnTo>
                  <a:pt x="935212" y="921724"/>
                </a:lnTo>
                <a:lnTo>
                  <a:pt x="900894" y="949558"/>
                </a:lnTo>
                <a:lnTo>
                  <a:pt x="864269" y="974713"/>
                </a:lnTo>
                <a:lnTo>
                  <a:pt x="825504" y="997032"/>
                </a:lnTo>
                <a:lnTo>
                  <a:pt x="784767" y="1016355"/>
                </a:lnTo>
                <a:lnTo>
                  <a:pt x="742224" y="1032523"/>
                </a:lnTo>
                <a:lnTo>
                  <a:pt x="698044" y="1045375"/>
                </a:lnTo>
                <a:lnTo>
                  <a:pt x="652393" y="1054752"/>
                </a:lnTo>
                <a:lnTo>
                  <a:pt x="605438" y="1060495"/>
                </a:lnTo>
                <a:lnTo>
                  <a:pt x="557348" y="1062445"/>
                </a:lnTo>
                <a:lnTo>
                  <a:pt x="509258" y="1060495"/>
                </a:lnTo>
                <a:lnTo>
                  <a:pt x="462304" y="1054752"/>
                </a:lnTo>
                <a:lnTo>
                  <a:pt x="416653" y="1045375"/>
                </a:lnTo>
                <a:lnTo>
                  <a:pt x="372473" y="1032523"/>
                </a:lnTo>
                <a:lnTo>
                  <a:pt x="329930" y="1016355"/>
                </a:lnTo>
                <a:lnTo>
                  <a:pt x="289193" y="997032"/>
                </a:lnTo>
                <a:lnTo>
                  <a:pt x="250428" y="974713"/>
                </a:lnTo>
                <a:lnTo>
                  <a:pt x="213803" y="949558"/>
                </a:lnTo>
                <a:lnTo>
                  <a:pt x="179485" y="921724"/>
                </a:lnTo>
                <a:lnTo>
                  <a:pt x="147641" y="891373"/>
                </a:lnTo>
                <a:lnTo>
                  <a:pt x="118439" y="858664"/>
                </a:lnTo>
                <a:lnTo>
                  <a:pt x="92046" y="823756"/>
                </a:lnTo>
                <a:lnTo>
                  <a:pt x="68629" y="786808"/>
                </a:lnTo>
                <a:lnTo>
                  <a:pt x="48356" y="747980"/>
                </a:lnTo>
                <a:lnTo>
                  <a:pt x="31394" y="707432"/>
                </a:lnTo>
                <a:lnTo>
                  <a:pt x="17910" y="665323"/>
                </a:lnTo>
                <a:lnTo>
                  <a:pt x="8071" y="621812"/>
                </a:lnTo>
                <a:lnTo>
                  <a:pt x="2045" y="577058"/>
                </a:lnTo>
                <a:lnTo>
                  <a:pt x="0" y="531222"/>
                </a:lnTo>
                <a:close/>
              </a:path>
            </a:pathLst>
          </a:custGeom>
          <a:ln w="28186">
            <a:solidFill>
              <a:srgbClr val="6B766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4065127" y="4444413"/>
          <a:ext cx="5275577" cy="20813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4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0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00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00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00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08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colA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colB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colY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ABC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bb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STU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PQR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cc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DEF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9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ee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KLM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62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GHI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164"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9007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83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7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XYZ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F6D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" name="object 16"/>
          <p:cNvSpPr/>
          <p:nvPr/>
        </p:nvSpPr>
        <p:spPr>
          <a:xfrm>
            <a:off x="3608623" y="4528399"/>
            <a:ext cx="445770" cy="257810"/>
          </a:xfrm>
          <a:custGeom>
            <a:avLst/>
            <a:gdLst/>
            <a:ahLst/>
            <a:cxnLst/>
            <a:rect l="l" t="t" r="r" b="b"/>
            <a:pathLst>
              <a:path w="445770" h="257810">
                <a:moveTo>
                  <a:pt x="409022" y="30209"/>
                </a:moveTo>
                <a:lnTo>
                  <a:pt x="377785" y="30209"/>
                </a:lnTo>
                <a:lnTo>
                  <a:pt x="401231" y="86480"/>
                </a:lnTo>
                <a:lnTo>
                  <a:pt x="297160" y="129843"/>
                </a:lnTo>
                <a:lnTo>
                  <a:pt x="237423" y="208761"/>
                </a:lnTo>
                <a:lnTo>
                  <a:pt x="232173" y="219666"/>
                </a:lnTo>
                <a:lnTo>
                  <a:pt x="231534" y="231334"/>
                </a:lnTo>
                <a:lnTo>
                  <a:pt x="235316" y="242389"/>
                </a:lnTo>
                <a:lnTo>
                  <a:pt x="243330" y="251459"/>
                </a:lnTo>
                <a:lnTo>
                  <a:pt x="254236" y="256710"/>
                </a:lnTo>
                <a:lnTo>
                  <a:pt x="265903" y="257350"/>
                </a:lnTo>
                <a:lnTo>
                  <a:pt x="276959" y="253567"/>
                </a:lnTo>
                <a:lnTo>
                  <a:pt x="286029" y="245553"/>
                </a:lnTo>
                <a:lnTo>
                  <a:pt x="445347" y="35079"/>
                </a:lnTo>
                <a:lnTo>
                  <a:pt x="409022" y="30209"/>
                </a:lnTo>
                <a:close/>
              </a:path>
              <a:path w="445770" h="257810">
                <a:moveTo>
                  <a:pt x="273714" y="73572"/>
                </a:moveTo>
                <a:lnTo>
                  <a:pt x="0" y="187619"/>
                </a:lnTo>
                <a:lnTo>
                  <a:pt x="23445" y="243890"/>
                </a:lnTo>
                <a:lnTo>
                  <a:pt x="297160" y="129843"/>
                </a:lnTo>
                <a:lnTo>
                  <a:pt x="333669" y="81610"/>
                </a:lnTo>
                <a:lnTo>
                  <a:pt x="273714" y="73572"/>
                </a:lnTo>
                <a:close/>
              </a:path>
              <a:path w="445770" h="257810">
                <a:moveTo>
                  <a:pt x="333669" y="81610"/>
                </a:moveTo>
                <a:lnTo>
                  <a:pt x="297160" y="129843"/>
                </a:lnTo>
                <a:lnTo>
                  <a:pt x="396253" y="88554"/>
                </a:lnTo>
                <a:lnTo>
                  <a:pt x="385457" y="88554"/>
                </a:lnTo>
                <a:lnTo>
                  <a:pt x="333669" y="81610"/>
                </a:lnTo>
                <a:close/>
              </a:path>
              <a:path w="445770" h="257810">
                <a:moveTo>
                  <a:pt x="365205" y="39949"/>
                </a:moveTo>
                <a:lnTo>
                  <a:pt x="333669" y="81610"/>
                </a:lnTo>
                <a:lnTo>
                  <a:pt x="385457" y="88554"/>
                </a:lnTo>
                <a:lnTo>
                  <a:pt x="365205" y="39949"/>
                </a:lnTo>
                <a:close/>
              </a:path>
              <a:path w="445770" h="257810">
                <a:moveTo>
                  <a:pt x="381843" y="39949"/>
                </a:moveTo>
                <a:lnTo>
                  <a:pt x="365205" y="39949"/>
                </a:lnTo>
                <a:lnTo>
                  <a:pt x="385457" y="88554"/>
                </a:lnTo>
                <a:lnTo>
                  <a:pt x="396253" y="88554"/>
                </a:lnTo>
                <a:lnTo>
                  <a:pt x="401231" y="86480"/>
                </a:lnTo>
                <a:lnTo>
                  <a:pt x="381843" y="39949"/>
                </a:lnTo>
                <a:close/>
              </a:path>
              <a:path w="445770" h="257810">
                <a:moveTo>
                  <a:pt x="377785" y="30209"/>
                </a:moveTo>
                <a:lnTo>
                  <a:pt x="273714" y="73572"/>
                </a:lnTo>
                <a:lnTo>
                  <a:pt x="333669" y="81610"/>
                </a:lnTo>
                <a:lnTo>
                  <a:pt x="365205" y="39949"/>
                </a:lnTo>
                <a:lnTo>
                  <a:pt x="381843" y="39949"/>
                </a:lnTo>
                <a:lnTo>
                  <a:pt x="377785" y="30209"/>
                </a:lnTo>
                <a:close/>
              </a:path>
              <a:path w="445770" h="257810">
                <a:moveTo>
                  <a:pt x="183715" y="0"/>
                </a:moveTo>
                <a:lnTo>
                  <a:pt x="171638" y="797"/>
                </a:lnTo>
                <a:lnTo>
                  <a:pt x="161168" y="5984"/>
                </a:lnTo>
                <a:lnTo>
                  <a:pt x="153406" y="14718"/>
                </a:lnTo>
                <a:lnTo>
                  <a:pt x="149456" y="26159"/>
                </a:lnTo>
                <a:lnTo>
                  <a:pt x="150253" y="38236"/>
                </a:lnTo>
                <a:lnTo>
                  <a:pt x="155439" y="48707"/>
                </a:lnTo>
                <a:lnTo>
                  <a:pt x="164173" y="56468"/>
                </a:lnTo>
                <a:lnTo>
                  <a:pt x="175614" y="60418"/>
                </a:lnTo>
                <a:lnTo>
                  <a:pt x="273714" y="73572"/>
                </a:lnTo>
                <a:lnTo>
                  <a:pt x="377785" y="30209"/>
                </a:lnTo>
                <a:lnTo>
                  <a:pt x="409022" y="30209"/>
                </a:lnTo>
                <a:lnTo>
                  <a:pt x="18371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95243" y="4033893"/>
            <a:ext cx="452755" cy="367665"/>
          </a:xfrm>
          <a:custGeom>
            <a:avLst/>
            <a:gdLst/>
            <a:ahLst/>
            <a:cxnLst/>
            <a:rect l="l" t="t" r="r" b="b"/>
            <a:pathLst>
              <a:path w="452754" h="367664">
                <a:moveTo>
                  <a:pt x="123786" y="101985"/>
                </a:moveTo>
                <a:lnTo>
                  <a:pt x="112383" y="104536"/>
                </a:lnTo>
                <a:lnTo>
                  <a:pt x="102769" y="111177"/>
                </a:lnTo>
                <a:lnTo>
                  <a:pt x="96213" y="121352"/>
                </a:lnTo>
                <a:lnTo>
                  <a:pt x="0" y="367165"/>
                </a:lnTo>
                <a:lnTo>
                  <a:pt x="95778" y="353515"/>
                </a:lnTo>
                <a:lnTo>
                  <a:pt x="66347" y="353515"/>
                </a:lnTo>
                <a:lnTo>
                  <a:pt x="28508" y="305720"/>
                </a:lnTo>
                <a:lnTo>
                  <a:pt x="116904" y="235740"/>
                </a:lnTo>
                <a:lnTo>
                  <a:pt x="152980" y="143572"/>
                </a:lnTo>
                <a:lnTo>
                  <a:pt x="155074" y="131651"/>
                </a:lnTo>
                <a:lnTo>
                  <a:pt x="152523" y="120248"/>
                </a:lnTo>
                <a:lnTo>
                  <a:pt x="145882" y="110633"/>
                </a:lnTo>
                <a:lnTo>
                  <a:pt x="135707" y="104079"/>
                </a:lnTo>
                <a:lnTo>
                  <a:pt x="123786" y="101985"/>
                </a:lnTo>
                <a:close/>
              </a:path>
              <a:path w="452754" h="367664">
                <a:moveTo>
                  <a:pt x="116904" y="235740"/>
                </a:moveTo>
                <a:lnTo>
                  <a:pt x="28508" y="305720"/>
                </a:lnTo>
                <a:lnTo>
                  <a:pt x="66347" y="353515"/>
                </a:lnTo>
                <a:lnTo>
                  <a:pt x="82500" y="340728"/>
                </a:lnTo>
                <a:lnTo>
                  <a:pt x="75811" y="340728"/>
                </a:lnTo>
                <a:lnTo>
                  <a:pt x="43126" y="299443"/>
                </a:lnTo>
                <a:lnTo>
                  <a:pt x="94856" y="292070"/>
                </a:lnTo>
                <a:lnTo>
                  <a:pt x="116904" y="235740"/>
                </a:lnTo>
                <a:close/>
              </a:path>
              <a:path w="452754" h="367664">
                <a:moveTo>
                  <a:pt x="252729" y="269571"/>
                </a:moveTo>
                <a:lnTo>
                  <a:pt x="154743" y="283536"/>
                </a:lnTo>
                <a:lnTo>
                  <a:pt x="66347" y="353515"/>
                </a:lnTo>
                <a:lnTo>
                  <a:pt x="95778" y="353515"/>
                </a:lnTo>
                <a:lnTo>
                  <a:pt x="261331" y="329921"/>
                </a:lnTo>
                <a:lnTo>
                  <a:pt x="287205" y="295446"/>
                </a:lnTo>
                <a:lnTo>
                  <a:pt x="283160" y="284038"/>
                </a:lnTo>
                <a:lnTo>
                  <a:pt x="275326" y="275368"/>
                </a:lnTo>
                <a:lnTo>
                  <a:pt x="264813" y="270268"/>
                </a:lnTo>
                <a:lnTo>
                  <a:pt x="252729" y="269571"/>
                </a:lnTo>
                <a:close/>
              </a:path>
              <a:path w="452754" h="367664">
                <a:moveTo>
                  <a:pt x="94856" y="292070"/>
                </a:moveTo>
                <a:lnTo>
                  <a:pt x="43126" y="299443"/>
                </a:lnTo>
                <a:lnTo>
                  <a:pt x="75811" y="340728"/>
                </a:lnTo>
                <a:lnTo>
                  <a:pt x="94856" y="292070"/>
                </a:lnTo>
                <a:close/>
              </a:path>
              <a:path w="452754" h="367664">
                <a:moveTo>
                  <a:pt x="154743" y="283536"/>
                </a:moveTo>
                <a:lnTo>
                  <a:pt x="94856" y="292070"/>
                </a:lnTo>
                <a:lnTo>
                  <a:pt x="75811" y="340728"/>
                </a:lnTo>
                <a:lnTo>
                  <a:pt x="82500" y="340728"/>
                </a:lnTo>
                <a:lnTo>
                  <a:pt x="154743" y="283536"/>
                </a:lnTo>
                <a:close/>
              </a:path>
              <a:path w="452754" h="367664">
                <a:moveTo>
                  <a:pt x="414682" y="0"/>
                </a:moveTo>
                <a:lnTo>
                  <a:pt x="116904" y="235740"/>
                </a:lnTo>
                <a:lnTo>
                  <a:pt x="94856" y="292070"/>
                </a:lnTo>
                <a:lnTo>
                  <a:pt x="154743" y="283536"/>
                </a:lnTo>
                <a:lnTo>
                  <a:pt x="452520" y="47796"/>
                </a:lnTo>
                <a:lnTo>
                  <a:pt x="41468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>
            <a:extLst>
              <a:ext uri="{FF2B5EF4-FFF2-40B4-BE49-F238E27FC236}">
                <a16:creationId xmlns:a16="http://schemas.microsoft.com/office/drawing/2014/main" id="{551F739D-88AC-6112-8E9D-7A42B024D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895" y="152400"/>
            <a:ext cx="6412230" cy="817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630" dirty="0">
                <a:solidFill>
                  <a:srgbClr val="CC0000"/>
                </a:solidFill>
                <a:latin typeface="Arial-BoldMT"/>
              </a:rPr>
              <a:t>SQL – Join</a:t>
            </a:r>
          </a:p>
        </p:txBody>
      </p:sp>
      <p:sp>
        <p:nvSpPr>
          <p:cNvPr id="334851" name="Rectangle 3">
            <a:extLst>
              <a:ext uri="{FF2B5EF4-FFF2-40B4-BE49-F238E27FC236}">
                <a16:creationId xmlns:a16="http://schemas.microsoft.com/office/drawing/2014/main" id="{3C1D9B74-75A7-312D-F30C-94737A620F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8294" y="995045"/>
            <a:ext cx="9401811" cy="4400550"/>
          </a:xfrm>
          <a:noFill/>
          <a:ln/>
        </p:spPr>
        <p:txBody>
          <a:bodyPr/>
          <a:lstStyle/>
          <a:p>
            <a:pPr marL="440055" indent="-440055"/>
            <a:r>
              <a:rPr lang="en-US" altLang="en-US" dirty="0">
                <a:cs typeface="Times New Roman" panose="02020603050405020304" pitchFamily="18" charset="0"/>
              </a:rPr>
              <a:t>A Join is a Query that combines data from multiple tables</a:t>
            </a:r>
          </a:p>
          <a:p>
            <a:pPr marL="844749" lvl="1" indent="-377190"/>
            <a:r>
              <a:rPr lang="en-US" altLang="en-US" dirty="0">
                <a:cs typeface="Times New Roman" panose="02020603050405020304" pitchFamily="18" charset="0"/>
              </a:rPr>
              <a:t>Multiple tables are specified in the From Clause</a:t>
            </a:r>
          </a:p>
          <a:p>
            <a:pPr marL="844749" lvl="1" indent="-377190"/>
            <a:r>
              <a:rPr lang="en-US" altLang="en-US" dirty="0">
                <a:cs typeface="Times New Roman" panose="02020603050405020304" pitchFamily="18" charset="0"/>
              </a:rPr>
              <a:t>For two tables to be joined in a sensible manner, they need to have data in common</a:t>
            </a:r>
          </a:p>
          <a:p>
            <a:pPr marL="440055" indent="-440055">
              <a:buNone/>
            </a:pPr>
            <a:r>
              <a:rPr lang="en-US" altLang="en-US" b="1" u="sng" dirty="0">
                <a:solidFill>
                  <a:srgbClr val="CC0000"/>
                </a:solidFill>
                <a:cs typeface="Times New Roman" panose="02020603050405020304" pitchFamily="18" charset="0"/>
              </a:rPr>
              <a:t>Example:</a:t>
            </a:r>
          </a:p>
          <a:p>
            <a:pPr marL="440055" indent="-440055">
              <a:buNone/>
            </a:pPr>
            <a:r>
              <a:rPr lang="en-US" altLang="en-US" dirty="0">
                <a:solidFill>
                  <a:srgbClr val="CC0000"/>
                </a:solidFill>
                <a:cs typeface="Times New Roman" panose="02020603050405020304" pitchFamily="18" charset="0"/>
              </a:rPr>
              <a:t>Schema:</a:t>
            </a:r>
            <a:r>
              <a:rPr lang="en-US" altLang="en-US" sz="1980" dirty="0">
                <a:cs typeface="Times New Roman" panose="02020603050405020304" pitchFamily="18" charset="0"/>
              </a:rPr>
              <a:t>	Movies (</a:t>
            </a:r>
            <a:r>
              <a:rPr lang="en-US" altLang="en-US" sz="1980" dirty="0" err="1">
                <a:cs typeface="Times New Roman" panose="02020603050405020304" pitchFamily="18" charset="0"/>
              </a:rPr>
              <a:t>movie_title</a:t>
            </a:r>
            <a:r>
              <a:rPr lang="en-US" altLang="en-US" sz="1980" dirty="0">
                <a:cs typeface="Times New Roman" panose="02020603050405020304" pitchFamily="18" charset="0"/>
              </a:rPr>
              <a:t>, </a:t>
            </a:r>
            <a:r>
              <a:rPr lang="en-US" altLang="en-US" sz="1980" dirty="0" err="1">
                <a:cs typeface="Times New Roman" panose="02020603050405020304" pitchFamily="18" charset="0"/>
              </a:rPr>
              <a:t>director_id</a:t>
            </a:r>
            <a:r>
              <a:rPr lang="en-US" altLang="en-US" sz="1980" dirty="0">
                <a:cs typeface="Times New Roman" panose="02020603050405020304" pitchFamily="18" charset="0"/>
              </a:rPr>
              <a:t>, </a:t>
            </a:r>
            <a:r>
              <a:rPr lang="en-US" altLang="en-US" sz="1980" dirty="0" err="1">
                <a:cs typeface="Times New Roman" panose="02020603050405020304" pitchFamily="18" charset="0"/>
              </a:rPr>
              <a:t>release_date</a:t>
            </a:r>
            <a:r>
              <a:rPr lang="en-US" altLang="en-US" sz="1980" dirty="0">
                <a:cs typeface="Times New Roman" panose="02020603050405020304" pitchFamily="18" charset="0"/>
              </a:rPr>
              <a:t>)</a:t>
            </a:r>
          </a:p>
          <a:p>
            <a:pPr marL="440055" indent="-440055">
              <a:buNone/>
            </a:pPr>
            <a:r>
              <a:rPr lang="en-US" altLang="en-US" sz="1980" dirty="0">
                <a:cs typeface="Times New Roman" panose="02020603050405020304" pitchFamily="18" charset="0"/>
              </a:rPr>
              <a:t>			People(</a:t>
            </a:r>
            <a:r>
              <a:rPr lang="en-US" altLang="en-US" sz="1980" dirty="0" err="1">
                <a:cs typeface="Times New Roman" panose="02020603050405020304" pitchFamily="18" charset="0"/>
              </a:rPr>
              <a:t>person_fname</a:t>
            </a:r>
            <a:r>
              <a:rPr lang="en-US" altLang="en-US" sz="1980" dirty="0">
                <a:cs typeface="Times New Roman" panose="02020603050405020304" pitchFamily="18" charset="0"/>
              </a:rPr>
              <a:t>, </a:t>
            </a:r>
            <a:r>
              <a:rPr lang="en-US" altLang="en-US" sz="1980" dirty="0" err="1">
                <a:cs typeface="Times New Roman" panose="02020603050405020304" pitchFamily="18" charset="0"/>
              </a:rPr>
              <a:t>person_lname</a:t>
            </a:r>
            <a:r>
              <a:rPr lang="en-US" altLang="en-US" sz="1980" dirty="0">
                <a:cs typeface="Times New Roman" panose="02020603050405020304" pitchFamily="18" charset="0"/>
              </a:rPr>
              <a:t>, </a:t>
            </a:r>
            <a:r>
              <a:rPr lang="en-US" altLang="en-US" sz="1980" dirty="0" err="1">
                <a:cs typeface="Times New Roman" panose="02020603050405020304" pitchFamily="18" charset="0"/>
              </a:rPr>
              <a:t>person_id</a:t>
            </a:r>
            <a:r>
              <a:rPr lang="en-US" altLang="en-US" sz="1980" dirty="0">
                <a:cs typeface="Times New Roman" panose="02020603050405020304" pitchFamily="18" charset="0"/>
              </a:rPr>
              <a:t>)</a:t>
            </a:r>
          </a:p>
          <a:p>
            <a:pPr marL="440055" indent="-440055">
              <a:buNone/>
            </a:pPr>
            <a:endParaRPr lang="en-US" altLang="en-US" sz="1980" dirty="0">
              <a:cs typeface="Times New Roman" panose="02020603050405020304" pitchFamily="18" charset="0"/>
            </a:endParaRPr>
          </a:p>
          <a:p>
            <a:pPr marL="440055" indent="-440055">
              <a:buNone/>
            </a:pPr>
            <a:r>
              <a:rPr lang="en-US" altLang="en-US" dirty="0">
                <a:solidFill>
                  <a:srgbClr val="CC0000"/>
                </a:solidFill>
                <a:cs typeface="Times New Roman" panose="02020603050405020304" pitchFamily="18" charset="0"/>
              </a:rPr>
              <a:t>Query:</a:t>
            </a:r>
            <a:r>
              <a:rPr lang="en-US" altLang="en-US" dirty="0">
                <a:cs typeface="Times New Roman" panose="02020603050405020304" pitchFamily="18" charset="0"/>
              </a:rPr>
              <a:t>	</a:t>
            </a:r>
            <a:r>
              <a:rPr lang="en-US" altLang="en-US" sz="1980" dirty="0">
                <a:cs typeface="Times New Roman" panose="02020603050405020304" pitchFamily="18" charset="0"/>
              </a:rPr>
              <a:t>Select </a:t>
            </a:r>
            <a:r>
              <a:rPr lang="en-US" altLang="en-US" sz="1980" dirty="0" err="1">
                <a:cs typeface="Times New Roman" panose="02020603050405020304" pitchFamily="18" charset="0"/>
              </a:rPr>
              <a:t>movie_title</a:t>
            </a:r>
            <a:r>
              <a:rPr lang="en-US" altLang="en-US" sz="1980" dirty="0">
                <a:cs typeface="Times New Roman" panose="02020603050405020304" pitchFamily="18" charset="0"/>
              </a:rPr>
              <a:t>, </a:t>
            </a:r>
            <a:r>
              <a:rPr lang="en-US" altLang="en-US" sz="1980" dirty="0" err="1">
                <a:cs typeface="Times New Roman" panose="02020603050405020304" pitchFamily="18" charset="0"/>
              </a:rPr>
              <a:t>person_fname</a:t>
            </a:r>
            <a:r>
              <a:rPr lang="en-US" altLang="en-US" sz="1980" dirty="0">
                <a:cs typeface="Times New Roman" panose="02020603050405020304" pitchFamily="18" charset="0"/>
              </a:rPr>
              <a:t>, </a:t>
            </a:r>
            <a:r>
              <a:rPr lang="en-US" altLang="en-US" sz="1980" dirty="0" err="1">
                <a:cs typeface="Times New Roman" panose="02020603050405020304" pitchFamily="18" charset="0"/>
              </a:rPr>
              <a:t>person_lname</a:t>
            </a:r>
            <a:endParaRPr lang="en-US" altLang="en-US" sz="1980" dirty="0">
              <a:cs typeface="Times New Roman" panose="02020603050405020304" pitchFamily="18" charset="0"/>
            </a:endParaRPr>
          </a:p>
          <a:p>
            <a:pPr marL="440055" indent="-440055">
              <a:buNone/>
            </a:pPr>
            <a:r>
              <a:rPr lang="en-US" altLang="en-US" sz="1980" dirty="0">
                <a:cs typeface="Times New Roman" panose="02020603050405020304" pitchFamily="18" charset="0"/>
              </a:rPr>
              <a:t>			From Movies, People</a:t>
            </a:r>
          </a:p>
          <a:p>
            <a:pPr marL="440055" indent="-440055">
              <a:buNone/>
            </a:pPr>
            <a:r>
              <a:rPr lang="en-US" altLang="en-US" sz="1980" dirty="0">
                <a:cs typeface="Times New Roman" panose="02020603050405020304" pitchFamily="18" charset="0"/>
              </a:rPr>
              <a:t>			Where </a:t>
            </a:r>
            <a:r>
              <a:rPr lang="en-US" altLang="en-US" sz="1980" dirty="0" err="1">
                <a:cs typeface="Times New Roman" panose="02020603050405020304" pitchFamily="18" charset="0"/>
              </a:rPr>
              <a:t>director_id</a:t>
            </a:r>
            <a:r>
              <a:rPr lang="en-US" altLang="en-US" sz="1980" dirty="0">
                <a:cs typeface="Times New Roman" panose="02020603050405020304" pitchFamily="18" charset="0"/>
              </a:rPr>
              <a:t> = </a:t>
            </a:r>
            <a:r>
              <a:rPr lang="en-US" altLang="en-US" sz="1980" dirty="0" err="1">
                <a:cs typeface="Times New Roman" panose="02020603050405020304" pitchFamily="18" charset="0"/>
              </a:rPr>
              <a:t>person_id</a:t>
            </a:r>
            <a:r>
              <a:rPr lang="en-US" altLang="en-US" sz="1980" dirty="0">
                <a:cs typeface="Times New Roman" panose="02020603050405020304" pitchFamily="18" charset="0"/>
              </a:rPr>
              <a:t> </a:t>
            </a:r>
          </a:p>
          <a:p>
            <a:pPr marL="440055" indent="-440055">
              <a:buNone/>
            </a:pPr>
            <a:endParaRPr lang="en-US" altLang="en-US" sz="198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>
            <a:extLst>
              <a:ext uri="{FF2B5EF4-FFF2-40B4-BE49-F238E27FC236}">
                <a16:creationId xmlns:a16="http://schemas.microsoft.com/office/drawing/2014/main" id="{C27F4854-B6C4-D9E7-46C7-09CD12BB2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505" y="152400"/>
            <a:ext cx="6412230" cy="817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630" dirty="0">
                <a:solidFill>
                  <a:srgbClr val="CC0000"/>
                </a:solidFill>
                <a:latin typeface="Arial-BoldMT"/>
              </a:rPr>
              <a:t>SQL – Joining Condition</a:t>
            </a:r>
          </a:p>
        </p:txBody>
      </p:sp>
      <p:sp>
        <p:nvSpPr>
          <p:cNvPr id="340995" name="Rectangle 3">
            <a:extLst>
              <a:ext uri="{FF2B5EF4-FFF2-40B4-BE49-F238E27FC236}">
                <a16:creationId xmlns:a16="http://schemas.microsoft.com/office/drawing/2014/main" id="{81F7F3F7-4F56-353C-0919-0B682F8B2A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0505" y="1219200"/>
            <a:ext cx="9702165" cy="4400550"/>
          </a:xfrm>
          <a:noFill/>
          <a:ln/>
        </p:spPr>
        <p:txBody>
          <a:bodyPr>
            <a:normAutofit/>
          </a:bodyPr>
          <a:lstStyle/>
          <a:p>
            <a:pPr marL="440055" indent="-440055"/>
            <a:r>
              <a:rPr lang="en-US" altLang="en-US" dirty="0">
                <a:cs typeface="Times New Roman" panose="02020603050405020304" pitchFamily="18" charset="0"/>
              </a:rPr>
              <a:t>For a useful Join query a joining condition is required</a:t>
            </a:r>
          </a:p>
          <a:p>
            <a:pPr marL="844749" lvl="1" indent="-377190"/>
            <a:r>
              <a:rPr lang="en-US" altLang="en-US" dirty="0">
                <a:cs typeface="Times New Roman" panose="02020603050405020304" pitchFamily="18" charset="0"/>
              </a:rPr>
              <a:t>Defined in where clause as relationships between columns</a:t>
            </a:r>
          </a:p>
          <a:p>
            <a:pPr marL="844749" lvl="1" indent="-377190"/>
            <a:r>
              <a:rPr lang="en-US" altLang="en-US" dirty="0">
                <a:cs typeface="Times New Roman" panose="02020603050405020304" pitchFamily="18" charset="0"/>
              </a:rPr>
              <a:t>Multiple conditions may be defined if multiple columns shared</a:t>
            </a:r>
          </a:p>
          <a:p>
            <a:pPr marL="844749" lvl="1" indent="-377190"/>
            <a:r>
              <a:rPr lang="en-US" altLang="en-US" dirty="0">
                <a:cs typeface="Times New Roman" panose="02020603050405020304" pitchFamily="18" charset="0"/>
              </a:rPr>
              <a:t>More than two tables can be joined in a query</a:t>
            </a:r>
          </a:p>
          <a:p>
            <a:pPr marL="440055" indent="-440055">
              <a:buNone/>
            </a:pPr>
            <a:r>
              <a:rPr lang="en-US" altLang="en-US" b="1" u="sng" dirty="0">
                <a:solidFill>
                  <a:srgbClr val="CC0000"/>
                </a:solidFill>
                <a:cs typeface="Times New Roman" panose="02020603050405020304" pitchFamily="18" charset="0"/>
              </a:rPr>
              <a:t>Example:</a:t>
            </a:r>
            <a:r>
              <a:rPr lang="en-US" altLang="en-US" sz="1980" dirty="0">
                <a:cs typeface="Times New Roman" panose="02020603050405020304" pitchFamily="18" charset="0"/>
              </a:rPr>
              <a:t> Find people who live in same state and city as studio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endParaRPr lang="en-US" altLang="en-US" b="1" u="sng" dirty="0">
              <a:solidFill>
                <a:srgbClr val="CC0000"/>
              </a:solidFill>
              <a:cs typeface="Times New Roman" panose="02020603050405020304" pitchFamily="18" charset="0"/>
            </a:endParaRPr>
          </a:p>
          <a:p>
            <a:pPr marL="440055" indent="-440055">
              <a:buNone/>
            </a:pPr>
            <a:r>
              <a:rPr lang="en-US" altLang="en-US" dirty="0">
                <a:solidFill>
                  <a:srgbClr val="CC0000"/>
                </a:solidFill>
                <a:cs typeface="Times New Roman" panose="02020603050405020304" pitchFamily="18" charset="0"/>
              </a:rPr>
              <a:t>Schema:</a:t>
            </a:r>
            <a:r>
              <a:rPr lang="en-US" altLang="en-US" sz="1980" dirty="0">
                <a:cs typeface="Times New Roman" panose="02020603050405020304" pitchFamily="18" charset="0"/>
              </a:rPr>
              <a:t>	</a:t>
            </a: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Studios(</a:t>
            </a:r>
            <a:r>
              <a:rPr lang="en-US" altLang="en-US" sz="1650" dirty="0" err="1">
                <a:cs typeface="Times New Roman" panose="02020603050405020304" pitchFamily="18" charset="0"/>
              </a:rPr>
              <a:t>studio_id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studio_state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studio_name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studio_city</a:t>
            </a:r>
            <a:r>
              <a:rPr lang="en-US" altLang="en-US" sz="1650" dirty="0">
                <a:cs typeface="Times New Roman" panose="02020603050405020304" pitchFamily="18" charset="0"/>
              </a:rPr>
              <a:t>)</a:t>
            </a: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People(</a:t>
            </a:r>
            <a:r>
              <a:rPr lang="en-US" altLang="en-US" sz="1650" dirty="0" err="1">
                <a:cs typeface="Times New Roman" panose="02020603050405020304" pitchFamily="18" charset="0"/>
              </a:rPr>
              <a:t>person_fname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person_lname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person_id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person_state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person_city</a:t>
            </a:r>
            <a:r>
              <a:rPr lang="en-US" altLang="en-US" sz="1650" dirty="0">
                <a:cs typeface="Times New Roman" panose="02020603050405020304" pitchFamily="18" charset="0"/>
              </a:rPr>
              <a:t>)</a:t>
            </a:r>
          </a:p>
          <a:p>
            <a:pPr marL="440055" indent="-440055">
              <a:buNone/>
            </a:pPr>
            <a:r>
              <a:rPr lang="en-US" altLang="en-US" dirty="0">
                <a:solidFill>
                  <a:srgbClr val="CC0000"/>
                </a:solidFill>
                <a:cs typeface="Times New Roman" panose="02020603050405020304" pitchFamily="18" charset="0"/>
              </a:rPr>
              <a:t>Query:</a:t>
            </a:r>
            <a:endParaRPr lang="en-US" altLang="en-US" dirty="0">
              <a:cs typeface="Times New Roman" panose="02020603050405020304" pitchFamily="18" charset="0"/>
            </a:endParaRP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Select </a:t>
            </a:r>
            <a:r>
              <a:rPr lang="en-US" altLang="en-US" sz="1650" dirty="0" err="1">
                <a:cs typeface="Times New Roman" panose="02020603050405020304" pitchFamily="18" charset="0"/>
              </a:rPr>
              <a:t>person_fname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person_lname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studio_name</a:t>
            </a:r>
            <a:endParaRPr lang="en-US" altLang="en-US" sz="1650" dirty="0">
              <a:cs typeface="Times New Roman" panose="02020603050405020304" pitchFamily="18" charset="0"/>
            </a:endParaRP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From Movies, People</a:t>
            </a: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Where </a:t>
            </a:r>
            <a:r>
              <a:rPr lang="en-US" altLang="en-US" sz="1650" dirty="0" err="1">
                <a:cs typeface="Times New Roman" panose="02020603050405020304" pitchFamily="18" charset="0"/>
              </a:rPr>
              <a:t>studio_city</a:t>
            </a:r>
            <a:r>
              <a:rPr lang="en-US" altLang="en-US" sz="1650" dirty="0">
                <a:cs typeface="Times New Roman" panose="02020603050405020304" pitchFamily="18" charset="0"/>
              </a:rPr>
              <a:t> = </a:t>
            </a:r>
            <a:r>
              <a:rPr lang="en-US" altLang="en-US" sz="1650" dirty="0" err="1">
                <a:cs typeface="Times New Roman" panose="02020603050405020304" pitchFamily="18" charset="0"/>
              </a:rPr>
              <a:t>person_city</a:t>
            </a:r>
            <a:endParaRPr lang="en-US" altLang="en-US" sz="1650" dirty="0">
              <a:cs typeface="Times New Roman" panose="02020603050405020304" pitchFamily="18" charset="0"/>
            </a:endParaRP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AND </a:t>
            </a:r>
            <a:r>
              <a:rPr lang="en-US" altLang="en-US" sz="1650" dirty="0" err="1">
                <a:cs typeface="Times New Roman" panose="02020603050405020304" pitchFamily="18" charset="0"/>
              </a:rPr>
              <a:t>studio_state</a:t>
            </a:r>
            <a:r>
              <a:rPr lang="en-US" altLang="en-US" sz="1650" dirty="0">
                <a:cs typeface="Times New Roman" panose="02020603050405020304" pitchFamily="18" charset="0"/>
              </a:rPr>
              <a:t> = </a:t>
            </a:r>
            <a:r>
              <a:rPr lang="en-US" altLang="en-US" sz="1650" dirty="0" err="1">
                <a:cs typeface="Times New Roman" panose="02020603050405020304" pitchFamily="18" charset="0"/>
              </a:rPr>
              <a:t>person_state</a:t>
            </a:r>
            <a:endParaRPr lang="en-US" altLang="en-US" sz="165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Rectangle 2">
            <a:extLst>
              <a:ext uri="{FF2B5EF4-FFF2-40B4-BE49-F238E27FC236}">
                <a16:creationId xmlns:a16="http://schemas.microsoft.com/office/drawing/2014/main" id="{506CBDE8-3002-9E4D-2540-4FD382CFE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76200"/>
            <a:ext cx="6412230" cy="817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630" dirty="0">
                <a:solidFill>
                  <a:srgbClr val="CC0000"/>
                </a:solidFill>
                <a:latin typeface="Arial-BoldMT"/>
              </a:rPr>
              <a:t>SQL – More than two tables</a:t>
            </a:r>
          </a:p>
        </p:txBody>
      </p:sp>
      <p:sp>
        <p:nvSpPr>
          <p:cNvPr id="347139" name="Rectangle 3">
            <a:extLst>
              <a:ext uri="{FF2B5EF4-FFF2-40B4-BE49-F238E27FC236}">
                <a16:creationId xmlns:a16="http://schemas.microsoft.com/office/drawing/2014/main" id="{8904EFDE-838F-C80E-C269-3E51B604B1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3847" y="1066800"/>
            <a:ext cx="9450705" cy="4400550"/>
          </a:xfrm>
          <a:noFill/>
          <a:ln/>
        </p:spPr>
        <p:txBody>
          <a:bodyPr/>
          <a:lstStyle/>
          <a:p>
            <a:pPr marL="440055" indent="-440055">
              <a:buNone/>
            </a:pPr>
            <a:r>
              <a:rPr lang="en-US" altLang="en-US" b="1" u="sng" dirty="0">
                <a:solidFill>
                  <a:srgbClr val="CC0000"/>
                </a:solidFill>
                <a:cs typeface="Times New Roman" panose="02020603050405020304" pitchFamily="18" charset="0"/>
              </a:rPr>
              <a:t>Example:</a:t>
            </a:r>
            <a:r>
              <a:rPr lang="en-US" altLang="en-US" sz="1980" dirty="0">
                <a:cs typeface="Times New Roman" panose="02020603050405020304" pitchFamily="18" charset="0"/>
              </a:rPr>
              <a:t> Get </a:t>
            </a:r>
            <a:r>
              <a:rPr lang="en-US" altLang="en-US" dirty="0">
                <a:cs typeface="Times New Roman" panose="02020603050405020304" pitchFamily="18" charset="0"/>
              </a:rPr>
              <a:t> title, director, studio, city for all movies in the database</a:t>
            </a:r>
            <a:endParaRPr lang="en-US" altLang="en-US" b="1" u="sng" dirty="0">
              <a:solidFill>
                <a:srgbClr val="CC0000"/>
              </a:solidFill>
              <a:cs typeface="Times New Roman" panose="02020603050405020304" pitchFamily="18" charset="0"/>
            </a:endParaRPr>
          </a:p>
          <a:p>
            <a:pPr marL="440055" indent="-440055">
              <a:buNone/>
            </a:pPr>
            <a:r>
              <a:rPr lang="en-US" altLang="en-US" dirty="0">
                <a:solidFill>
                  <a:srgbClr val="CC0000"/>
                </a:solidFill>
                <a:cs typeface="Times New Roman" panose="02020603050405020304" pitchFamily="18" charset="0"/>
              </a:rPr>
              <a:t>Schema:</a:t>
            </a:r>
            <a:r>
              <a:rPr lang="en-US" altLang="en-US" sz="1980" dirty="0">
                <a:cs typeface="Times New Roman" panose="02020603050405020304" pitchFamily="18" charset="0"/>
              </a:rPr>
              <a:t>	</a:t>
            </a: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Studios(</a:t>
            </a:r>
            <a:r>
              <a:rPr lang="en-US" altLang="en-US" sz="1650" dirty="0" err="1">
                <a:cs typeface="Times New Roman" panose="02020603050405020304" pitchFamily="18" charset="0"/>
              </a:rPr>
              <a:t>studio_id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studio_state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studio_name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studio_city</a:t>
            </a:r>
            <a:r>
              <a:rPr lang="en-US" altLang="en-US" sz="1650" dirty="0">
                <a:cs typeface="Times New Roman" panose="02020603050405020304" pitchFamily="18" charset="0"/>
              </a:rPr>
              <a:t>)</a:t>
            </a: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People(</a:t>
            </a:r>
            <a:r>
              <a:rPr lang="en-US" altLang="en-US" sz="1650" dirty="0" err="1">
                <a:cs typeface="Times New Roman" panose="02020603050405020304" pitchFamily="18" charset="0"/>
              </a:rPr>
              <a:t>person_fname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person_lname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person_id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person_state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person_city</a:t>
            </a:r>
            <a:r>
              <a:rPr lang="en-US" altLang="en-US" sz="1650" dirty="0">
                <a:cs typeface="Times New Roman" panose="02020603050405020304" pitchFamily="18" charset="0"/>
              </a:rPr>
              <a:t>)</a:t>
            </a: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Movies(</a:t>
            </a:r>
            <a:r>
              <a:rPr lang="en-US" altLang="en-US" sz="1650" dirty="0" err="1">
                <a:cs typeface="Times New Roman" panose="02020603050405020304" pitchFamily="18" charset="0"/>
              </a:rPr>
              <a:t>movie_title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director_id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studio_id</a:t>
            </a:r>
            <a:r>
              <a:rPr lang="en-US" altLang="en-US" sz="1650" dirty="0">
                <a:cs typeface="Times New Roman" panose="02020603050405020304" pitchFamily="18" charset="0"/>
              </a:rPr>
              <a:t>)</a:t>
            </a:r>
          </a:p>
          <a:p>
            <a:pPr marL="440055" indent="-440055">
              <a:buNone/>
            </a:pPr>
            <a:r>
              <a:rPr lang="en-US" altLang="en-US" dirty="0">
                <a:solidFill>
                  <a:srgbClr val="CC0000"/>
                </a:solidFill>
                <a:cs typeface="Times New Roman" panose="02020603050405020304" pitchFamily="18" charset="0"/>
              </a:rPr>
              <a:t>Query:</a:t>
            </a:r>
            <a:endParaRPr lang="en-US" altLang="en-US" dirty="0">
              <a:cs typeface="Times New Roman" panose="02020603050405020304" pitchFamily="18" charset="0"/>
            </a:endParaRP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Select </a:t>
            </a:r>
            <a:r>
              <a:rPr lang="en-US" altLang="en-US" sz="1650" dirty="0" err="1">
                <a:cs typeface="Times New Roman" panose="02020603050405020304" pitchFamily="18" charset="0"/>
              </a:rPr>
              <a:t>M.movie_title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M.studio_id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P.person_fname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P.person_lname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S.studio_city</a:t>
            </a:r>
            <a:endParaRPr lang="en-US" altLang="en-US" sz="1650" dirty="0">
              <a:cs typeface="Times New Roman" panose="02020603050405020304" pitchFamily="18" charset="0"/>
            </a:endParaRP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From Movies M, People P, Studio S</a:t>
            </a: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Where </a:t>
            </a:r>
            <a:r>
              <a:rPr lang="en-US" altLang="en-US" sz="1650" dirty="0" err="1">
                <a:cs typeface="Times New Roman" panose="02020603050405020304" pitchFamily="18" charset="0"/>
              </a:rPr>
              <a:t>M.director_id</a:t>
            </a:r>
            <a:r>
              <a:rPr lang="en-US" altLang="en-US" sz="1650" dirty="0">
                <a:cs typeface="Times New Roman" panose="02020603050405020304" pitchFamily="18" charset="0"/>
              </a:rPr>
              <a:t> = </a:t>
            </a:r>
            <a:r>
              <a:rPr lang="en-US" altLang="en-US" sz="1650" dirty="0" err="1">
                <a:cs typeface="Times New Roman" panose="02020603050405020304" pitchFamily="18" charset="0"/>
              </a:rPr>
              <a:t>P.person_id</a:t>
            </a:r>
            <a:endParaRPr lang="en-US" altLang="en-US" sz="1650" dirty="0">
              <a:cs typeface="Times New Roman" panose="02020603050405020304" pitchFamily="18" charset="0"/>
            </a:endParaRP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AND </a:t>
            </a:r>
            <a:r>
              <a:rPr lang="en-US" altLang="en-US" sz="1650" dirty="0" err="1">
                <a:cs typeface="Times New Roman" panose="02020603050405020304" pitchFamily="18" charset="0"/>
              </a:rPr>
              <a:t>M.studio_id</a:t>
            </a:r>
            <a:r>
              <a:rPr lang="en-US" altLang="en-US" sz="1650" dirty="0">
                <a:cs typeface="Times New Roman" panose="02020603050405020304" pitchFamily="18" charset="0"/>
              </a:rPr>
              <a:t> = </a:t>
            </a:r>
            <a:r>
              <a:rPr lang="en-US" altLang="en-US" sz="1650" dirty="0" err="1">
                <a:cs typeface="Times New Roman" panose="02020603050405020304" pitchFamily="18" charset="0"/>
              </a:rPr>
              <a:t>S.studio_id</a:t>
            </a:r>
            <a:endParaRPr lang="en-US" altLang="en-US" sz="1650" dirty="0">
              <a:cs typeface="Times New Roman" panose="02020603050405020304" pitchFamily="18" charset="0"/>
            </a:endParaRPr>
          </a:p>
          <a:p>
            <a:pPr marL="844749" lvl="1" indent="-377190">
              <a:buNone/>
            </a:pPr>
            <a:endParaRPr lang="en-US" altLang="en-US" sz="1650" dirty="0">
              <a:cs typeface="Times New Roman" panose="02020603050405020304" pitchFamily="18" charset="0"/>
            </a:endParaRPr>
          </a:p>
          <a:p>
            <a:pPr marL="844749" lvl="1" indent="-377190">
              <a:buNone/>
            </a:pPr>
            <a:endParaRPr lang="en-US" altLang="en-US" sz="165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Rectangle 2">
            <a:extLst>
              <a:ext uri="{FF2B5EF4-FFF2-40B4-BE49-F238E27FC236}">
                <a16:creationId xmlns:a16="http://schemas.microsoft.com/office/drawing/2014/main" id="{E46A7360-374F-2F50-C131-8F966FE68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715" y="1057275"/>
            <a:ext cx="6412230" cy="817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630" dirty="0">
                <a:solidFill>
                  <a:srgbClr val="CC0000"/>
                </a:solidFill>
                <a:latin typeface="Arial-BoldMT"/>
              </a:rPr>
              <a:t>SQL – Multiple Table Join</a:t>
            </a:r>
          </a:p>
        </p:txBody>
      </p:sp>
      <p:sp>
        <p:nvSpPr>
          <p:cNvPr id="349189" name="Rectangle 5">
            <a:extLst>
              <a:ext uri="{FF2B5EF4-FFF2-40B4-BE49-F238E27FC236}">
                <a16:creationId xmlns:a16="http://schemas.microsoft.com/office/drawing/2014/main" id="{4F856B90-019A-8810-F0F9-ADCDAAD992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2716" y="1972310"/>
            <a:ext cx="9562464" cy="4400550"/>
          </a:xfrm>
          <a:noFill/>
          <a:ln/>
        </p:spPr>
        <p:txBody>
          <a:bodyPr/>
          <a:lstStyle/>
          <a:p>
            <a:pPr marL="440055" indent="-440055">
              <a:buNone/>
            </a:pPr>
            <a:r>
              <a:rPr lang="en-US" altLang="en-US" b="1" u="sng" dirty="0">
                <a:solidFill>
                  <a:srgbClr val="CC0000"/>
                </a:solidFill>
                <a:cs typeface="Times New Roman" panose="02020603050405020304" pitchFamily="18" charset="0"/>
              </a:rPr>
              <a:t>Example:</a:t>
            </a:r>
            <a:r>
              <a:rPr lang="en-US" altLang="en-US" sz="1980" dirty="0">
                <a:cs typeface="Times New Roman" panose="02020603050405020304" pitchFamily="18" charset="0"/>
              </a:rPr>
              <a:t> Get  title, director, studio, city for all movies in database</a:t>
            </a:r>
            <a:endParaRPr lang="en-US" altLang="en-US" sz="1980" b="1" u="sng" dirty="0">
              <a:solidFill>
                <a:srgbClr val="CC0000"/>
              </a:solidFill>
              <a:cs typeface="Times New Roman" panose="02020603050405020304" pitchFamily="18" charset="0"/>
            </a:endParaRPr>
          </a:p>
          <a:p>
            <a:pPr marL="440055" indent="-440055">
              <a:buNone/>
            </a:pPr>
            <a:r>
              <a:rPr lang="en-US" altLang="en-US" dirty="0">
                <a:solidFill>
                  <a:srgbClr val="CC0000"/>
                </a:solidFill>
                <a:cs typeface="Times New Roman" panose="02020603050405020304" pitchFamily="18" charset="0"/>
              </a:rPr>
              <a:t>Schema:</a:t>
            </a:r>
            <a:r>
              <a:rPr lang="en-US" altLang="en-US" sz="1980" dirty="0">
                <a:cs typeface="Times New Roman" panose="02020603050405020304" pitchFamily="18" charset="0"/>
              </a:rPr>
              <a:t>	</a:t>
            </a: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Studios(</a:t>
            </a:r>
            <a:r>
              <a:rPr lang="en-US" altLang="en-US" sz="1650" dirty="0" err="1">
                <a:cs typeface="Times New Roman" panose="02020603050405020304" pitchFamily="18" charset="0"/>
              </a:rPr>
              <a:t>studio_id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studio_state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studio_name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studio_city</a:t>
            </a:r>
            <a:r>
              <a:rPr lang="en-US" altLang="en-US" sz="1650" dirty="0">
                <a:cs typeface="Times New Roman" panose="02020603050405020304" pitchFamily="18" charset="0"/>
              </a:rPr>
              <a:t>)</a:t>
            </a: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People(</a:t>
            </a:r>
            <a:r>
              <a:rPr lang="en-US" altLang="en-US" sz="1650" dirty="0" err="1">
                <a:cs typeface="Times New Roman" panose="02020603050405020304" pitchFamily="18" charset="0"/>
              </a:rPr>
              <a:t>person_fname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person_lname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person_id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person_state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person_city</a:t>
            </a:r>
            <a:r>
              <a:rPr lang="en-US" altLang="en-US" sz="1650" dirty="0">
                <a:cs typeface="Times New Roman" panose="02020603050405020304" pitchFamily="18" charset="0"/>
              </a:rPr>
              <a:t>)</a:t>
            </a: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Movies(</a:t>
            </a:r>
            <a:r>
              <a:rPr lang="en-US" altLang="en-US" sz="1650" dirty="0" err="1">
                <a:cs typeface="Times New Roman" panose="02020603050405020304" pitchFamily="18" charset="0"/>
              </a:rPr>
              <a:t>movie_title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director_id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studio_id</a:t>
            </a:r>
            <a:r>
              <a:rPr lang="en-US" altLang="en-US" sz="1650" dirty="0">
                <a:cs typeface="Times New Roman" panose="02020603050405020304" pitchFamily="18" charset="0"/>
              </a:rPr>
              <a:t>)</a:t>
            </a:r>
          </a:p>
          <a:p>
            <a:pPr marL="440055" indent="-440055">
              <a:buNone/>
            </a:pPr>
            <a:r>
              <a:rPr lang="en-US" altLang="en-US" dirty="0">
                <a:solidFill>
                  <a:srgbClr val="CC0000"/>
                </a:solidFill>
                <a:cs typeface="Times New Roman" panose="02020603050405020304" pitchFamily="18" charset="0"/>
              </a:rPr>
              <a:t>Query:</a:t>
            </a:r>
            <a:endParaRPr lang="en-US" altLang="en-US" dirty="0">
              <a:cs typeface="Times New Roman" panose="02020603050405020304" pitchFamily="18" charset="0"/>
            </a:endParaRP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Select </a:t>
            </a:r>
            <a:r>
              <a:rPr lang="en-US" altLang="en-US" sz="1650" dirty="0" err="1">
                <a:cs typeface="Times New Roman" panose="02020603050405020304" pitchFamily="18" charset="0"/>
              </a:rPr>
              <a:t>Movies.movie_title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Movies.studio_id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Person.person_fname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Person.person_lname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Studio.studio_city</a:t>
            </a:r>
            <a:endParaRPr lang="en-US" altLang="en-US" sz="1650" dirty="0">
              <a:cs typeface="Times New Roman" panose="02020603050405020304" pitchFamily="18" charset="0"/>
            </a:endParaRP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From (People Inner Join </a:t>
            </a: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	   (Movies Inner Join Studio</a:t>
            </a: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	    On </a:t>
            </a:r>
            <a:r>
              <a:rPr lang="en-US" altLang="en-US" sz="1650" dirty="0" err="1">
                <a:cs typeface="Times New Roman" panose="02020603050405020304" pitchFamily="18" charset="0"/>
              </a:rPr>
              <a:t>Studio.studio_id</a:t>
            </a:r>
            <a:r>
              <a:rPr lang="en-US" altLang="en-US" sz="1650" dirty="0">
                <a:cs typeface="Times New Roman" panose="02020603050405020304" pitchFamily="18" charset="0"/>
              </a:rPr>
              <a:t> = </a:t>
            </a:r>
            <a:r>
              <a:rPr lang="en-US" altLang="en-US" sz="1650" dirty="0" err="1">
                <a:cs typeface="Times New Roman" panose="02020603050405020304" pitchFamily="18" charset="0"/>
              </a:rPr>
              <a:t>Movie.studio_id</a:t>
            </a:r>
            <a:r>
              <a:rPr lang="en-US" altLang="en-US" sz="1650" dirty="0">
                <a:cs typeface="Times New Roman" panose="02020603050405020304" pitchFamily="18" charset="0"/>
              </a:rPr>
              <a:t>)</a:t>
            </a: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	    On </a:t>
            </a:r>
            <a:r>
              <a:rPr lang="en-US" altLang="en-US" sz="1650" dirty="0" err="1">
                <a:cs typeface="Times New Roman" panose="02020603050405020304" pitchFamily="18" charset="0"/>
              </a:rPr>
              <a:t>Movie.director_id</a:t>
            </a:r>
            <a:r>
              <a:rPr lang="en-US" altLang="en-US" sz="1650" dirty="0">
                <a:cs typeface="Times New Roman" panose="02020603050405020304" pitchFamily="18" charset="0"/>
              </a:rPr>
              <a:t> = </a:t>
            </a:r>
            <a:r>
              <a:rPr lang="en-US" altLang="en-US" sz="1650" dirty="0" err="1">
                <a:cs typeface="Times New Roman" panose="02020603050405020304" pitchFamily="18" charset="0"/>
              </a:rPr>
              <a:t>Person.person_id</a:t>
            </a:r>
            <a:r>
              <a:rPr lang="en-US" altLang="en-US" sz="1650" dirty="0">
                <a:cs typeface="Times New Roman" panose="02020603050405020304" pitchFamily="18" charset="0"/>
              </a:rPr>
              <a:t>	</a:t>
            </a:r>
          </a:p>
          <a:p>
            <a:pPr marL="844749" lvl="1" indent="-377190">
              <a:buNone/>
            </a:pPr>
            <a:endParaRPr lang="en-US" altLang="en-US" sz="165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>
            <a:extLst>
              <a:ext uri="{FF2B5EF4-FFF2-40B4-BE49-F238E27FC236}">
                <a16:creationId xmlns:a16="http://schemas.microsoft.com/office/drawing/2014/main" id="{2313639E-4CBC-89BE-B10E-85286F190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595" y="228600"/>
            <a:ext cx="6412230" cy="817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630" dirty="0">
                <a:solidFill>
                  <a:srgbClr val="CC0000"/>
                </a:solidFill>
                <a:latin typeface="Arial-BoldMT"/>
              </a:rPr>
              <a:t>SQL – Self Join</a:t>
            </a:r>
          </a:p>
        </p:txBody>
      </p:sp>
      <p:sp>
        <p:nvSpPr>
          <p:cNvPr id="343043" name="Rectangle 3">
            <a:extLst>
              <a:ext uri="{FF2B5EF4-FFF2-40B4-BE49-F238E27FC236}">
                <a16:creationId xmlns:a16="http://schemas.microsoft.com/office/drawing/2014/main" id="{16413232-1B01-38D6-74D5-46778E248C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8595" y="1295400"/>
            <a:ext cx="9681210" cy="4400550"/>
          </a:xfrm>
          <a:noFill/>
          <a:ln/>
        </p:spPr>
        <p:txBody>
          <a:bodyPr>
            <a:normAutofit lnSpcReduction="10000"/>
          </a:bodyPr>
          <a:lstStyle/>
          <a:p>
            <a:pPr marL="440055" indent="-440055"/>
            <a:r>
              <a:rPr lang="en-US" altLang="en-US" dirty="0">
                <a:cs typeface="Times New Roman" panose="02020603050405020304" pitchFamily="18" charset="0"/>
              </a:rPr>
              <a:t>Required to compare values within a single column</a:t>
            </a:r>
          </a:p>
          <a:p>
            <a:pPr marL="844749" lvl="1" indent="-377190"/>
            <a:r>
              <a:rPr lang="en-US" altLang="en-US" dirty="0">
                <a:cs typeface="Times New Roman" panose="02020603050405020304" pitchFamily="18" charset="0"/>
              </a:rPr>
              <a:t>Need to define aliases for the table names</a:t>
            </a:r>
          </a:p>
          <a:p>
            <a:pPr marL="440055" indent="-440055">
              <a:buNone/>
            </a:pPr>
            <a:r>
              <a:rPr lang="en-US" altLang="en-US" b="1" u="sng" dirty="0">
                <a:solidFill>
                  <a:srgbClr val="CC0000"/>
                </a:solidFill>
                <a:cs typeface="Times New Roman" panose="02020603050405020304" pitchFamily="18" charset="0"/>
              </a:rPr>
              <a:t>Example:</a:t>
            </a:r>
            <a:r>
              <a:rPr lang="en-US" altLang="en-US" sz="1980" dirty="0">
                <a:cs typeface="Times New Roman" panose="02020603050405020304" pitchFamily="18" charset="0"/>
              </a:rPr>
              <a:t> Find actors living in the same state</a:t>
            </a:r>
          </a:p>
          <a:p>
            <a:pPr marL="440055" indent="-440055">
              <a:buNone/>
            </a:pPr>
            <a:r>
              <a:rPr lang="en-US" altLang="en-US" dirty="0">
                <a:solidFill>
                  <a:srgbClr val="CC0000"/>
                </a:solidFill>
                <a:cs typeface="Times New Roman" panose="02020603050405020304" pitchFamily="18" charset="0"/>
              </a:rPr>
              <a:t>Schema:</a:t>
            </a:r>
            <a:r>
              <a:rPr lang="en-US" altLang="en-US" sz="1980" dirty="0">
                <a:cs typeface="Times New Roman" panose="02020603050405020304" pitchFamily="18" charset="0"/>
              </a:rPr>
              <a:t>	</a:t>
            </a: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People(</a:t>
            </a:r>
            <a:r>
              <a:rPr lang="en-US" altLang="en-US" sz="1650" dirty="0" err="1">
                <a:cs typeface="Times New Roman" panose="02020603050405020304" pitchFamily="18" charset="0"/>
              </a:rPr>
              <a:t>person_fname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person_lname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person_id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person_state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person_city</a:t>
            </a:r>
            <a:r>
              <a:rPr lang="en-US" altLang="en-US" sz="1650" dirty="0">
                <a:cs typeface="Times New Roman" panose="02020603050405020304" pitchFamily="18" charset="0"/>
              </a:rPr>
              <a:t>)</a:t>
            </a:r>
          </a:p>
          <a:p>
            <a:pPr marL="440055" indent="-440055">
              <a:buNone/>
            </a:pPr>
            <a:r>
              <a:rPr lang="en-US" altLang="en-US" dirty="0">
                <a:solidFill>
                  <a:srgbClr val="CC0000"/>
                </a:solidFill>
                <a:cs typeface="Times New Roman" panose="02020603050405020304" pitchFamily="18" charset="0"/>
              </a:rPr>
              <a:t>Query:</a:t>
            </a:r>
            <a:endParaRPr lang="en-US" altLang="en-US" dirty="0">
              <a:cs typeface="Times New Roman" panose="02020603050405020304" pitchFamily="18" charset="0"/>
            </a:endParaRP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Select p1.person_id, p1.person_fname, p1.person_lname, p1.person_state</a:t>
            </a: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From People p1, People p2</a:t>
            </a: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Where p1.person_state = p2.person_state</a:t>
            </a: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AND p1.person_id != p2.person_id</a:t>
            </a:r>
          </a:p>
          <a:p>
            <a:pPr marL="844749" lvl="1" indent="-377190">
              <a:buNone/>
            </a:pPr>
            <a:endParaRPr lang="en-US" altLang="en-US" sz="1650" dirty="0">
              <a:cs typeface="Times New Roman" panose="02020603050405020304" pitchFamily="18" charset="0"/>
            </a:endParaRPr>
          </a:p>
          <a:p>
            <a:pPr marL="440055" indent="-440055">
              <a:buNone/>
            </a:pPr>
            <a:r>
              <a:rPr lang="en-US" altLang="en-US" sz="1980" dirty="0">
                <a:cs typeface="Times New Roman" panose="02020603050405020304" pitchFamily="18" charset="0"/>
              </a:rPr>
              <a:t>Note: </a:t>
            </a:r>
            <a:r>
              <a:rPr lang="en-US" altLang="en-US" sz="1650" dirty="0">
                <a:cs typeface="Times New Roman" panose="02020603050405020304" pitchFamily="18" charset="0"/>
              </a:rPr>
              <a:t>Distinct operator is critical because if there are more than two people</a:t>
            </a:r>
          </a:p>
          <a:p>
            <a:pPr marL="440055" indent="-440055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	   from any state each person will appear as many times as there are</a:t>
            </a:r>
          </a:p>
          <a:p>
            <a:pPr marL="440055" indent="-440055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	   people from the state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8A8E0-D749-6856-7405-8A690587F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>
            <a:extLst>
              <a:ext uri="{FF2B5EF4-FFF2-40B4-BE49-F238E27FC236}">
                <a16:creationId xmlns:a16="http://schemas.microsoft.com/office/drawing/2014/main" id="{F1B66D83-7D54-B39B-D88E-095840C1C9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595" y="228600"/>
            <a:ext cx="6412230" cy="817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630" dirty="0">
                <a:solidFill>
                  <a:srgbClr val="CC0000"/>
                </a:solidFill>
                <a:latin typeface="Arial-BoldMT"/>
              </a:rPr>
              <a:t>SQL – Self Join</a:t>
            </a:r>
          </a:p>
        </p:txBody>
      </p:sp>
      <p:sp>
        <p:nvSpPr>
          <p:cNvPr id="343043" name="Rectangle 3">
            <a:extLst>
              <a:ext uri="{FF2B5EF4-FFF2-40B4-BE49-F238E27FC236}">
                <a16:creationId xmlns:a16="http://schemas.microsoft.com/office/drawing/2014/main" id="{1C77279F-718C-68CF-5399-8E0E2333DE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8595" y="1295400"/>
            <a:ext cx="9681210" cy="4400550"/>
          </a:xfrm>
          <a:noFill/>
          <a:ln/>
        </p:spPr>
        <p:txBody>
          <a:bodyPr>
            <a:normAutofit fontScale="92500" lnSpcReduction="10000"/>
          </a:bodyPr>
          <a:lstStyle/>
          <a:p>
            <a:pPr marL="440055" indent="-440055"/>
            <a:r>
              <a:rPr lang="en-US" altLang="en-US" dirty="0">
                <a:cs typeface="Times New Roman" panose="02020603050405020304" pitchFamily="18" charset="0"/>
              </a:rPr>
              <a:t>Required to compare values within a single column</a:t>
            </a:r>
          </a:p>
          <a:p>
            <a:pPr marL="844749" lvl="1" indent="-377190"/>
            <a:r>
              <a:rPr lang="en-US" altLang="en-US" dirty="0">
                <a:cs typeface="Times New Roman" panose="02020603050405020304" pitchFamily="18" charset="0"/>
              </a:rPr>
              <a:t>Need to define aliases for the table names</a:t>
            </a:r>
          </a:p>
          <a:p>
            <a:pPr marL="440055" indent="-440055">
              <a:buNone/>
            </a:pPr>
            <a:r>
              <a:rPr lang="en-US" altLang="en-US" b="1" u="sng" dirty="0">
                <a:solidFill>
                  <a:srgbClr val="CC0000"/>
                </a:solidFill>
                <a:cs typeface="Times New Roman" panose="02020603050405020304" pitchFamily="18" charset="0"/>
              </a:rPr>
              <a:t>Example:</a:t>
            </a:r>
            <a:r>
              <a:rPr lang="en-US" altLang="en-US" sz="1980" dirty="0">
                <a:cs typeface="Times New Roman" panose="02020603050405020304" pitchFamily="18" charset="0"/>
              </a:rPr>
              <a:t> Find students who get the same grade in a course</a:t>
            </a:r>
          </a:p>
          <a:p>
            <a:pPr marL="440055" indent="-440055">
              <a:buNone/>
            </a:pPr>
            <a:r>
              <a:rPr lang="en-US" altLang="en-US" dirty="0">
                <a:solidFill>
                  <a:srgbClr val="CC0000"/>
                </a:solidFill>
                <a:cs typeface="Times New Roman" panose="02020603050405020304" pitchFamily="18" charset="0"/>
              </a:rPr>
              <a:t>Schema:</a:t>
            </a:r>
            <a:r>
              <a:rPr lang="en-US" altLang="en-US" sz="1980" dirty="0">
                <a:cs typeface="Times New Roman" panose="02020603050405020304" pitchFamily="18" charset="0"/>
              </a:rPr>
              <a:t>	</a:t>
            </a:r>
          </a:p>
          <a:p>
            <a:pPr marL="844749" lvl="1" indent="-377190">
              <a:buNone/>
            </a:pPr>
            <a:r>
              <a:rPr lang="en-US" altLang="en-US" sz="1650" dirty="0" err="1">
                <a:cs typeface="Times New Roman" panose="02020603050405020304" pitchFamily="18" charset="0"/>
              </a:rPr>
              <a:t>StudentEnrollment</a:t>
            </a:r>
            <a:r>
              <a:rPr lang="en-US" altLang="en-US" sz="1650" dirty="0">
                <a:cs typeface="Times New Roman" panose="02020603050405020304" pitchFamily="18" charset="0"/>
              </a:rPr>
              <a:t>(</a:t>
            </a:r>
            <a:r>
              <a:rPr lang="en-US" altLang="en-US" sz="1650" dirty="0" err="1">
                <a:cs typeface="Times New Roman" panose="02020603050405020304" pitchFamily="18" charset="0"/>
              </a:rPr>
              <a:t>StudentID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CourseID</a:t>
            </a:r>
            <a:r>
              <a:rPr lang="en-US" altLang="en-US" sz="1650" dirty="0">
                <a:cs typeface="Times New Roman" panose="02020603050405020304" pitchFamily="18" charset="0"/>
              </a:rPr>
              <a:t>, Grade)</a:t>
            </a:r>
          </a:p>
          <a:p>
            <a:pPr marL="440055" indent="-440055">
              <a:buNone/>
            </a:pPr>
            <a:r>
              <a:rPr lang="en-US" altLang="en-US" dirty="0">
                <a:solidFill>
                  <a:srgbClr val="CC0000"/>
                </a:solidFill>
                <a:cs typeface="Times New Roman" panose="02020603050405020304" pitchFamily="18" charset="0"/>
              </a:rPr>
              <a:t>Query:</a:t>
            </a:r>
            <a:endParaRPr lang="en-US" altLang="en-US" dirty="0">
              <a:cs typeface="Times New Roman" panose="02020603050405020304" pitchFamily="18" charset="0"/>
            </a:endParaRP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Select p1.person_id, p1.person_fname, p1.person_lname, p1.person_state</a:t>
            </a: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From </a:t>
            </a:r>
            <a:r>
              <a:rPr lang="en-US" altLang="en-US" sz="1650" dirty="0" err="1">
                <a:cs typeface="Times New Roman" panose="02020603050405020304" pitchFamily="18" charset="0"/>
              </a:rPr>
              <a:t>StudentEnrollment</a:t>
            </a:r>
            <a:r>
              <a:rPr lang="en-US" altLang="en-US" sz="1650" dirty="0">
                <a:cs typeface="Times New Roman" panose="02020603050405020304" pitchFamily="18" charset="0"/>
              </a:rPr>
              <a:t> se1, </a:t>
            </a:r>
            <a:r>
              <a:rPr lang="en-US" altLang="en-US" sz="1650" dirty="0" err="1">
                <a:cs typeface="Times New Roman" panose="02020603050405020304" pitchFamily="18" charset="0"/>
              </a:rPr>
              <a:t>StudentEnrollment</a:t>
            </a:r>
            <a:r>
              <a:rPr lang="en-US" altLang="en-US" sz="1650" dirty="0">
                <a:cs typeface="Times New Roman" panose="02020603050405020304" pitchFamily="18" charset="0"/>
              </a:rPr>
              <a:t> se2, Student s</a:t>
            </a: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Where se1. </a:t>
            </a:r>
            <a:r>
              <a:rPr lang="en-US" altLang="en-US" sz="1650" dirty="0" err="1">
                <a:cs typeface="Times New Roman" panose="02020603050405020304" pitchFamily="18" charset="0"/>
              </a:rPr>
              <a:t>CourseID</a:t>
            </a:r>
            <a:r>
              <a:rPr lang="en-US" altLang="en-US" sz="1650" dirty="0">
                <a:cs typeface="Times New Roman" panose="02020603050405020304" pitchFamily="18" charset="0"/>
              </a:rPr>
              <a:t> = se2. </a:t>
            </a:r>
            <a:r>
              <a:rPr lang="en-US" altLang="en-US" sz="1650" dirty="0" err="1">
                <a:cs typeface="Times New Roman" panose="02020603050405020304" pitchFamily="18" charset="0"/>
              </a:rPr>
              <a:t>CourseID</a:t>
            </a:r>
            <a:endParaRPr lang="en-US" altLang="en-US" sz="1650" dirty="0">
              <a:cs typeface="Times New Roman" panose="02020603050405020304" pitchFamily="18" charset="0"/>
            </a:endParaRP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AND se1.Grade=se2.Grade</a:t>
            </a: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AND se1. </a:t>
            </a:r>
            <a:r>
              <a:rPr lang="en-US" altLang="en-US" sz="1650" dirty="0" err="1">
                <a:cs typeface="Times New Roman" panose="02020603050405020304" pitchFamily="18" charset="0"/>
              </a:rPr>
              <a:t>StudentID</a:t>
            </a:r>
            <a:r>
              <a:rPr lang="en-US" altLang="en-US" sz="1650" dirty="0">
                <a:cs typeface="Times New Roman" panose="02020603050405020304" pitchFamily="18" charset="0"/>
              </a:rPr>
              <a:t>  != se2. </a:t>
            </a:r>
            <a:r>
              <a:rPr lang="en-US" altLang="en-US" sz="1650" dirty="0" err="1">
                <a:cs typeface="Times New Roman" panose="02020603050405020304" pitchFamily="18" charset="0"/>
              </a:rPr>
              <a:t>StudentID</a:t>
            </a:r>
            <a:endParaRPr lang="en-US" altLang="en-US" sz="1650" dirty="0">
              <a:cs typeface="Times New Roman" panose="02020603050405020304" pitchFamily="18" charset="0"/>
            </a:endParaRPr>
          </a:p>
          <a:p>
            <a:pPr marL="844749" lvl="1" indent="-377190">
              <a:buNone/>
            </a:pPr>
            <a:endParaRPr lang="en-US" altLang="en-US" sz="1650" dirty="0">
              <a:cs typeface="Times New Roman" panose="02020603050405020304" pitchFamily="18" charset="0"/>
            </a:endParaRPr>
          </a:p>
          <a:p>
            <a:pPr marL="440055" indent="-440055">
              <a:buNone/>
            </a:pPr>
            <a:r>
              <a:rPr lang="en-US" altLang="en-US" sz="1980" dirty="0">
                <a:cs typeface="Times New Roman" panose="02020603050405020304" pitchFamily="18" charset="0"/>
              </a:rPr>
              <a:t>Note: </a:t>
            </a:r>
            <a:r>
              <a:rPr lang="en-US" altLang="en-US" sz="1650" dirty="0">
                <a:cs typeface="Times New Roman" panose="02020603050405020304" pitchFamily="18" charset="0"/>
              </a:rPr>
              <a:t>Distinct operator is critical because if there are more than two people</a:t>
            </a:r>
          </a:p>
          <a:p>
            <a:pPr marL="440055" indent="-440055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	   from any state each person will appear as many times as there are</a:t>
            </a:r>
          </a:p>
          <a:p>
            <a:pPr marL="440055" indent="-440055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	   people from the state</a:t>
            </a:r>
          </a:p>
        </p:txBody>
      </p:sp>
    </p:spTree>
    <p:extLst>
      <p:ext uri="{BB962C8B-B14F-4D97-AF65-F5344CB8AC3E}">
        <p14:creationId xmlns:p14="http://schemas.microsoft.com/office/powerpoint/2010/main" val="32239795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>
            <a:extLst>
              <a:ext uri="{FF2B5EF4-FFF2-40B4-BE49-F238E27FC236}">
                <a16:creationId xmlns:a16="http://schemas.microsoft.com/office/drawing/2014/main" id="{E940C817-7FE2-D941-C941-18EE6095F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6" y="169748"/>
            <a:ext cx="6412230" cy="817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630" dirty="0">
                <a:solidFill>
                  <a:srgbClr val="CC0000"/>
                </a:solidFill>
                <a:latin typeface="Arial-BoldMT"/>
              </a:rPr>
              <a:t>SQL – Left/Right Join</a:t>
            </a:r>
          </a:p>
        </p:txBody>
      </p:sp>
      <p:sp>
        <p:nvSpPr>
          <p:cNvPr id="351235" name="Rectangle 3">
            <a:extLst>
              <a:ext uri="{FF2B5EF4-FFF2-40B4-BE49-F238E27FC236}">
                <a16:creationId xmlns:a16="http://schemas.microsoft.com/office/drawing/2014/main" id="{8DDD7BE8-FED9-2747-FFB2-25914A6EF2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656" y="1371600"/>
            <a:ext cx="9646284" cy="4400550"/>
          </a:xfrm>
          <a:noFill/>
          <a:ln/>
        </p:spPr>
        <p:txBody>
          <a:bodyPr/>
          <a:lstStyle/>
          <a:p>
            <a:pPr marL="440055" indent="-440055">
              <a:buNone/>
            </a:pPr>
            <a:r>
              <a:rPr lang="en-US" altLang="en-US" b="1" u="sng" dirty="0">
                <a:solidFill>
                  <a:srgbClr val="CC0000"/>
                </a:solidFill>
                <a:cs typeface="Times New Roman" panose="02020603050405020304" pitchFamily="18" charset="0"/>
              </a:rPr>
              <a:t>Example:</a:t>
            </a:r>
            <a:endParaRPr lang="en-US" altLang="en-US" sz="1980" b="1" u="sng" dirty="0">
              <a:solidFill>
                <a:srgbClr val="CC0000"/>
              </a:solidFill>
              <a:cs typeface="Times New Roman" panose="02020603050405020304" pitchFamily="18" charset="0"/>
            </a:endParaRPr>
          </a:p>
          <a:p>
            <a:pPr marL="440055" indent="-440055">
              <a:buNone/>
            </a:pPr>
            <a:r>
              <a:rPr lang="en-US" altLang="en-US" dirty="0">
                <a:solidFill>
                  <a:srgbClr val="CC0000"/>
                </a:solidFill>
                <a:cs typeface="Times New Roman" panose="02020603050405020304" pitchFamily="18" charset="0"/>
              </a:rPr>
              <a:t>Schema:</a:t>
            </a:r>
            <a:r>
              <a:rPr lang="en-US" altLang="en-US" sz="1980" dirty="0">
                <a:cs typeface="Times New Roman" panose="02020603050405020304" pitchFamily="18" charset="0"/>
              </a:rPr>
              <a:t>	</a:t>
            </a: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People(</a:t>
            </a:r>
            <a:r>
              <a:rPr lang="en-US" altLang="en-US" sz="1650" dirty="0" err="1">
                <a:cs typeface="Times New Roman" panose="02020603050405020304" pitchFamily="18" charset="0"/>
              </a:rPr>
              <a:t>person_fname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person_lname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person_id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person_state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person_city</a:t>
            </a:r>
            <a:r>
              <a:rPr lang="en-US" altLang="en-US" sz="1650" dirty="0">
                <a:cs typeface="Times New Roman" panose="02020603050405020304" pitchFamily="18" charset="0"/>
              </a:rPr>
              <a:t>)</a:t>
            </a: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Movies(</a:t>
            </a:r>
            <a:r>
              <a:rPr lang="en-US" altLang="en-US" sz="1650" dirty="0" err="1">
                <a:cs typeface="Times New Roman" panose="02020603050405020304" pitchFamily="18" charset="0"/>
              </a:rPr>
              <a:t>movie_id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movie_title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director_id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studio_id</a:t>
            </a:r>
            <a:r>
              <a:rPr lang="en-US" altLang="en-US" sz="1650" dirty="0">
                <a:cs typeface="Times New Roman" panose="02020603050405020304" pitchFamily="18" charset="0"/>
              </a:rPr>
              <a:t>)</a:t>
            </a: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Location(</a:t>
            </a:r>
            <a:r>
              <a:rPr lang="en-US" altLang="en-US" sz="1650" dirty="0" err="1">
                <a:cs typeface="Times New Roman" panose="02020603050405020304" pitchFamily="18" charset="0"/>
              </a:rPr>
              <a:t>movie_id</a:t>
            </a:r>
            <a:r>
              <a:rPr lang="en-US" altLang="en-US" sz="1650" dirty="0">
                <a:cs typeface="Times New Roman" panose="02020603050405020304" pitchFamily="18" charset="0"/>
              </a:rPr>
              <a:t>, city, state)</a:t>
            </a:r>
          </a:p>
          <a:p>
            <a:pPr marL="440055" indent="-440055">
              <a:buNone/>
            </a:pPr>
            <a:r>
              <a:rPr lang="en-US" altLang="en-US" dirty="0">
                <a:solidFill>
                  <a:srgbClr val="CC0000"/>
                </a:solidFill>
                <a:cs typeface="Times New Roman" panose="02020603050405020304" pitchFamily="18" charset="0"/>
              </a:rPr>
              <a:t>Query:</a:t>
            </a:r>
            <a:endParaRPr lang="en-US" altLang="en-US" dirty="0">
              <a:cs typeface="Times New Roman" panose="02020603050405020304" pitchFamily="18" charset="0"/>
            </a:endParaRP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Select </a:t>
            </a:r>
            <a:r>
              <a:rPr lang="en-US" altLang="en-US" sz="1650" dirty="0" err="1">
                <a:cs typeface="Times New Roman" panose="02020603050405020304" pitchFamily="18" charset="0"/>
              </a:rPr>
              <a:t>movie_title</a:t>
            </a:r>
            <a:r>
              <a:rPr lang="en-US" altLang="en-US" sz="1650" dirty="0">
                <a:cs typeface="Times New Roman" panose="02020603050405020304" pitchFamily="18" charset="0"/>
              </a:rPr>
              <a:t>, city, state </a:t>
            </a: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From Movies Left Join Locations</a:t>
            </a: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	   On </a:t>
            </a:r>
            <a:r>
              <a:rPr lang="en-US" altLang="en-US" sz="1650" dirty="0" err="1">
                <a:cs typeface="Times New Roman" panose="02020603050405020304" pitchFamily="18" charset="0"/>
              </a:rPr>
              <a:t>Movies.movie_id</a:t>
            </a:r>
            <a:r>
              <a:rPr lang="en-US" altLang="en-US" sz="1650" dirty="0">
                <a:cs typeface="Times New Roman" panose="02020603050405020304" pitchFamily="18" charset="0"/>
              </a:rPr>
              <a:t> = </a:t>
            </a:r>
            <a:r>
              <a:rPr lang="en-US" altLang="en-US" sz="1650" dirty="0" err="1">
                <a:cs typeface="Times New Roman" panose="02020603050405020304" pitchFamily="18" charset="0"/>
              </a:rPr>
              <a:t>Locations.movie_id</a:t>
            </a:r>
            <a:endParaRPr lang="en-US" altLang="en-US" sz="1650" dirty="0">
              <a:cs typeface="Times New Roman" panose="02020603050405020304" pitchFamily="18" charset="0"/>
            </a:endParaRPr>
          </a:p>
          <a:p>
            <a:pPr marL="844749" lvl="1" indent="-377190">
              <a:buNone/>
            </a:pPr>
            <a:endParaRPr lang="en-US" altLang="en-US" sz="1650" dirty="0">
              <a:cs typeface="Times New Roman" panose="02020603050405020304" pitchFamily="18" charset="0"/>
            </a:endParaRP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Select </a:t>
            </a:r>
            <a:r>
              <a:rPr lang="en-US" altLang="en-US" sz="1650" dirty="0" err="1">
                <a:cs typeface="Times New Roman" panose="02020603050405020304" pitchFamily="18" charset="0"/>
              </a:rPr>
              <a:t>movie_title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person_fname</a:t>
            </a:r>
            <a:r>
              <a:rPr lang="en-US" altLang="en-US" sz="1650" dirty="0">
                <a:cs typeface="Times New Roman" panose="02020603050405020304" pitchFamily="18" charset="0"/>
              </a:rPr>
              <a:t>, </a:t>
            </a:r>
            <a:r>
              <a:rPr lang="en-US" altLang="en-US" sz="1650" dirty="0" err="1">
                <a:cs typeface="Times New Roman" panose="02020603050405020304" pitchFamily="18" charset="0"/>
              </a:rPr>
              <a:t>person_lname</a:t>
            </a:r>
            <a:endParaRPr lang="en-US" altLang="en-US" sz="1650" dirty="0">
              <a:cs typeface="Times New Roman" panose="02020603050405020304" pitchFamily="18" charset="0"/>
            </a:endParaRP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From Movies Right Join People</a:t>
            </a:r>
          </a:p>
          <a:p>
            <a:pPr marL="844749" lvl="1" indent="-377190">
              <a:buNone/>
            </a:pPr>
            <a:r>
              <a:rPr lang="en-US" altLang="en-US" sz="1650" dirty="0">
                <a:cs typeface="Times New Roman" panose="02020603050405020304" pitchFamily="18" charset="0"/>
              </a:rPr>
              <a:t>	   On </a:t>
            </a:r>
            <a:r>
              <a:rPr lang="en-US" altLang="en-US" sz="1650" dirty="0" err="1">
                <a:cs typeface="Times New Roman" panose="02020603050405020304" pitchFamily="18" charset="0"/>
              </a:rPr>
              <a:t>Movies.director_id</a:t>
            </a:r>
            <a:r>
              <a:rPr lang="en-US" altLang="en-US" sz="1650" dirty="0">
                <a:cs typeface="Times New Roman" panose="02020603050405020304" pitchFamily="18" charset="0"/>
              </a:rPr>
              <a:t> = </a:t>
            </a:r>
            <a:r>
              <a:rPr lang="en-US" altLang="en-US" sz="1650" dirty="0" err="1">
                <a:cs typeface="Times New Roman" panose="02020603050405020304" pitchFamily="18" charset="0"/>
              </a:rPr>
              <a:t>Person.person_id</a:t>
            </a:r>
            <a:endParaRPr lang="en-US" altLang="en-US" sz="1650" dirty="0">
              <a:cs typeface="Times New Roman" panose="02020603050405020304" pitchFamily="18" charset="0"/>
            </a:endParaRPr>
          </a:p>
          <a:p>
            <a:pPr marL="844749" lvl="1" indent="-377190">
              <a:buNone/>
            </a:pPr>
            <a:endParaRPr lang="en-US" altLang="en-US" sz="1650" dirty="0">
              <a:cs typeface="Times New Roman" panose="02020603050405020304" pitchFamily="18" charset="0"/>
            </a:endParaRPr>
          </a:p>
          <a:p>
            <a:pPr marL="844749" lvl="1" indent="-377190">
              <a:buNone/>
            </a:pPr>
            <a:endParaRPr lang="en-US" altLang="en-US" sz="1650" dirty="0">
              <a:cs typeface="Times New Roman" panose="02020603050405020304" pitchFamily="18" charset="0"/>
            </a:endParaRPr>
          </a:p>
        </p:txBody>
      </p:sp>
      <p:sp>
        <p:nvSpPr>
          <p:cNvPr id="351236" name="Text Box 4">
            <a:extLst>
              <a:ext uri="{FF2B5EF4-FFF2-40B4-BE49-F238E27FC236}">
                <a16:creationId xmlns:a16="http://schemas.microsoft.com/office/drawing/2014/main" id="{11CAACF8-401D-5520-B324-F45D58A71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1602" y="3352800"/>
            <a:ext cx="1204882" cy="777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85" dirty="0"/>
              <a:t>Includes all</a:t>
            </a:r>
          </a:p>
          <a:p>
            <a:r>
              <a:rPr lang="en-US" altLang="en-US" sz="1485" dirty="0"/>
              <a:t>non matched</a:t>
            </a:r>
          </a:p>
          <a:p>
            <a:r>
              <a:rPr lang="en-US" altLang="en-US" sz="1485" dirty="0"/>
              <a:t>movie titles</a:t>
            </a:r>
          </a:p>
        </p:txBody>
      </p:sp>
      <p:sp>
        <p:nvSpPr>
          <p:cNvPr id="351237" name="Text Box 5">
            <a:extLst>
              <a:ext uri="{FF2B5EF4-FFF2-40B4-BE49-F238E27FC236}">
                <a16:creationId xmlns:a16="http://schemas.microsoft.com/office/drawing/2014/main" id="{E5EBF662-771C-C5FB-1803-2F1DA7FCA9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8396" y="4540712"/>
            <a:ext cx="1208088" cy="100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85" dirty="0"/>
              <a:t>Includes</a:t>
            </a:r>
          </a:p>
          <a:p>
            <a:r>
              <a:rPr lang="en-US" altLang="en-US" sz="1485" dirty="0"/>
              <a:t>all people</a:t>
            </a:r>
          </a:p>
          <a:p>
            <a:r>
              <a:rPr lang="en-US" altLang="en-US" sz="1485" dirty="0"/>
              <a:t>not matching</a:t>
            </a:r>
          </a:p>
          <a:p>
            <a:r>
              <a:rPr lang="en-US" altLang="en-US" sz="1485" dirty="0"/>
              <a:t>to directors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2791</TotalTime>
  <Words>2966</Words>
  <Application>Microsoft Macintosh PowerPoint</Application>
  <PresentationFormat>Custom</PresentationFormat>
  <Paragraphs>1278</Paragraphs>
  <Slides>22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Arial MT</vt:lpstr>
      <vt:lpstr>Arial-BoldMT</vt:lpstr>
      <vt:lpstr>Calibri</vt:lpstr>
      <vt:lpstr>Calibri Light</vt:lpstr>
      <vt:lpstr>Courier New</vt:lpstr>
      <vt:lpstr>Times New Roman</vt:lpstr>
      <vt:lpstr>Verdana</vt:lpstr>
      <vt:lpstr>Office Theme</vt:lpstr>
      <vt:lpstr>SQL - Join</vt:lpstr>
      <vt:lpstr>Course Update</vt:lpstr>
      <vt:lpstr>JOIN</vt:lpstr>
      <vt:lpstr>NATURAL JOIN</vt:lpstr>
      <vt:lpstr>NATURAL JOIN</vt:lpstr>
      <vt:lpstr>(INNER) JOIN</vt:lpstr>
      <vt:lpstr>(INNER) JOIN</vt:lpstr>
      <vt:lpstr>NATURAL LEFT OUTER JOIN</vt:lpstr>
      <vt:lpstr>NATURAL LEFT OUTER JOIN</vt:lpstr>
      <vt:lpstr>LEFT OUTER JOIN</vt:lpstr>
      <vt:lpstr>LEFT OUTER JOIN</vt:lpstr>
      <vt:lpstr>NATURAL RIGHT OUTER JOIN</vt:lpstr>
      <vt:lpstr>NATURAL RIGHT OUTER JOIN</vt:lpstr>
      <vt:lpstr>RIGHT OUTER JOIN</vt:lpstr>
      <vt:lpstr>RIGHT OUTER JOIN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4750meet15-SQL-join-before-class</dc:title>
  <dc:creator>upsorn</dc:creator>
  <cp:lastModifiedBy>Farhan Tanvir</cp:lastModifiedBy>
  <cp:revision>31</cp:revision>
  <dcterms:created xsi:type="dcterms:W3CDTF">2023-09-18T19:55:23Z</dcterms:created>
  <dcterms:modified xsi:type="dcterms:W3CDTF">2026-02-23T04:43:58Z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2023-09-17T00:00:00Z</vt:filetime>
  </property>
  <property fmtid="{D5CDD505-2E9C-101B-9397-08002B2CF9AE}" pid="3" name="Creator">
    <vt:lpwstr>PowerPoint</vt:lpwstr>
  </property>
  <property fmtid="{D5CDD505-2E9C-101B-9397-08002B2CF9AE}" pid="4" name="LastSaved">
    <vt:filetime>2023-09-18T00:00:00Z</vt:filetime>
  </property>
</Properties>
</file>