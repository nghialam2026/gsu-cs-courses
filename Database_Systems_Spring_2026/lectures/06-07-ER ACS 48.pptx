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528" r:id="rId3"/>
    <p:sldId id="257" r:id="rId4"/>
    <p:sldId id="518" r:id="rId5"/>
    <p:sldId id="519" r:id="rId6"/>
    <p:sldId id="501" r:id="rId7"/>
    <p:sldId id="521" r:id="rId8"/>
    <p:sldId id="502" r:id="rId9"/>
    <p:sldId id="522" r:id="rId10"/>
    <p:sldId id="500" r:id="rId11"/>
    <p:sldId id="258" r:id="rId12"/>
    <p:sldId id="259" r:id="rId13"/>
    <p:sldId id="260" r:id="rId14"/>
    <p:sldId id="262" r:id="rId15"/>
    <p:sldId id="263" r:id="rId16"/>
    <p:sldId id="264" r:id="rId17"/>
    <p:sldId id="265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520" r:id="rId32"/>
    <p:sldId id="280" r:id="rId33"/>
    <p:sldId id="281" r:id="rId34"/>
    <p:sldId id="524" r:id="rId35"/>
    <p:sldId id="284" r:id="rId36"/>
    <p:sldId id="285" r:id="rId37"/>
    <p:sldId id="286" r:id="rId38"/>
    <p:sldId id="527" r:id="rId39"/>
    <p:sldId id="287" r:id="rId40"/>
    <p:sldId id="289" r:id="rId41"/>
    <p:sldId id="291" r:id="rId42"/>
    <p:sldId id="293" r:id="rId43"/>
    <p:sldId id="529" r:id="rId44"/>
    <p:sldId id="294" r:id="rId4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8"/>
    <p:restoredTop sz="94694"/>
  </p:normalViewPr>
  <p:slideViewPr>
    <p:cSldViewPr>
      <p:cViewPr varScale="1">
        <p:scale>
          <a:sx n="107" d="100"/>
          <a:sy n="107" d="100"/>
        </p:scale>
        <p:origin x="192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F</a:t>
            </a:r>
            <a:r>
              <a:rPr spc="-35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-25" dirty="0"/>
              <a:t> </a:t>
            </a:r>
            <a:r>
              <a:rPr spc="-35" dirty="0"/>
              <a:t>202</a:t>
            </a:r>
            <a:r>
              <a:rPr dirty="0"/>
              <a:t>3</a:t>
            </a:r>
            <a:r>
              <a:rPr spc="-5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35" dirty="0"/>
              <a:t>Un</a:t>
            </a:r>
            <a:r>
              <a:rPr spc="-10" dirty="0"/>
              <a:t>i</a:t>
            </a:r>
            <a:r>
              <a:rPr spc="-30" dirty="0"/>
              <a:t>v</a:t>
            </a:r>
            <a:r>
              <a:rPr spc="-35" dirty="0"/>
              <a:t>e</a:t>
            </a:r>
            <a:r>
              <a:rPr spc="-15" dirty="0"/>
              <a:t>r</a:t>
            </a:r>
            <a:r>
              <a:rPr spc="-30" dirty="0"/>
              <a:t>s</a:t>
            </a:r>
            <a:r>
              <a:rPr spc="-10" dirty="0"/>
              <a:t>i</a:t>
            </a:r>
            <a:r>
              <a:rPr spc="-20" dirty="0"/>
              <a:t>t</a:t>
            </a:r>
            <a:r>
              <a:rPr dirty="0"/>
              <a:t>y</a:t>
            </a:r>
            <a:r>
              <a:rPr spc="-45" dirty="0"/>
              <a:t> </a:t>
            </a:r>
            <a:r>
              <a:rPr spc="-35" dirty="0"/>
              <a:t>o</a:t>
            </a:r>
            <a:r>
              <a:rPr dirty="0"/>
              <a:t>f</a:t>
            </a:r>
            <a:r>
              <a:rPr spc="-35" dirty="0"/>
              <a:t> </a:t>
            </a:r>
            <a:r>
              <a:rPr spc="-40" dirty="0"/>
              <a:t>V</a:t>
            </a:r>
            <a:r>
              <a:rPr spc="-10" dirty="0"/>
              <a:t>i</a:t>
            </a:r>
            <a:r>
              <a:rPr spc="-15" dirty="0"/>
              <a:t>r</a:t>
            </a:r>
            <a:r>
              <a:rPr spc="-35" dirty="0"/>
              <a:t>g</a:t>
            </a:r>
            <a:r>
              <a:rPr spc="-10" dirty="0"/>
              <a:t>i</a:t>
            </a:r>
            <a:r>
              <a:rPr spc="-35" dirty="0"/>
              <a:t>n</a:t>
            </a:r>
            <a:r>
              <a:rPr spc="-10" dirty="0"/>
              <a:t>i</a:t>
            </a:r>
            <a:r>
              <a:rPr dirty="0"/>
              <a:t>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85" dirty="0"/>
              <a:t> </a:t>
            </a:r>
            <a:r>
              <a:rPr spc="-55" dirty="0"/>
              <a:t>P</a:t>
            </a:r>
            <a:r>
              <a:rPr spc="-35" dirty="0"/>
              <a:t>r</a:t>
            </a:r>
            <a:r>
              <a:rPr spc="-135" dirty="0"/>
              <a:t>a</a:t>
            </a:r>
            <a:r>
              <a:rPr spc="-95" dirty="0"/>
              <a:t>p</a:t>
            </a:r>
            <a:r>
              <a:rPr spc="-85" dirty="0"/>
              <a:t>h</a:t>
            </a:r>
            <a:r>
              <a:rPr spc="-135" dirty="0"/>
              <a:t>a</a:t>
            </a:r>
            <a:r>
              <a:rPr spc="-100" dirty="0"/>
              <a:t>m</a:t>
            </a:r>
            <a:r>
              <a:rPr spc="-15" dirty="0"/>
              <a:t>o</a:t>
            </a:r>
            <a:r>
              <a:rPr spc="-85" dirty="0"/>
              <a:t>nt</a:t>
            </a:r>
            <a:r>
              <a:rPr spc="-15" dirty="0"/>
              <a:t>r</a:t>
            </a:r>
            <a:r>
              <a:rPr spc="-80" dirty="0"/>
              <a:t>i</a:t>
            </a:r>
            <a:r>
              <a:rPr spc="-95" dirty="0"/>
              <a:t>p</a:t>
            </a:r>
            <a:r>
              <a:rPr spc="-15" dirty="0"/>
              <a:t>o</a:t>
            </a:r>
            <a:r>
              <a:rPr spc="-85" dirty="0"/>
              <a:t>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fld id="{81D60167-4931-47E6-BA6A-407CBD079E47}" type="slidenum">
              <a:rPr sz="1100" dirty="0">
                <a:solidFill>
                  <a:srgbClr val="CCD1D9"/>
                </a:solidFill>
                <a:latin typeface="Arial MT"/>
                <a:cs typeface="Arial MT"/>
              </a:rPr>
              <a:t>‹#›</a:t>
            </a:fld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F</a:t>
            </a:r>
            <a:r>
              <a:rPr spc="-35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-25" dirty="0"/>
              <a:t> </a:t>
            </a:r>
            <a:r>
              <a:rPr spc="-35" dirty="0"/>
              <a:t>202</a:t>
            </a:r>
            <a:r>
              <a:rPr dirty="0"/>
              <a:t>3</a:t>
            </a:r>
            <a:r>
              <a:rPr spc="-5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35" dirty="0"/>
              <a:t>Un</a:t>
            </a:r>
            <a:r>
              <a:rPr spc="-10" dirty="0"/>
              <a:t>i</a:t>
            </a:r>
            <a:r>
              <a:rPr spc="-30" dirty="0"/>
              <a:t>v</a:t>
            </a:r>
            <a:r>
              <a:rPr spc="-35" dirty="0"/>
              <a:t>e</a:t>
            </a:r>
            <a:r>
              <a:rPr spc="-15" dirty="0"/>
              <a:t>r</a:t>
            </a:r>
            <a:r>
              <a:rPr spc="-30" dirty="0"/>
              <a:t>s</a:t>
            </a:r>
            <a:r>
              <a:rPr spc="-10" dirty="0"/>
              <a:t>i</a:t>
            </a:r>
            <a:r>
              <a:rPr spc="-20" dirty="0"/>
              <a:t>t</a:t>
            </a:r>
            <a:r>
              <a:rPr dirty="0"/>
              <a:t>y</a:t>
            </a:r>
            <a:r>
              <a:rPr spc="-45" dirty="0"/>
              <a:t> </a:t>
            </a:r>
            <a:r>
              <a:rPr spc="-35" dirty="0"/>
              <a:t>o</a:t>
            </a:r>
            <a:r>
              <a:rPr dirty="0"/>
              <a:t>f</a:t>
            </a:r>
            <a:r>
              <a:rPr spc="-35" dirty="0"/>
              <a:t> </a:t>
            </a:r>
            <a:r>
              <a:rPr spc="-40" dirty="0"/>
              <a:t>V</a:t>
            </a:r>
            <a:r>
              <a:rPr spc="-10" dirty="0"/>
              <a:t>i</a:t>
            </a:r>
            <a:r>
              <a:rPr spc="-15" dirty="0"/>
              <a:t>r</a:t>
            </a:r>
            <a:r>
              <a:rPr spc="-35" dirty="0"/>
              <a:t>g</a:t>
            </a:r>
            <a:r>
              <a:rPr spc="-10" dirty="0"/>
              <a:t>i</a:t>
            </a:r>
            <a:r>
              <a:rPr spc="-35" dirty="0"/>
              <a:t>n</a:t>
            </a:r>
            <a:r>
              <a:rPr spc="-10" dirty="0"/>
              <a:t>i</a:t>
            </a:r>
            <a:r>
              <a:rPr dirty="0"/>
              <a:t>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85" dirty="0"/>
              <a:t> </a:t>
            </a:r>
            <a:r>
              <a:rPr spc="-55" dirty="0"/>
              <a:t>P</a:t>
            </a:r>
            <a:r>
              <a:rPr spc="-35" dirty="0"/>
              <a:t>r</a:t>
            </a:r>
            <a:r>
              <a:rPr spc="-135" dirty="0"/>
              <a:t>a</a:t>
            </a:r>
            <a:r>
              <a:rPr spc="-95" dirty="0"/>
              <a:t>p</a:t>
            </a:r>
            <a:r>
              <a:rPr spc="-85" dirty="0"/>
              <a:t>h</a:t>
            </a:r>
            <a:r>
              <a:rPr spc="-135" dirty="0"/>
              <a:t>a</a:t>
            </a:r>
            <a:r>
              <a:rPr spc="-100" dirty="0"/>
              <a:t>m</a:t>
            </a:r>
            <a:r>
              <a:rPr spc="-15" dirty="0"/>
              <a:t>o</a:t>
            </a:r>
            <a:r>
              <a:rPr spc="-85" dirty="0"/>
              <a:t>nt</a:t>
            </a:r>
            <a:r>
              <a:rPr spc="-15" dirty="0"/>
              <a:t>r</a:t>
            </a:r>
            <a:r>
              <a:rPr spc="-80" dirty="0"/>
              <a:t>i</a:t>
            </a:r>
            <a:r>
              <a:rPr spc="-95" dirty="0"/>
              <a:t>p</a:t>
            </a:r>
            <a:r>
              <a:rPr spc="-15" dirty="0"/>
              <a:t>o</a:t>
            </a:r>
            <a:r>
              <a:rPr spc="-85" dirty="0"/>
              <a:t>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fld id="{81D60167-4931-47E6-BA6A-407CBD079E47}" type="slidenum">
              <a:rPr sz="1100" dirty="0">
                <a:solidFill>
                  <a:srgbClr val="CCD1D9"/>
                </a:solidFill>
                <a:latin typeface="Arial MT"/>
                <a:cs typeface="Arial MT"/>
              </a:rPr>
              <a:t>‹#›</a:t>
            </a:fld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F</a:t>
            </a:r>
            <a:r>
              <a:rPr spc="-35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-25" dirty="0"/>
              <a:t> </a:t>
            </a:r>
            <a:r>
              <a:rPr spc="-35" dirty="0"/>
              <a:t>202</a:t>
            </a:r>
            <a:r>
              <a:rPr dirty="0"/>
              <a:t>3</a:t>
            </a:r>
            <a:r>
              <a:rPr spc="-5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35" dirty="0"/>
              <a:t>Un</a:t>
            </a:r>
            <a:r>
              <a:rPr spc="-10" dirty="0"/>
              <a:t>i</a:t>
            </a:r>
            <a:r>
              <a:rPr spc="-30" dirty="0"/>
              <a:t>v</a:t>
            </a:r>
            <a:r>
              <a:rPr spc="-35" dirty="0"/>
              <a:t>e</a:t>
            </a:r>
            <a:r>
              <a:rPr spc="-15" dirty="0"/>
              <a:t>r</a:t>
            </a:r>
            <a:r>
              <a:rPr spc="-30" dirty="0"/>
              <a:t>s</a:t>
            </a:r>
            <a:r>
              <a:rPr spc="-10" dirty="0"/>
              <a:t>i</a:t>
            </a:r>
            <a:r>
              <a:rPr spc="-20" dirty="0"/>
              <a:t>t</a:t>
            </a:r>
            <a:r>
              <a:rPr dirty="0"/>
              <a:t>y</a:t>
            </a:r>
            <a:r>
              <a:rPr spc="-45" dirty="0"/>
              <a:t> </a:t>
            </a:r>
            <a:r>
              <a:rPr spc="-35" dirty="0"/>
              <a:t>o</a:t>
            </a:r>
            <a:r>
              <a:rPr dirty="0"/>
              <a:t>f</a:t>
            </a:r>
            <a:r>
              <a:rPr spc="-35" dirty="0"/>
              <a:t> </a:t>
            </a:r>
            <a:r>
              <a:rPr spc="-40" dirty="0"/>
              <a:t>V</a:t>
            </a:r>
            <a:r>
              <a:rPr spc="-10" dirty="0"/>
              <a:t>i</a:t>
            </a:r>
            <a:r>
              <a:rPr spc="-15" dirty="0"/>
              <a:t>r</a:t>
            </a:r>
            <a:r>
              <a:rPr spc="-35" dirty="0"/>
              <a:t>g</a:t>
            </a:r>
            <a:r>
              <a:rPr spc="-10" dirty="0"/>
              <a:t>i</a:t>
            </a:r>
            <a:r>
              <a:rPr spc="-35" dirty="0"/>
              <a:t>n</a:t>
            </a:r>
            <a:r>
              <a:rPr spc="-10" dirty="0"/>
              <a:t>i</a:t>
            </a:r>
            <a:r>
              <a:rPr dirty="0"/>
              <a:t>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85" dirty="0"/>
              <a:t> </a:t>
            </a:r>
            <a:r>
              <a:rPr spc="-55" dirty="0"/>
              <a:t>P</a:t>
            </a:r>
            <a:r>
              <a:rPr spc="-35" dirty="0"/>
              <a:t>r</a:t>
            </a:r>
            <a:r>
              <a:rPr spc="-135" dirty="0"/>
              <a:t>a</a:t>
            </a:r>
            <a:r>
              <a:rPr spc="-95" dirty="0"/>
              <a:t>p</a:t>
            </a:r>
            <a:r>
              <a:rPr spc="-85" dirty="0"/>
              <a:t>h</a:t>
            </a:r>
            <a:r>
              <a:rPr spc="-135" dirty="0"/>
              <a:t>a</a:t>
            </a:r>
            <a:r>
              <a:rPr spc="-100" dirty="0"/>
              <a:t>m</a:t>
            </a:r>
            <a:r>
              <a:rPr spc="-15" dirty="0"/>
              <a:t>o</a:t>
            </a:r>
            <a:r>
              <a:rPr spc="-85" dirty="0"/>
              <a:t>nt</a:t>
            </a:r>
            <a:r>
              <a:rPr spc="-15" dirty="0"/>
              <a:t>r</a:t>
            </a:r>
            <a:r>
              <a:rPr spc="-80" dirty="0"/>
              <a:t>i</a:t>
            </a:r>
            <a:r>
              <a:rPr spc="-95" dirty="0"/>
              <a:t>p</a:t>
            </a:r>
            <a:r>
              <a:rPr spc="-15" dirty="0"/>
              <a:t>o</a:t>
            </a:r>
            <a:r>
              <a:rPr spc="-85" dirty="0"/>
              <a:t>ng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fld id="{81D60167-4931-47E6-BA6A-407CBD079E47}" type="slidenum">
              <a:rPr sz="1100" dirty="0">
                <a:solidFill>
                  <a:srgbClr val="CCD1D9"/>
                </a:solidFill>
                <a:latin typeface="Arial MT"/>
                <a:cs typeface="Arial MT"/>
              </a:rPr>
              <a:t>‹#›</a:t>
            </a:fld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F</a:t>
            </a:r>
            <a:r>
              <a:rPr spc="-35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-25" dirty="0"/>
              <a:t> </a:t>
            </a:r>
            <a:r>
              <a:rPr spc="-35" dirty="0"/>
              <a:t>202</a:t>
            </a:r>
            <a:r>
              <a:rPr dirty="0"/>
              <a:t>3</a:t>
            </a:r>
            <a:r>
              <a:rPr spc="-5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35" dirty="0"/>
              <a:t>Un</a:t>
            </a:r>
            <a:r>
              <a:rPr spc="-10" dirty="0"/>
              <a:t>i</a:t>
            </a:r>
            <a:r>
              <a:rPr spc="-30" dirty="0"/>
              <a:t>v</a:t>
            </a:r>
            <a:r>
              <a:rPr spc="-35" dirty="0"/>
              <a:t>e</a:t>
            </a:r>
            <a:r>
              <a:rPr spc="-15" dirty="0"/>
              <a:t>r</a:t>
            </a:r>
            <a:r>
              <a:rPr spc="-30" dirty="0"/>
              <a:t>s</a:t>
            </a:r>
            <a:r>
              <a:rPr spc="-10" dirty="0"/>
              <a:t>i</a:t>
            </a:r>
            <a:r>
              <a:rPr spc="-20" dirty="0"/>
              <a:t>t</a:t>
            </a:r>
            <a:r>
              <a:rPr dirty="0"/>
              <a:t>y</a:t>
            </a:r>
            <a:r>
              <a:rPr spc="-45" dirty="0"/>
              <a:t> </a:t>
            </a:r>
            <a:r>
              <a:rPr spc="-35" dirty="0"/>
              <a:t>o</a:t>
            </a:r>
            <a:r>
              <a:rPr dirty="0"/>
              <a:t>f</a:t>
            </a:r>
            <a:r>
              <a:rPr spc="-35" dirty="0"/>
              <a:t> </a:t>
            </a:r>
            <a:r>
              <a:rPr spc="-40" dirty="0"/>
              <a:t>V</a:t>
            </a:r>
            <a:r>
              <a:rPr spc="-10" dirty="0"/>
              <a:t>i</a:t>
            </a:r>
            <a:r>
              <a:rPr spc="-15" dirty="0"/>
              <a:t>r</a:t>
            </a:r>
            <a:r>
              <a:rPr spc="-35" dirty="0"/>
              <a:t>g</a:t>
            </a:r>
            <a:r>
              <a:rPr spc="-10" dirty="0"/>
              <a:t>i</a:t>
            </a:r>
            <a:r>
              <a:rPr spc="-35" dirty="0"/>
              <a:t>n</a:t>
            </a:r>
            <a:r>
              <a:rPr spc="-10" dirty="0"/>
              <a:t>i</a:t>
            </a:r>
            <a:r>
              <a:rPr dirty="0"/>
              <a:t>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85" dirty="0"/>
              <a:t> </a:t>
            </a:r>
            <a:r>
              <a:rPr spc="-55" dirty="0"/>
              <a:t>P</a:t>
            </a:r>
            <a:r>
              <a:rPr spc="-35" dirty="0"/>
              <a:t>r</a:t>
            </a:r>
            <a:r>
              <a:rPr spc="-135" dirty="0"/>
              <a:t>a</a:t>
            </a:r>
            <a:r>
              <a:rPr spc="-95" dirty="0"/>
              <a:t>p</a:t>
            </a:r>
            <a:r>
              <a:rPr spc="-85" dirty="0"/>
              <a:t>h</a:t>
            </a:r>
            <a:r>
              <a:rPr spc="-135" dirty="0"/>
              <a:t>a</a:t>
            </a:r>
            <a:r>
              <a:rPr spc="-100" dirty="0"/>
              <a:t>m</a:t>
            </a:r>
            <a:r>
              <a:rPr spc="-15" dirty="0"/>
              <a:t>o</a:t>
            </a:r>
            <a:r>
              <a:rPr spc="-85" dirty="0"/>
              <a:t>nt</a:t>
            </a:r>
            <a:r>
              <a:rPr spc="-15" dirty="0"/>
              <a:t>r</a:t>
            </a:r>
            <a:r>
              <a:rPr spc="-80" dirty="0"/>
              <a:t>i</a:t>
            </a:r>
            <a:r>
              <a:rPr spc="-95" dirty="0"/>
              <a:t>p</a:t>
            </a:r>
            <a:r>
              <a:rPr spc="-15" dirty="0"/>
              <a:t>o</a:t>
            </a:r>
            <a:r>
              <a:rPr spc="-85" dirty="0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fld id="{81D60167-4931-47E6-BA6A-407CBD079E47}" type="slidenum">
              <a:rPr sz="1100" dirty="0">
                <a:solidFill>
                  <a:srgbClr val="CCD1D9"/>
                </a:solidFill>
                <a:latin typeface="Arial MT"/>
                <a:cs typeface="Arial MT"/>
              </a:rPr>
              <a:t>‹#›</a:t>
            </a:fld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7192264"/>
            <a:ext cx="9601200" cy="288290"/>
          </a:xfrm>
          <a:custGeom>
            <a:avLst/>
            <a:gdLst/>
            <a:ahLst/>
            <a:cxnLst/>
            <a:rect l="l" t="t" r="r" b="b"/>
            <a:pathLst>
              <a:path w="9601200" h="288290">
                <a:moveTo>
                  <a:pt x="9601200" y="0"/>
                </a:moveTo>
                <a:lnTo>
                  <a:pt x="0" y="0"/>
                </a:lnTo>
                <a:lnTo>
                  <a:pt x="0" y="288035"/>
                </a:lnTo>
                <a:lnTo>
                  <a:pt x="9601200" y="288035"/>
                </a:lnTo>
                <a:lnTo>
                  <a:pt x="9601200" y="0"/>
                </a:lnTo>
                <a:close/>
              </a:path>
            </a:pathLst>
          </a:custGeom>
          <a:solidFill>
            <a:srgbClr val="0012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F</a:t>
            </a:r>
            <a:r>
              <a:rPr spc="-35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-25" dirty="0"/>
              <a:t> </a:t>
            </a:r>
            <a:r>
              <a:rPr spc="-35" dirty="0"/>
              <a:t>202</a:t>
            </a:r>
            <a:r>
              <a:rPr dirty="0"/>
              <a:t>3</a:t>
            </a:r>
            <a:r>
              <a:rPr spc="-5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35" dirty="0"/>
              <a:t>Un</a:t>
            </a:r>
            <a:r>
              <a:rPr spc="-10" dirty="0"/>
              <a:t>i</a:t>
            </a:r>
            <a:r>
              <a:rPr spc="-30" dirty="0"/>
              <a:t>v</a:t>
            </a:r>
            <a:r>
              <a:rPr spc="-35" dirty="0"/>
              <a:t>e</a:t>
            </a:r>
            <a:r>
              <a:rPr spc="-15" dirty="0"/>
              <a:t>r</a:t>
            </a:r>
            <a:r>
              <a:rPr spc="-30" dirty="0"/>
              <a:t>s</a:t>
            </a:r>
            <a:r>
              <a:rPr spc="-10" dirty="0"/>
              <a:t>i</a:t>
            </a:r>
            <a:r>
              <a:rPr spc="-20" dirty="0"/>
              <a:t>t</a:t>
            </a:r>
            <a:r>
              <a:rPr dirty="0"/>
              <a:t>y</a:t>
            </a:r>
            <a:r>
              <a:rPr spc="-45" dirty="0"/>
              <a:t> </a:t>
            </a:r>
            <a:r>
              <a:rPr spc="-35" dirty="0"/>
              <a:t>o</a:t>
            </a:r>
            <a:r>
              <a:rPr dirty="0"/>
              <a:t>f</a:t>
            </a:r>
            <a:r>
              <a:rPr spc="-35" dirty="0"/>
              <a:t> </a:t>
            </a:r>
            <a:r>
              <a:rPr spc="-40" dirty="0"/>
              <a:t>V</a:t>
            </a:r>
            <a:r>
              <a:rPr spc="-10" dirty="0"/>
              <a:t>i</a:t>
            </a:r>
            <a:r>
              <a:rPr spc="-15" dirty="0"/>
              <a:t>r</a:t>
            </a:r>
            <a:r>
              <a:rPr spc="-35" dirty="0"/>
              <a:t>g</a:t>
            </a:r>
            <a:r>
              <a:rPr spc="-10" dirty="0"/>
              <a:t>i</a:t>
            </a:r>
            <a:r>
              <a:rPr spc="-35" dirty="0"/>
              <a:t>n</a:t>
            </a:r>
            <a:r>
              <a:rPr spc="-10" dirty="0"/>
              <a:t>i</a:t>
            </a:r>
            <a:r>
              <a:rPr dirty="0"/>
              <a:t>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85" dirty="0"/>
              <a:t> </a:t>
            </a:r>
            <a:r>
              <a:rPr spc="-55" dirty="0"/>
              <a:t>P</a:t>
            </a:r>
            <a:r>
              <a:rPr spc="-35" dirty="0"/>
              <a:t>r</a:t>
            </a:r>
            <a:r>
              <a:rPr spc="-135" dirty="0"/>
              <a:t>a</a:t>
            </a:r>
            <a:r>
              <a:rPr spc="-95" dirty="0"/>
              <a:t>p</a:t>
            </a:r>
            <a:r>
              <a:rPr spc="-85" dirty="0"/>
              <a:t>h</a:t>
            </a:r>
            <a:r>
              <a:rPr spc="-135" dirty="0"/>
              <a:t>a</a:t>
            </a:r>
            <a:r>
              <a:rPr spc="-100" dirty="0"/>
              <a:t>m</a:t>
            </a:r>
            <a:r>
              <a:rPr spc="-15" dirty="0"/>
              <a:t>o</a:t>
            </a:r>
            <a:r>
              <a:rPr spc="-85" dirty="0"/>
              <a:t>nt</a:t>
            </a:r>
            <a:r>
              <a:rPr spc="-15" dirty="0"/>
              <a:t>r</a:t>
            </a:r>
            <a:r>
              <a:rPr spc="-80" dirty="0"/>
              <a:t>i</a:t>
            </a:r>
            <a:r>
              <a:rPr spc="-95" dirty="0"/>
              <a:t>p</a:t>
            </a:r>
            <a:r>
              <a:rPr spc="-15" dirty="0"/>
              <a:t>o</a:t>
            </a:r>
            <a:r>
              <a:rPr spc="-85" dirty="0"/>
              <a:t>ng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fld id="{81D60167-4931-47E6-BA6A-407CBD079E47}" type="slidenum">
              <a:rPr sz="1100" dirty="0">
                <a:solidFill>
                  <a:srgbClr val="CCD1D9"/>
                </a:solidFill>
                <a:latin typeface="Arial MT"/>
                <a:cs typeface="Arial MT"/>
              </a:rPr>
              <a:t>‹#›</a:t>
            </a:fld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7192264"/>
            <a:ext cx="9601200" cy="288290"/>
          </a:xfrm>
          <a:custGeom>
            <a:avLst/>
            <a:gdLst/>
            <a:ahLst/>
            <a:cxnLst/>
            <a:rect l="l" t="t" r="r" b="b"/>
            <a:pathLst>
              <a:path w="9601200" h="288290">
                <a:moveTo>
                  <a:pt x="9601200" y="0"/>
                </a:moveTo>
                <a:lnTo>
                  <a:pt x="0" y="0"/>
                </a:lnTo>
                <a:lnTo>
                  <a:pt x="0" y="288035"/>
                </a:lnTo>
                <a:lnTo>
                  <a:pt x="9601200" y="288035"/>
                </a:lnTo>
                <a:lnTo>
                  <a:pt x="9601200" y="0"/>
                </a:lnTo>
                <a:close/>
              </a:path>
            </a:pathLst>
          </a:custGeom>
          <a:solidFill>
            <a:srgbClr val="0012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8600" y="1158563"/>
            <a:ext cx="9601200" cy="0"/>
          </a:xfrm>
          <a:custGeom>
            <a:avLst/>
            <a:gdLst/>
            <a:ahLst/>
            <a:cxnLst/>
            <a:rect l="l" t="t" r="r" b="b"/>
            <a:pathLst>
              <a:path w="9601200">
                <a:moveTo>
                  <a:pt x="0" y="0"/>
                </a:moveTo>
                <a:lnTo>
                  <a:pt x="9601199" y="1"/>
                </a:lnTo>
              </a:path>
            </a:pathLst>
          </a:custGeom>
          <a:ln w="30003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8600" y="279400"/>
            <a:ext cx="9601200" cy="864235"/>
          </a:xfrm>
          <a:custGeom>
            <a:avLst/>
            <a:gdLst/>
            <a:ahLst/>
            <a:cxnLst/>
            <a:rect l="l" t="t" r="r" b="b"/>
            <a:pathLst>
              <a:path w="9601200" h="864235">
                <a:moveTo>
                  <a:pt x="9601200" y="0"/>
                </a:moveTo>
                <a:lnTo>
                  <a:pt x="0" y="0"/>
                </a:lnTo>
                <a:lnTo>
                  <a:pt x="0" y="864107"/>
                </a:lnTo>
                <a:lnTo>
                  <a:pt x="9601200" y="864107"/>
                </a:lnTo>
                <a:lnTo>
                  <a:pt x="9601200" y="0"/>
                </a:lnTo>
                <a:close/>
              </a:path>
            </a:pathLst>
          </a:custGeom>
          <a:solidFill>
            <a:srgbClr val="E6E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600" y="379475"/>
            <a:ext cx="960120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9293" y="3749040"/>
            <a:ext cx="9199812" cy="315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1922" y="7226833"/>
            <a:ext cx="1933575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30" dirty="0"/>
              <a:t>F</a:t>
            </a:r>
            <a:r>
              <a:rPr spc="-35" dirty="0"/>
              <a:t>a</a:t>
            </a:r>
            <a:r>
              <a:rPr spc="-10" dirty="0"/>
              <a:t>l</a:t>
            </a:r>
            <a:r>
              <a:rPr dirty="0"/>
              <a:t>l</a:t>
            </a:r>
            <a:r>
              <a:rPr spc="-25" dirty="0"/>
              <a:t> </a:t>
            </a:r>
            <a:r>
              <a:rPr spc="-35" dirty="0"/>
              <a:t>202</a:t>
            </a:r>
            <a:r>
              <a:rPr dirty="0"/>
              <a:t>3</a:t>
            </a:r>
            <a:r>
              <a:rPr spc="-5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35" dirty="0"/>
              <a:t>Un</a:t>
            </a:r>
            <a:r>
              <a:rPr spc="-10" dirty="0"/>
              <a:t>i</a:t>
            </a:r>
            <a:r>
              <a:rPr spc="-30" dirty="0"/>
              <a:t>v</a:t>
            </a:r>
            <a:r>
              <a:rPr spc="-35" dirty="0"/>
              <a:t>e</a:t>
            </a:r>
            <a:r>
              <a:rPr spc="-15" dirty="0"/>
              <a:t>r</a:t>
            </a:r>
            <a:r>
              <a:rPr spc="-30" dirty="0"/>
              <a:t>s</a:t>
            </a:r>
            <a:r>
              <a:rPr spc="-10" dirty="0"/>
              <a:t>i</a:t>
            </a:r>
            <a:r>
              <a:rPr spc="-20" dirty="0"/>
              <a:t>t</a:t>
            </a:r>
            <a:r>
              <a:rPr dirty="0"/>
              <a:t>y</a:t>
            </a:r>
            <a:r>
              <a:rPr spc="-45" dirty="0"/>
              <a:t> </a:t>
            </a:r>
            <a:r>
              <a:rPr spc="-35" dirty="0"/>
              <a:t>o</a:t>
            </a:r>
            <a:r>
              <a:rPr dirty="0"/>
              <a:t>f</a:t>
            </a:r>
            <a:r>
              <a:rPr spc="-35" dirty="0"/>
              <a:t> </a:t>
            </a:r>
            <a:r>
              <a:rPr spc="-40" dirty="0"/>
              <a:t>V</a:t>
            </a:r>
            <a:r>
              <a:rPr spc="-10" dirty="0"/>
              <a:t>i</a:t>
            </a:r>
            <a:r>
              <a:rPr spc="-15" dirty="0"/>
              <a:t>r</a:t>
            </a:r>
            <a:r>
              <a:rPr spc="-35" dirty="0"/>
              <a:t>g</a:t>
            </a:r>
            <a:r>
              <a:rPr spc="-10" dirty="0"/>
              <a:t>i</a:t>
            </a:r>
            <a:r>
              <a:rPr spc="-35" dirty="0"/>
              <a:t>n</a:t>
            </a:r>
            <a:r>
              <a:rPr spc="-10" dirty="0"/>
              <a:t>i</a:t>
            </a:r>
            <a:r>
              <a:rPr dirty="0"/>
              <a:t>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447261" y="7223490"/>
            <a:ext cx="1167129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85" dirty="0"/>
              <a:t> </a:t>
            </a:r>
            <a:r>
              <a:rPr spc="-55" dirty="0"/>
              <a:t>P</a:t>
            </a:r>
            <a:r>
              <a:rPr spc="-35" dirty="0"/>
              <a:t>r</a:t>
            </a:r>
            <a:r>
              <a:rPr spc="-135" dirty="0"/>
              <a:t>a</a:t>
            </a:r>
            <a:r>
              <a:rPr spc="-95" dirty="0"/>
              <a:t>p</a:t>
            </a:r>
            <a:r>
              <a:rPr spc="-85" dirty="0"/>
              <a:t>h</a:t>
            </a:r>
            <a:r>
              <a:rPr spc="-135" dirty="0"/>
              <a:t>a</a:t>
            </a:r>
            <a:r>
              <a:rPr spc="-100" dirty="0"/>
              <a:t>m</a:t>
            </a:r>
            <a:r>
              <a:rPr spc="-15" dirty="0"/>
              <a:t>o</a:t>
            </a:r>
            <a:r>
              <a:rPr spc="-85" dirty="0"/>
              <a:t>nt</a:t>
            </a:r>
            <a:r>
              <a:rPr spc="-15" dirty="0"/>
              <a:t>r</a:t>
            </a:r>
            <a:r>
              <a:rPr spc="-80" dirty="0"/>
              <a:t>i</a:t>
            </a:r>
            <a:r>
              <a:rPr spc="-95" dirty="0"/>
              <a:t>p</a:t>
            </a:r>
            <a:r>
              <a:rPr spc="-15" dirty="0"/>
              <a:t>o</a:t>
            </a:r>
            <a:r>
              <a:rPr spc="-85" dirty="0"/>
              <a:t>ng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0799" y="6927081"/>
            <a:ext cx="2550795" cy="514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fld id="{81D60167-4931-47E6-BA6A-407CBD079E47}" type="slidenum">
              <a:rPr sz="1100" dirty="0">
                <a:solidFill>
                  <a:srgbClr val="CCD1D9"/>
                </a:solidFill>
                <a:latin typeface="Arial MT"/>
                <a:cs typeface="Arial MT"/>
              </a:rPr>
              <a:t>‹#›</a:t>
            </a:fld>
            <a:endParaRPr sz="1100">
              <a:latin typeface="Arial MT"/>
              <a:cs typeface="Arial M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852677" y="3639820"/>
            <a:ext cx="8321040" cy="0"/>
          </a:xfrm>
          <a:custGeom>
            <a:avLst/>
            <a:gdLst/>
            <a:ahLst/>
            <a:cxnLst/>
            <a:rect l="l" t="t" r="r" b="b"/>
            <a:pathLst>
              <a:path w="8321040">
                <a:moveTo>
                  <a:pt x="0" y="0"/>
                </a:moveTo>
                <a:lnTo>
                  <a:pt x="8321039" y="1"/>
                </a:lnTo>
              </a:path>
            </a:pathLst>
          </a:custGeom>
          <a:ln w="40004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0991" y="1119124"/>
            <a:ext cx="8165465" cy="21837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772285" marR="1763395" algn="ctr">
              <a:lnSpc>
                <a:spcPts val="5500"/>
              </a:lnSpc>
              <a:spcBef>
                <a:spcPts val="700"/>
              </a:spcBef>
            </a:pPr>
            <a:r>
              <a:rPr sz="5000" spc="-60" dirty="0">
                <a:solidFill>
                  <a:srgbClr val="001279"/>
                </a:solidFill>
              </a:rPr>
              <a:t>E-R</a:t>
            </a:r>
            <a:r>
              <a:rPr sz="5000" spc="-260" dirty="0">
                <a:solidFill>
                  <a:srgbClr val="001279"/>
                </a:solidFill>
              </a:rPr>
              <a:t> </a:t>
            </a:r>
            <a:r>
              <a:rPr sz="5000" spc="-70" dirty="0">
                <a:solidFill>
                  <a:srgbClr val="001279"/>
                </a:solidFill>
              </a:rPr>
              <a:t>Diagram: </a:t>
            </a:r>
            <a:r>
              <a:rPr sz="5000" spc="-1695" dirty="0">
                <a:solidFill>
                  <a:srgbClr val="001279"/>
                </a:solidFill>
              </a:rPr>
              <a:t> </a:t>
            </a:r>
            <a:r>
              <a:rPr sz="5000" spc="-70" dirty="0">
                <a:solidFill>
                  <a:srgbClr val="001279"/>
                </a:solidFill>
              </a:rPr>
              <a:t>Subclass,</a:t>
            </a:r>
            <a:endParaRPr sz="5000"/>
          </a:p>
          <a:p>
            <a:pPr algn="ctr">
              <a:lnSpc>
                <a:spcPts val="5390"/>
              </a:lnSpc>
            </a:pPr>
            <a:r>
              <a:rPr sz="5000" spc="-60" dirty="0">
                <a:solidFill>
                  <a:srgbClr val="001279"/>
                </a:solidFill>
              </a:rPr>
              <a:t>E-R</a:t>
            </a:r>
            <a:r>
              <a:rPr sz="5000" spc="-204" dirty="0">
                <a:solidFill>
                  <a:srgbClr val="001279"/>
                </a:solidFill>
              </a:rPr>
              <a:t> </a:t>
            </a:r>
            <a:r>
              <a:rPr sz="5000" spc="-45" dirty="0">
                <a:solidFill>
                  <a:srgbClr val="001279"/>
                </a:solidFill>
              </a:rPr>
              <a:t>to</a:t>
            </a:r>
            <a:r>
              <a:rPr sz="5000" spc="-195" dirty="0">
                <a:solidFill>
                  <a:srgbClr val="001279"/>
                </a:solidFill>
              </a:rPr>
              <a:t> </a:t>
            </a:r>
            <a:r>
              <a:rPr sz="5000" spc="-75" dirty="0">
                <a:solidFill>
                  <a:srgbClr val="001279"/>
                </a:solidFill>
              </a:rPr>
              <a:t>relational</a:t>
            </a:r>
            <a:r>
              <a:rPr sz="5000" spc="-220" dirty="0">
                <a:solidFill>
                  <a:srgbClr val="001279"/>
                </a:solidFill>
              </a:rPr>
              <a:t> </a:t>
            </a:r>
            <a:r>
              <a:rPr sz="5000" spc="-70" dirty="0">
                <a:solidFill>
                  <a:srgbClr val="001279"/>
                </a:solidFill>
              </a:rPr>
              <a:t>design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2511186" y="3913123"/>
            <a:ext cx="5051425" cy="118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ts val="4550"/>
              </a:lnSpc>
              <a:spcBef>
                <a:spcPts val="100"/>
              </a:spcBef>
            </a:pPr>
            <a:r>
              <a:rPr sz="4000" b="1" spc="-60" dirty="0">
                <a:solidFill>
                  <a:srgbClr val="292934"/>
                </a:solidFill>
                <a:latin typeface="Verdana"/>
                <a:cs typeface="Verdana"/>
              </a:rPr>
              <a:t>CS</a:t>
            </a:r>
            <a:r>
              <a:rPr sz="4000" b="1" spc="-2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000" b="1" spc="-114" dirty="0">
                <a:solidFill>
                  <a:srgbClr val="292934"/>
                </a:solidFill>
                <a:latin typeface="Verdana"/>
                <a:cs typeface="Verdana"/>
              </a:rPr>
              <a:t>47</a:t>
            </a:r>
            <a:r>
              <a:rPr lang="en-US" sz="4000" b="1" spc="-114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4000" b="1" spc="-114" dirty="0">
                <a:solidFill>
                  <a:srgbClr val="292934"/>
                </a:solidFill>
                <a:latin typeface="Verdana"/>
                <a:cs typeface="Verdana"/>
              </a:rPr>
              <a:t>0</a:t>
            </a:r>
            <a:endParaRPr sz="4000" dirty="0">
              <a:latin typeface="Verdana"/>
              <a:cs typeface="Verdana"/>
            </a:endParaRPr>
          </a:p>
          <a:p>
            <a:pPr algn="ctr">
              <a:lnSpc>
                <a:spcPts val="4550"/>
              </a:lnSpc>
            </a:pPr>
            <a:r>
              <a:rPr sz="4000" b="1" spc="-120" dirty="0">
                <a:solidFill>
                  <a:srgbClr val="292934"/>
                </a:solidFill>
                <a:latin typeface="Verdana"/>
                <a:cs typeface="Verdana"/>
              </a:rPr>
              <a:t>D</a:t>
            </a:r>
            <a:r>
              <a:rPr sz="4000" b="1" spc="-114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4000" b="1" spc="-12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4000" b="1" spc="-114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4000" b="1" spc="-11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4000" b="1" spc="-114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4000" b="1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4000" b="1" spc="-2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4000" b="1" spc="-114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4000" b="1" spc="-11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4000" b="1" spc="-114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4000" b="1" spc="-120" dirty="0">
                <a:solidFill>
                  <a:srgbClr val="292934"/>
                </a:solidFill>
                <a:latin typeface="Verdana"/>
                <a:cs typeface="Verdana"/>
              </a:rPr>
              <a:t>t</a:t>
            </a:r>
            <a:r>
              <a:rPr sz="4000" b="1" spc="-110" dirty="0">
                <a:solidFill>
                  <a:srgbClr val="292934"/>
                </a:solidFill>
                <a:latin typeface="Verdana"/>
                <a:cs typeface="Verdana"/>
              </a:rPr>
              <a:t>em</a:t>
            </a:r>
            <a:r>
              <a:rPr sz="4000" b="1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4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C46C9-D62D-8BB4-7666-1D723E05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Announcements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06BCC-6F4E-DF6B-651E-9EEA296E0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293" y="1447800"/>
            <a:ext cx="9199812" cy="22621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Project Phase 2 due on 02/20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Assignment 1 due on 02/13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Course calendar: https://</a:t>
            </a:r>
            <a:r>
              <a:rPr lang="en-US" dirty="0" err="1"/>
              <a:t>docs.google.com</a:t>
            </a:r>
            <a:r>
              <a:rPr lang="en-US" dirty="0"/>
              <a:t>/spreadsheets/d/1QEXtib2QHE9eCnLVg2DY2obcndftr54ly-EiPqGJQNk/</a:t>
            </a:r>
            <a:r>
              <a:rPr lang="en-US" dirty="0" err="1"/>
              <a:t>edit?gid</a:t>
            </a:r>
            <a:r>
              <a:rPr lang="en-US" dirty="0"/>
              <a:t>=0#gid=0</a:t>
            </a:r>
          </a:p>
        </p:txBody>
      </p:sp>
    </p:spTree>
    <p:extLst>
      <p:ext uri="{BB962C8B-B14F-4D97-AF65-F5344CB8AC3E}">
        <p14:creationId xmlns:p14="http://schemas.microsoft.com/office/powerpoint/2010/main" val="251926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3390" y="5630540"/>
            <a:ext cx="9103360" cy="987425"/>
            <a:chOff x="453390" y="5630540"/>
            <a:chExt cx="9103360" cy="987425"/>
          </a:xfrm>
        </p:grpSpPr>
        <p:sp>
          <p:nvSpPr>
            <p:cNvPr id="3" name="object 3"/>
            <p:cNvSpPr/>
            <p:nvPr/>
          </p:nvSpPr>
          <p:spPr>
            <a:xfrm>
              <a:off x="468630" y="5645780"/>
              <a:ext cx="9072880" cy="956944"/>
            </a:xfrm>
            <a:custGeom>
              <a:avLst/>
              <a:gdLst/>
              <a:ahLst/>
              <a:cxnLst/>
              <a:rect l="l" t="t" r="r" b="b"/>
              <a:pathLst>
                <a:path w="9072880" h="956945">
                  <a:moveTo>
                    <a:pt x="8913013" y="0"/>
                  </a:moveTo>
                  <a:lnTo>
                    <a:pt x="159422" y="0"/>
                  </a:lnTo>
                  <a:lnTo>
                    <a:pt x="109032" y="8127"/>
                  </a:lnTo>
                  <a:lnTo>
                    <a:pt x="65269" y="30759"/>
                  </a:lnTo>
                  <a:lnTo>
                    <a:pt x="30759" y="65270"/>
                  </a:lnTo>
                  <a:lnTo>
                    <a:pt x="8127" y="109033"/>
                  </a:lnTo>
                  <a:lnTo>
                    <a:pt x="0" y="159423"/>
                  </a:lnTo>
                  <a:lnTo>
                    <a:pt x="0" y="797087"/>
                  </a:lnTo>
                  <a:lnTo>
                    <a:pt x="8127" y="847477"/>
                  </a:lnTo>
                  <a:lnTo>
                    <a:pt x="30759" y="891241"/>
                  </a:lnTo>
                  <a:lnTo>
                    <a:pt x="65269" y="925752"/>
                  </a:lnTo>
                  <a:lnTo>
                    <a:pt x="109032" y="948384"/>
                  </a:lnTo>
                  <a:lnTo>
                    <a:pt x="159422" y="956511"/>
                  </a:lnTo>
                  <a:lnTo>
                    <a:pt x="8913013" y="956511"/>
                  </a:lnTo>
                  <a:lnTo>
                    <a:pt x="8963404" y="948384"/>
                  </a:lnTo>
                  <a:lnTo>
                    <a:pt x="9007167" y="925752"/>
                  </a:lnTo>
                  <a:lnTo>
                    <a:pt x="9041677" y="891241"/>
                  </a:lnTo>
                  <a:lnTo>
                    <a:pt x="9064309" y="847477"/>
                  </a:lnTo>
                  <a:lnTo>
                    <a:pt x="9072436" y="797087"/>
                  </a:lnTo>
                  <a:lnTo>
                    <a:pt x="9072436" y="159423"/>
                  </a:lnTo>
                  <a:lnTo>
                    <a:pt x="9064309" y="109033"/>
                  </a:lnTo>
                  <a:lnTo>
                    <a:pt x="9041677" y="65270"/>
                  </a:lnTo>
                  <a:lnTo>
                    <a:pt x="9007167" y="30759"/>
                  </a:lnTo>
                  <a:lnTo>
                    <a:pt x="8963404" y="8127"/>
                  </a:lnTo>
                  <a:lnTo>
                    <a:pt x="8913013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8630" y="5645780"/>
              <a:ext cx="9072880" cy="956944"/>
            </a:xfrm>
            <a:custGeom>
              <a:avLst/>
              <a:gdLst/>
              <a:ahLst/>
              <a:cxnLst/>
              <a:rect l="l" t="t" r="r" b="b"/>
              <a:pathLst>
                <a:path w="9072880" h="956945">
                  <a:moveTo>
                    <a:pt x="0" y="159423"/>
                  </a:moveTo>
                  <a:lnTo>
                    <a:pt x="8127" y="109033"/>
                  </a:lnTo>
                  <a:lnTo>
                    <a:pt x="30759" y="65270"/>
                  </a:lnTo>
                  <a:lnTo>
                    <a:pt x="65269" y="30759"/>
                  </a:lnTo>
                  <a:lnTo>
                    <a:pt x="109032" y="8127"/>
                  </a:lnTo>
                  <a:lnTo>
                    <a:pt x="159422" y="0"/>
                  </a:lnTo>
                  <a:lnTo>
                    <a:pt x="8913013" y="0"/>
                  </a:lnTo>
                  <a:lnTo>
                    <a:pt x="8963403" y="8127"/>
                  </a:lnTo>
                  <a:lnTo>
                    <a:pt x="9007166" y="30759"/>
                  </a:lnTo>
                  <a:lnTo>
                    <a:pt x="9041676" y="65270"/>
                  </a:lnTo>
                  <a:lnTo>
                    <a:pt x="9064308" y="109033"/>
                  </a:lnTo>
                  <a:lnTo>
                    <a:pt x="9072435" y="159423"/>
                  </a:lnTo>
                  <a:lnTo>
                    <a:pt x="9072435" y="797088"/>
                  </a:lnTo>
                  <a:lnTo>
                    <a:pt x="9064308" y="847478"/>
                  </a:lnTo>
                  <a:lnTo>
                    <a:pt x="9041676" y="891241"/>
                  </a:lnTo>
                  <a:lnTo>
                    <a:pt x="9007166" y="925752"/>
                  </a:lnTo>
                  <a:lnTo>
                    <a:pt x="8963403" y="948384"/>
                  </a:lnTo>
                  <a:lnTo>
                    <a:pt x="8913013" y="956512"/>
                  </a:lnTo>
                  <a:lnTo>
                    <a:pt x="159422" y="956512"/>
                  </a:lnTo>
                  <a:lnTo>
                    <a:pt x="109032" y="948384"/>
                  </a:lnTo>
                  <a:lnTo>
                    <a:pt x="65269" y="925752"/>
                  </a:lnTo>
                  <a:lnTo>
                    <a:pt x="30759" y="891241"/>
                  </a:lnTo>
                  <a:lnTo>
                    <a:pt x="8127" y="847478"/>
                  </a:lnTo>
                  <a:lnTo>
                    <a:pt x="0" y="797088"/>
                  </a:lnTo>
                  <a:lnTo>
                    <a:pt x="0" y="159423"/>
                  </a:lnTo>
                  <a:close/>
                </a:path>
              </a:pathLst>
            </a:custGeom>
            <a:ln w="3000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63986" y="5733995"/>
              <a:ext cx="1071880" cy="654050"/>
            </a:xfrm>
            <a:custGeom>
              <a:avLst/>
              <a:gdLst/>
              <a:ahLst/>
              <a:cxnLst/>
              <a:rect l="l" t="t" r="r" b="b"/>
              <a:pathLst>
                <a:path w="1071879" h="654050">
                  <a:moveTo>
                    <a:pt x="535719" y="0"/>
                  </a:moveTo>
                  <a:lnTo>
                    <a:pt x="0" y="653994"/>
                  </a:lnTo>
                  <a:lnTo>
                    <a:pt x="1071438" y="653994"/>
                  </a:lnTo>
                  <a:lnTo>
                    <a:pt x="535719" y="0"/>
                  </a:lnTo>
                  <a:close/>
                </a:path>
              </a:pathLst>
            </a:custGeom>
            <a:solidFill>
              <a:srgbClr val="FFD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63986" y="5733995"/>
              <a:ext cx="1071880" cy="654050"/>
            </a:xfrm>
            <a:custGeom>
              <a:avLst/>
              <a:gdLst/>
              <a:ahLst/>
              <a:cxnLst/>
              <a:rect l="l" t="t" r="r" b="b"/>
              <a:pathLst>
                <a:path w="1071879" h="654050">
                  <a:moveTo>
                    <a:pt x="0" y="653994"/>
                  </a:moveTo>
                  <a:lnTo>
                    <a:pt x="535718" y="0"/>
                  </a:lnTo>
                  <a:lnTo>
                    <a:pt x="1071437" y="653994"/>
                  </a:lnTo>
                  <a:lnTo>
                    <a:pt x="0" y="653994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1809" y="379475"/>
            <a:ext cx="84061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E-R</a:t>
            </a:r>
            <a:r>
              <a:rPr spc="-240" dirty="0"/>
              <a:t> </a:t>
            </a:r>
            <a:r>
              <a:rPr spc="-95" dirty="0"/>
              <a:t>Diagram:</a:t>
            </a:r>
            <a:r>
              <a:rPr spc="-229" dirty="0"/>
              <a:t> </a:t>
            </a:r>
            <a:r>
              <a:rPr spc="-100" dirty="0"/>
              <a:t>Building</a:t>
            </a:r>
            <a:r>
              <a:rPr spc="-225" dirty="0"/>
              <a:t> </a:t>
            </a:r>
            <a:r>
              <a:rPr spc="-90" dirty="0"/>
              <a:t>Blocks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963964" y="1438199"/>
            <a:ext cx="1275080" cy="669925"/>
            <a:chOff x="4963964" y="1438199"/>
            <a:chExt cx="1275080" cy="669925"/>
          </a:xfrm>
        </p:grpSpPr>
        <p:sp>
          <p:nvSpPr>
            <p:cNvPr id="9" name="object 9"/>
            <p:cNvSpPr/>
            <p:nvPr/>
          </p:nvSpPr>
          <p:spPr>
            <a:xfrm>
              <a:off x="4968965" y="1443200"/>
              <a:ext cx="1265555" cy="659765"/>
            </a:xfrm>
            <a:custGeom>
              <a:avLst/>
              <a:gdLst/>
              <a:ahLst/>
              <a:cxnLst/>
              <a:rect l="l" t="t" r="r" b="b"/>
              <a:pathLst>
                <a:path w="1265554" h="659764">
                  <a:moveTo>
                    <a:pt x="1264972" y="0"/>
                  </a:moveTo>
                  <a:lnTo>
                    <a:pt x="0" y="0"/>
                  </a:lnTo>
                  <a:lnTo>
                    <a:pt x="0" y="659438"/>
                  </a:lnTo>
                  <a:lnTo>
                    <a:pt x="1264972" y="659438"/>
                  </a:lnTo>
                  <a:lnTo>
                    <a:pt x="1264972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68965" y="1443200"/>
              <a:ext cx="1265555" cy="659765"/>
            </a:xfrm>
            <a:custGeom>
              <a:avLst/>
              <a:gdLst/>
              <a:ahLst/>
              <a:cxnLst/>
              <a:rect l="l" t="t" r="r" b="b"/>
              <a:pathLst>
                <a:path w="1265554" h="659764">
                  <a:moveTo>
                    <a:pt x="0" y="0"/>
                  </a:moveTo>
                  <a:lnTo>
                    <a:pt x="1264971" y="0"/>
                  </a:lnTo>
                  <a:lnTo>
                    <a:pt x="1264971" y="659438"/>
                  </a:lnTo>
                  <a:lnTo>
                    <a:pt x="0" y="659438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999462" y="2572092"/>
            <a:ext cx="1209675" cy="494030"/>
            <a:chOff x="4999462" y="2572092"/>
            <a:chExt cx="1209675" cy="494030"/>
          </a:xfrm>
        </p:grpSpPr>
        <p:sp>
          <p:nvSpPr>
            <p:cNvPr id="12" name="object 12"/>
            <p:cNvSpPr/>
            <p:nvPr/>
          </p:nvSpPr>
          <p:spPr>
            <a:xfrm>
              <a:off x="5004462" y="2577092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69">
                  <a:moveTo>
                    <a:pt x="599832" y="0"/>
                  </a:moveTo>
                  <a:lnTo>
                    <a:pt x="534474" y="1418"/>
                  </a:lnTo>
                  <a:lnTo>
                    <a:pt x="471154" y="5575"/>
                  </a:lnTo>
                  <a:lnTo>
                    <a:pt x="410239" y="12323"/>
                  </a:lnTo>
                  <a:lnTo>
                    <a:pt x="352094" y="21515"/>
                  </a:lnTo>
                  <a:lnTo>
                    <a:pt x="297085" y="33003"/>
                  </a:lnTo>
                  <a:lnTo>
                    <a:pt x="245579" y="46639"/>
                  </a:lnTo>
                  <a:lnTo>
                    <a:pt x="197941" y="62277"/>
                  </a:lnTo>
                  <a:lnTo>
                    <a:pt x="154536" y="79768"/>
                  </a:lnTo>
                  <a:lnTo>
                    <a:pt x="115732" y="98966"/>
                  </a:lnTo>
                  <a:lnTo>
                    <a:pt x="81894" y="119723"/>
                  </a:lnTo>
                  <a:lnTo>
                    <a:pt x="30579" y="165323"/>
                  </a:lnTo>
                  <a:lnTo>
                    <a:pt x="3519" y="215389"/>
                  </a:lnTo>
                  <a:lnTo>
                    <a:pt x="0" y="241727"/>
                  </a:lnTo>
                  <a:lnTo>
                    <a:pt x="3519" y="268066"/>
                  </a:lnTo>
                  <a:lnTo>
                    <a:pt x="30579" y="318132"/>
                  </a:lnTo>
                  <a:lnTo>
                    <a:pt x="81894" y="363732"/>
                  </a:lnTo>
                  <a:lnTo>
                    <a:pt x="115732" y="384489"/>
                  </a:lnTo>
                  <a:lnTo>
                    <a:pt x="154536" y="403687"/>
                  </a:lnTo>
                  <a:lnTo>
                    <a:pt x="197941" y="421178"/>
                  </a:lnTo>
                  <a:lnTo>
                    <a:pt x="245579" y="436816"/>
                  </a:lnTo>
                  <a:lnTo>
                    <a:pt x="297085" y="450452"/>
                  </a:lnTo>
                  <a:lnTo>
                    <a:pt x="352094" y="461940"/>
                  </a:lnTo>
                  <a:lnTo>
                    <a:pt x="410239" y="471132"/>
                  </a:lnTo>
                  <a:lnTo>
                    <a:pt x="471154" y="477880"/>
                  </a:lnTo>
                  <a:lnTo>
                    <a:pt x="534474" y="482037"/>
                  </a:lnTo>
                  <a:lnTo>
                    <a:pt x="599832" y="483455"/>
                  </a:lnTo>
                  <a:lnTo>
                    <a:pt x="665191" y="482037"/>
                  </a:lnTo>
                  <a:lnTo>
                    <a:pt x="728510" y="477880"/>
                  </a:lnTo>
                  <a:lnTo>
                    <a:pt x="789426" y="471132"/>
                  </a:lnTo>
                  <a:lnTo>
                    <a:pt x="847571" y="461940"/>
                  </a:lnTo>
                  <a:lnTo>
                    <a:pt x="902580" y="450452"/>
                  </a:lnTo>
                  <a:lnTo>
                    <a:pt x="954086" y="436816"/>
                  </a:lnTo>
                  <a:lnTo>
                    <a:pt x="1001724" y="421178"/>
                  </a:lnTo>
                  <a:lnTo>
                    <a:pt x="1045129" y="403687"/>
                  </a:lnTo>
                  <a:lnTo>
                    <a:pt x="1083933" y="384489"/>
                  </a:lnTo>
                  <a:lnTo>
                    <a:pt x="1117771" y="363732"/>
                  </a:lnTo>
                  <a:lnTo>
                    <a:pt x="1169086" y="318132"/>
                  </a:lnTo>
                  <a:lnTo>
                    <a:pt x="1196146" y="268066"/>
                  </a:lnTo>
                  <a:lnTo>
                    <a:pt x="1199666" y="241727"/>
                  </a:lnTo>
                  <a:lnTo>
                    <a:pt x="1196146" y="215389"/>
                  </a:lnTo>
                  <a:lnTo>
                    <a:pt x="1169086" y="165323"/>
                  </a:lnTo>
                  <a:lnTo>
                    <a:pt x="1117771" y="119723"/>
                  </a:lnTo>
                  <a:lnTo>
                    <a:pt x="1083933" y="98966"/>
                  </a:lnTo>
                  <a:lnTo>
                    <a:pt x="1045129" y="79768"/>
                  </a:lnTo>
                  <a:lnTo>
                    <a:pt x="1001724" y="62277"/>
                  </a:lnTo>
                  <a:lnTo>
                    <a:pt x="954086" y="46639"/>
                  </a:lnTo>
                  <a:lnTo>
                    <a:pt x="902580" y="33003"/>
                  </a:lnTo>
                  <a:lnTo>
                    <a:pt x="847571" y="21515"/>
                  </a:lnTo>
                  <a:lnTo>
                    <a:pt x="789426" y="12323"/>
                  </a:lnTo>
                  <a:lnTo>
                    <a:pt x="728510" y="5575"/>
                  </a:lnTo>
                  <a:lnTo>
                    <a:pt x="665191" y="1418"/>
                  </a:lnTo>
                  <a:lnTo>
                    <a:pt x="59983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04462" y="2577092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69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773733" y="3533263"/>
            <a:ext cx="1661795" cy="678180"/>
            <a:chOff x="4773733" y="3533263"/>
            <a:chExt cx="1661795" cy="678180"/>
          </a:xfrm>
        </p:grpSpPr>
        <p:sp>
          <p:nvSpPr>
            <p:cNvPr id="15" name="object 15"/>
            <p:cNvSpPr/>
            <p:nvPr/>
          </p:nvSpPr>
          <p:spPr>
            <a:xfrm>
              <a:off x="4778734" y="3538264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825703" y="0"/>
                  </a:moveTo>
                  <a:lnTo>
                    <a:pt x="0" y="333965"/>
                  </a:lnTo>
                  <a:lnTo>
                    <a:pt x="825703" y="667931"/>
                  </a:lnTo>
                  <a:lnTo>
                    <a:pt x="1651406" y="333965"/>
                  </a:lnTo>
                  <a:lnTo>
                    <a:pt x="8257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78734" y="3538264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0" y="333965"/>
                  </a:moveTo>
                  <a:lnTo>
                    <a:pt x="825703" y="0"/>
                  </a:lnTo>
                  <a:lnTo>
                    <a:pt x="1651406" y="333965"/>
                  </a:lnTo>
                  <a:lnTo>
                    <a:pt x="825703" y="667931"/>
                  </a:lnTo>
                  <a:lnTo>
                    <a:pt x="0" y="33396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878092" y="4518129"/>
            <a:ext cx="4571365" cy="874394"/>
            <a:chOff x="4878092" y="4518129"/>
            <a:chExt cx="4571365" cy="874394"/>
          </a:xfrm>
        </p:grpSpPr>
        <p:sp>
          <p:nvSpPr>
            <p:cNvPr id="18" name="object 18"/>
            <p:cNvSpPr/>
            <p:nvPr/>
          </p:nvSpPr>
          <p:spPr>
            <a:xfrm>
              <a:off x="4883092" y="4559047"/>
              <a:ext cx="1440180" cy="826135"/>
            </a:xfrm>
            <a:custGeom>
              <a:avLst/>
              <a:gdLst/>
              <a:ahLst/>
              <a:cxnLst/>
              <a:rect l="l" t="t" r="r" b="b"/>
              <a:pathLst>
                <a:path w="1440179" h="826135">
                  <a:moveTo>
                    <a:pt x="0" y="0"/>
                  </a:moveTo>
                  <a:lnTo>
                    <a:pt x="1440179" y="0"/>
                  </a:lnTo>
                  <a:lnTo>
                    <a:pt x="1440179" y="825703"/>
                  </a:lnTo>
                  <a:lnTo>
                    <a:pt x="0" y="825703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68965" y="4642535"/>
              <a:ext cx="1265555" cy="659765"/>
            </a:xfrm>
            <a:custGeom>
              <a:avLst/>
              <a:gdLst/>
              <a:ahLst/>
              <a:cxnLst/>
              <a:rect l="l" t="t" r="r" b="b"/>
              <a:pathLst>
                <a:path w="1265554" h="659764">
                  <a:moveTo>
                    <a:pt x="1264972" y="0"/>
                  </a:moveTo>
                  <a:lnTo>
                    <a:pt x="0" y="0"/>
                  </a:lnTo>
                  <a:lnTo>
                    <a:pt x="0" y="659439"/>
                  </a:lnTo>
                  <a:lnTo>
                    <a:pt x="1264972" y="659439"/>
                  </a:lnTo>
                  <a:lnTo>
                    <a:pt x="1264972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68965" y="4642535"/>
              <a:ext cx="1265555" cy="659765"/>
            </a:xfrm>
            <a:custGeom>
              <a:avLst/>
              <a:gdLst/>
              <a:ahLst/>
              <a:cxnLst/>
              <a:rect l="l" t="t" r="r" b="b"/>
              <a:pathLst>
                <a:path w="1265554" h="659764">
                  <a:moveTo>
                    <a:pt x="0" y="0"/>
                  </a:moveTo>
                  <a:lnTo>
                    <a:pt x="1264971" y="0"/>
                  </a:lnTo>
                  <a:lnTo>
                    <a:pt x="1264971" y="659438"/>
                  </a:lnTo>
                  <a:lnTo>
                    <a:pt x="0" y="659438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22818" y="4523130"/>
              <a:ext cx="2123440" cy="864235"/>
            </a:xfrm>
            <a:custGeom>
              <a:avLst/>
              <a:gdLst/>
              <a:ahLst/>
              <a:cxnLst/>
              <a:rect l="l" t="t" r="r" b="b"/>
              <a:pathLst>
                <a:path w="2123440" h="864235">
                  <a:moveTo>
                    <a:pt x="0" y="432053"/>
                  </a:moveTo>
                  <a:lnTo>
                    <a:pt x="1061619" y="0"/>
                  </a:lnTo>
                  <a:lnTo>
                    <a:pt x="2123237" y="432053"/>
                  </a:lnTo>
                  <a:lnTo>
                    <a:pt x="1061619" y="864107"/>
                  </a:lnTo>
                  <a:lnTo>
                    <a:pt x="0" y="432053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059368" y="4622275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4" h="668020">
                  <a:moveTo>
                    <a:pt x="825703" y="0"/>
                  </a:moveTo>
                  <a:lnTo>
                    <a:pt x="0" y="333965"/>
                  </a:lnTo>
                  <a:lnTo>
                    <a:pt x="825703" y="667931"/>
                  </a:lnTo>
                  <a:lnTo>
                    <a:pt x="1651406" y="333965"/>
                  </a:lnTo>
                  <a:lnTo>
                    <a:pt x="8257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59368" y="4622275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4" h="668020">
                  <a:moveTo>
                    <a:pt x="0" y="333965"/>
                  </a:moveTo>
                  <a:lnTo>
                    <a:pt x="825703" y="0"/>
                  </a:lnTo>
                  <a:lnTo>
                    <a:pt x="1651406" y="333965"/>
                  </a:lnTo>
                  <a:lnTo>
                    <a:pt x="825703" y="667931"/>
                  </a:lnTo>
                  <a:lnTo>
                    <a:pt x="0" y="33396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23272" y="4955183"/>
              <a:ext cx="499745" cy="17145"/>
            </a:xfrm>
            <a:custGeom>
              <a:avLst/>
              <a:gdLst/>
              <a:ahLst/>
              <a:cxnLst/>
              <a:rect l="l" t="t" r="r" b="b"/>
              <a:pathLst>
                <a:path w="499745" h="17145">
                  <a:moveTo>
                    <a:pt x="0" y="16714"/>
                  </a:moveTo>
                  <a:lnTo>
                    <a:pt x="499544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946055" y="4902801"/>
              <a:ext cx="503555" cy="104775"/>
            </a:xfrm>
            <a:custGeom>
              <a:avLst/>
              <a:gdLst/>
              <a:ahLst/>
              <a:cxnLst/>
              <a:rect l="l" t="t" r="r" b="b"/>
              <a:pathLst>
                <a:path w="503554" h="104775">
                  <a:moveTo>
                    <a:pt x="413401" y="0"/>
                  </a:moveTo>
                  <a:lnTo>
                    <a:pt x="410339" y="805"/>
                  </a:lnTo>
                  <a:lnTo>
                    <a:pt x="407556" y="5576"/>
                  </a:lnTo>
                  <a:lnTo>
                    <a:pt x="408362" y="8638"/>
                  </a:lnTo>
                  <a:lnTo>
                    <a:pt x="474780" y="47382"/>
                  </a:lnTo>
                  <a:lnTo>
                    <a:pt x="493278" y="47382"/>
                  </a:lnTo>
                  <a:lnTo>
                    <a:pt x="493278" y="57383"/>
                  </a:lnTo>
                  <a:lnTo>
                    <a:pt x="474782" y="57383"/>
                  </a:lnTo>
                  <a:lnTo>
                    <a:pt x="408362" y="96127"/>
                  </a:lnTo>
                  <a:lnTo>
                    <a:pt x="407556" y="99189"/>
                  </a:lnTo>
                  <a:lnTo>
                    <a:pt x="410339" y="103960"/>
                  </a:lnTo>
                  <a:lnTo>
                    <a:pt x="413401" y="104766"/>
                  </a:lnTo>
                  <a:lnTo>
                    <a:pt x="494630" y="57383"/>
                  </a:lnTo>
                  <a:lnTo>
                    <a:pt x="493278" y="57383"/>
                  </a:lnTo>
                  <a:lnTo>
                    <a:pt x="494632" y="57382"/>
                  </a:lnTo>
                  <a:lnTo>
                    <a:pt x="503201" y="52383"/>
                  </a:lnTo>
                  <a:lnTo>
                    <a:pt x="413401" y="0"/>
                  </a:lnTo>
                  <a:close/>
                </a:path>
                <a:path w="503554" h="104775">
                  <a:moveTo>
                    <a:pt x="483353" y="52383"/>
                  </a:moveTo>
                  <a:lnTo>
                    <a:pt x="474782" y="57383"/>
                  </a:lnTo>
                  <a:lnTo>
                    <a:pt x="493278" y="57383"/>
                  </a:lnTo>
                  <a:lnTo>
                    <a:pt x="493278" y="56702"/>
                  </a:lnTo>
                  <a:lnTo>
                    <a:pt x="490758" y="56702"/>
                  </a:lnTo>
                  <a:lnTo>
                    <a:pt x="483353" y="52383"/>
                  </a:lnTo>
                  <a:close/>
                </a:path>
                <a:path w="503554" h="104775">
                  <a:moveTo>
                    <a:pt x="0" y="47381"/>
                  </a:moveTo>
                  <a:lnTo>
                    <a:pt x="0" y="57382"/>
                  </a:lnTo>
                  <a:lnTo>
                    <a:pt x="474784" y="57382"/>
                  </a:lnTo>
                  <a:lnTo>
                    <a:pt x="483353" y="52383"/>
                  </a:lnTo>
                  <a:lnTo>
                    <a:pt x="474780" y="47382"/>
                  </a:lnTo>
                  <a:lnTo>
                    <a:pt x="0" y="47381"/>
                  </a:lnTo>
                  <a:close/>
                </a:path>
                <a:path w="503554" h="104775">
                  <a:moveTo>
                    <a:pt x="490758" y="48064"/>
                  </a:moveTo>
                  <a:lnTo>
                    <a:pt x="483353" y="52383"/>
                  </a:lnTo>
                  <a:lnTo>
                    <a:pt x="490758" y="56702"/>
                  </a:lnTo>
                  <a:lnTo>
                    <a:pt x="490758" y="48064"/>
                  </a:lnTo>
                  <a:close/>
                </a:path>
                <a:path w="503554" h="104775">
                  <a:moveTo>
                    <a:pt x="493278" y="48064"/>
                  </a:moveTo>
                  <a:lnTo>
                    <a:pt x="490758" y="48064"/>
                  </a:lnTo>
                  <a:lnTo>
                    <a:pt x="490758" y="56702"/>
                  </a:lnTo>
                  <a:lnTo>
                    <a:pt x="493278" y="56702"/>
                  </a:lnTo>
                  <a:lnTo>
                    <a:pt x="493278" y="48064"/>
                  </a:lnTo>
                  <a:close/>
                </a:path>
                <a:path w="503554" h="104775">
                  <a:moveTo>
                    <a:pt x="474780" y="47382"/>
                  </a:moveTo>
                  <a:lnTo>
                    <a:pt x="483353" y="52383"/>
                  </a:lnTo>
                  <a:lnTo>
                    <a:pt x="490758" y="48064"/>
                  </a:lnTo>
                  <a:lnTo>
                    <a:pt x="493278" y="48064"/>
                  </a:lnTo>
                  <a:lnTo>
                    <a:pt x="493278" y="47382"/>
                  </a:lnTo>
                  <a:lnTo>
                    <a:pt x="474780" y="47382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397554" y="5993384"/>
            <a:ext cx="4000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55567" y="1581911"/>
            <a:ext cx="2487930" cy="2357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(strong)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>
              <a:latin typeface="Verdana"/>
              <a:cs typeface="Verdana"/>
            </a:endParaRPr>
          </a:p>
          <a:p>
            <a:pPr marL="12700" marR="842010">
              <a:lnSpc>
                <a:spcPct val="304800"/>
              </a:lnSpc>
              <a:spcBef>
                <a:spcPts val="48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Attribute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ti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onsh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ip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55567" y="4806695"/>
            <a:ext cx="16122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2100" spc="-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55567" y="5995416"/>
            <a:ext cx="11918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Su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20810" y="2352702"/>
            <a:ext cx="9025255" cy="0"/>
          </a:xfrm>
          <a:custGeom>
            <a:avLst/>
            <a:gdLst/>
            <a:ahLst/>
            <a:cxnLst/>
            <a:rect l="l" t="t" r="r" b="b"/>
            <a:pathLst>
              <a:path w="9025255">
                <a:moveTo>
                  <a:pt x="0" y="0"/>
                </a:moveTo>
                <a:lnTo>
                  <a:pt x="9025127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0810" y="3319779"/>
            <a:ext cx="9025255" cy="0"/>
          </a:xfrm>
          <a:custGeom>
            <a:avLst/>
            <a:gdLst/>
            <a:ahLst/>
            <a:cxnLst/>
            <a:rect l="l" t="t" r="r" b="b"/>
            <a:pathLst>
              <a:path w="9025255">
                <a:moveTo>
                  <a:pt x="0" y="0"/>
                </a:moveTo>
                <a:lnTo>
                  <a:pt x="9025127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0810" y="4366867"/>
            <a:ext cx="9025255" cy="0"/>
          </a:xfrm>
          <a:custGeom>
            <a:avLst/>
            <a:gdLst/>
            <a:ahLst/>
            <a:cxnLst/>
            <a:rect l="l" t="t" r="r" b="b"/>
            <a:pathLst>
              <a:path w="9025255">
                <a:moveTo>
                  <a:pt x="0" y="0"/>
                </a:moveTo>
                <a:lnTo>
                  <a:pt x="9025127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20810" y="5584409"/>
            <a:ext cx="9025255" cy="0"/>
          </a:xfrm>
          <a:custGeom>
            <a:avLst/>
            <a:gdLst/>
            <a:ahLst/>
            <a:cxnLst/>
            <a:rect l="l" t="t" r="r" b="b"/>
            <a:pathLst>
              <a:path w="9025255">
                <a:moveTo>
                  <a:pt x="0" y="0"/>
                </a:moveTo>
                <a:lnTo>
                  <a:pt x="9025127" y="1"/>
                </a:lnTo>
              </a:path>
            </a:pathLst>
          </a:custGeom>
          <a:ln w="10001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35437" y="6953504"/>
            <a:ext cx="70345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colors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not part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13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Diagram.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simply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13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increase</a:t>
            </a:r>
            <a:r>
              <a:rPr sz="1300" spc="-35" dirty="0">
                <a:solidFill>
                  <a:srgbClr val="292934"/>
                </a:solidFill>
                <a:latin typeface="Verdana"/>
                <a:cs typeface="Verdana"/>
              </a:rPr>
              <a:t> readability.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28950" y="279400"/>
            <a:ext cx="685800" cy="300990"/>
          </a:xfrm>
          <a:prstGeom prst="rect">
            <a:avLst/>
          </a:prstGeom>
          <a:solidFill>
            <a:srgbClr val="E6E6FA"/>
          </a:solidFill>
          <a:ln w="10001">
            <a:solidFill>
              <a:srgbClr val="7F7F7F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80"/>
              </a:spcBef>
            </a:pPr>
            <a:r>
              <a:rPr sz="1500" spc="-15" dirty="0">
                <a:solidFill>
                  <a:srgbClr val="57576E"/>
                </a:solidFill>
                <a:latin typeface="Arial MT"/>
                <a:cs typeface="Arial MT"/>
              </a:rPr>
              <a:t>revisit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1540">
              <a:lnSpc>
                <a:spcPct val="100000"/>
              </a:lnSpc>
              <a:spcBef>
                <a:spcPts val="100"/>
              </a:spcBef>
            </a:pPr>
            <a:r>
              <a:rPr sz="4100" spc="-125" dirty="0">
                <a:solidFill>
                  <a:srgbClr val="292934"/>
                </a:solidFill>
              </a:rPr>
              <a:t>Cardinality</a:t>
            </a:r>
            <a:r>
              <a:rPr sz="4100" spc="-260" dirty="0">
                <a:solidFill>
                  <a:srgbClr val="292934"/>
                </a:solidFill>
              </a:rPr>
              <a:t> </a:t>
            </a:r>
            <a:r>
              <a:rPr sz="4100" spc="-90" dirty="0">
                <a:solidFill>
                  <a:srgbClr val="292934"/>
                </a:solidFill>
              </a:rPr>
              <a:t>(or</a:t>
            </a:r>
            <a:r>
              <a:rPr sz="4100" spc="-260" dirty="0">
                <a:solidFill>
                  <a:srgbClr val="292934"/>
                </a:solidFill>
              </a:rPr>
              <a:t> </a:t>
            </a:r>
            <a:r>
              <a:rPr sz="4100" spc="-114" dirty="0">
                <a:solidFill>
                  <a:srgbClr val="292934"/>
                </a:solidFill>
              </a:rPr>
              <a:t>Multiplicity)</a:t>
            </a:r>
            <a:endParaRPr sz="4100"/>
          </a:p>
        </p:txBody>
      </p:sp>
      <p:grpSp>
        <p:nvGrpSpPr>
          <p:cNvPr id="3" name="object 3"/>
          <p:cNvGrpSpPr/>
          <p:nvPr/>
        </p:nvGrpSpPr>
        <p:grpSpPr>
          <a:xfrm>
            <a:off x="4802548" y="2553509"/>
            <a:ext cx="3223260" cy="688975"/>
            <a:chOff x="4802548" y="2553509"/>
            <a:chExt cx="3223260" cy="688975"/>
          </a:xfrm>
        </p:grpSpPr>
        <p:sp>
          <p:nvSpPr>
            <p:cNvPr id="4" name="object 4"/>
            <p:cNvSpPr/>
            <p:nvPr/>
          </p:nvSpPr>
          <p:spPr>
            <a:xfrm>
              <a:off x="5585970" y="25585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4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85970" y="25585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02543" y="2838322"/>
              <a:ext cx="3223260" cy="106680"/>
            </a:xfrm>
            <a:custGeom>
              <a:avLst/>
              <a:gdLst/>
              <a:ahLst/>
              <a:cxnLst/>
              <a:rect l="l" t="t" r="r" b="b"/>
              <a:pathLst>
                <a:path w="3223259" h="106680">
                  <a:moveTo>
                    <a:pt x="783463" y="54457"/>
                  </a:moveTo>
                  <a:lnTo>
                    <a:pt x="28917" y="47561"/>
                  </a:lnTo>
                  <a:lnTo>
                    <a:pt x="29222" y="47396"/>
                  </a:lnTo>
                  <a:lnTo>
                    <a:pt x="96748" y="8826"/>
                  </a:lnTo>
                  <a:lnTo>
                    <a:pt x="97599" y="5715"/>
                  </a:lnTo>
                  <a:lnTo>
                    <a:pt x="94805" y="850"/>
                  </a:lnTo>
                  <a:lnTo>
                    <a:pt x="91706" y="0"/>
                  </a:lnTo>
                  <a:lnTo>
                    <a:pt x="0" y="52374"/>
                  </a:lnTo>
                  <a:lnTo>
                    <a:pt x="90728" y="106426"/>
                  </a:lnTo>
                  <a:lnTo>
                    <a:pt x="93853" y="105638"/>
                  </a:lnTo>
                  <a:lnTo>
                    <a:pt x="96723" y="100812"/>
                  </a:lnTo>
                  <a:lnTo>
                    <a:pt x="95935" y="97701"/>
                  </a:lnTo>
                  <a:lnTo>
                    <a:pt x="28829" y="57721"/>
                  </a:lnTo>
                  <a:lnTo>
                    <a:pt x="783374" y="64617"/>
                  </a:lnTo>
                  <a:lnTo>
                    <a:pt x="783463" y="54457"/>
                  </a:lnTo>
                  <a:close/>
                </a:path>
                <a:path w="3223259" h="106680">
                  <a:moveTo>
                    <a:pt x="3223031" y="52374"/>
                  </a:moveTo>
                  <a:lnTo>
                    <a:pt x="3214306" y="47396"/>
                  </a:lnTo>
                  <a:lnTo>
                    <a:pt x="3131312" y="25"/>
                  </a:lnTo>
                  <a:lnTo>
                    <a:pt x="3128213" y="876"/>
                  </a:lnTo>
                  <a:lnTo>
                    <a:pt x="3125432" y="5740"/>
                  </a:lnTo>
                  <a:lnTo>
                    <a:pt x="3126282" y="8851"/>
                  </a:lnTo>
                  <a:lnTo>
                    <a:pt x="3194113" y="47574"/>
                  </a:lnTo>
                  <a:lnTo>
                    <a:pt x="2460993" y="54457"/>
                  </a:lnTo>
                  <a:lnTo>
                    <a:pt x="2461082" y="64617"/>
                  </a:lnTo>
                  <a:lnTo>
                    <a:pt x="3194215" y="57734"/>
                  </a:lnTo>
                  <a:lnTo>
                    <a:pt x="3127108" y="97726"/>
                  </a:lnTo>
                  <a:lnTo>
                    <a:pt x="3126321" y="100838"/>
                  </a:lnTo>
                  <a:lnTo>
                    <a:pt x="3129191" y="105664"/>
                  </a:lnTo>
                  <a:lnTo>
                    <a:pt x="3132315" y="106451"/>
                  </a:lnTo>
                  <a:lnTo>
                    <a:pt x="3223031" y="52374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802548" y="3539406"/>
            <a:ext cx="3228340" cy="688975"/>
            <a:chOff x="4802548" y="3539406"/>
            <a:chExt cx="3228340" cy="688975"/>
          </a:xfrm>
        </p:grpSpPr>
        <p:sp>
          <p:nvSpPr>
            <p:cNvPr id="8" name="object 8"/>
            <p:cNvSpPr/>
            <p:nvPr/>
          </p:nvSpPr>
          <p:spPr>
            <a:xfrm>
              <a:off x="5585970" y="354448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85970" y="354448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2548" y="3824214"/>
              <a:ext cx="783590" cy="106680"/>
            </a:xfrm>
            <a:custGeom>
              <a:avLst/>
              <a:gdLst/>
              <a:ahLst/>
              <a:cxnLst/>
              <a:rect l="l" t="t" r="r" b="b"/>
              <a:pathLst>
                <a:path w="783589" h="106679">
                  <a:moveTo>
                    <a:pt x="91707" y="0"/>
                  </a:moveTo>
                  <a:lnTo>
                    <a:pt x="0" y="52379"/>
                  </a:lnTo>
                  <a:lnTo>
                    <a:pt x="90735" y="106425"/>
                  </a:lnTo>
                  <a:lnTo>
                    <a:pt x="93853" y="105636"/>
                  </a:lnTo>
                  <a:lnTo>
                    <a:pt x="96724" y="100815"/>
                  </a:lnTo>
                  <a:lnTo>
                    <a:pt x="95934" y="97697"/>
                  </a:lnTo>
                  <a:lnTo>
                    <a:pt x="28823" y="57722"/>
                  </a:lnTo>
                  <a:lnTo>
                    <a:pt x="10036" y="57551"/>
                  </a:lnTo>
                  <a:lnTo>
                    <a:pt x="10130" y="47391"/>
                  </a:lnTo>
                  <a:lnTo>
                    <a:pt x="29219" y="47391"/>
                  </a:lnTo>
                  <a:lnTo>
                    <a:pt x="96747" y="8822"/>
                  </a:lnTo>
                  <a:lnTo>
                    <a:pt x="97594" y="5720"/>
                  </a:lnTo>
                  <a:lnTo>
                    <a:pt x="94810" y="847"/>
                  </a:lnTo>
                  <a:lnTo>
                    <a:pt x="91707" y="0"/>
                  </a:lnTo>
                  <a:close/>
                </a:path>
                <a:path w="783589" h="106679">
                  <a:moveTo>
                    <a:pt x="28919" y="47562"/>
                  </a:moveTo>
                  <a:lnTo>
                    <a:pt x="20162" y="52564"/>
                  </a:lnTo>
                  <a:lnTo>
                    <a:pt x="28823" y="57722"/>
                  </a:lnTo>
                  <a:lnTo>
                    <a:pt x="783375" y="64617"/>
                  </a:lnTo>
                  <a:lnTo>
                    <a:pt x="783468" y="54457"/>
                  </a:lnTo>
                  <a:lnTo>
                    <a:pt x="28919" y="47562"/>
                  </a:lnTo>
                  <a:close/>
                </a:path>
                <a:path w="783589" h="106679">
                  <a:moveTo>
                    <a:pt x="10130" y="47391"/>
                  </a:moveTo>
                  <a:lnTo>
                    <a:pt x="10036" y="57551"/>
                  </a:lnTo>
                  <a:lnTo>
                    <a:pt x="28823" y="57722"/>
                  </a:lnTo>
                  <a:lnTo>
                    <a:pt x="27414" y="56883"/>
                  </a:lnTo>
                  <a:lnTo>
                    <a:pt x="12600" y="56883"/>
                  </a:lnTo>
                  <a:lnTo>
                    <a:pt x="12680" y="48107"/>
                  </a:lnTo>
                  <a:lnTo>
                    <a:pt x="27965" y="48107"/>
                  </a:lnTo>
                  <a:lnTo>
                    <a:pt x="28919" y="47562"/>
                  </a:lnTo>
                  <a:lnTo>
                    <a:pt x="10130" y="47391"/>
                  </a:lnTo>
                  <a:close/>
                </a:path>
                <a:path w="783589" h="106679">
                  <a:moveTo>
                    <a:pt x="12680" y="48107"/>
                  </a:moveTo>
                  <a:lnTo>
                    <a:pt x="12600" y="56883"/>
                  </a:lnTo>
                  <a:lnTo>
                    <a:pt x="20162" y="52564"/>
                  </a:lnTo>
                  <a:lnTo>
                    <a:pt x="12680" y="48107"/>
                  </a:lnTo>
                  <a:close/>
                </a:path>
                <a:path w="783589" h="106679">
                  <a:moveTo>
                    <a:pt x="20162" y="52564"/>
                  </a:moveTo>
                  <a:lnTo>
                    <a:pt x="12600" y="56883"/>
                  </a:lnTo>
                  <a:lnTo>
                    <a:pt x="27414" y="56883"/>
                  </a:lnTo>
                  <a:lnTo>
                    <a:pt x="20162" y="52564"/>
                  </a:lnTo>
                  <a:close/>
                </a:path>
                <a:path w="783589" h="106679">
                  <a:moveTo>
                    <a:pt x="27965" y="48107"/>
                  </a:moveTo>
                  <a:lnTo>
                    <a:pt x="12680" y="48107"/>
                  </a:lnTo>
                  <a:lnTo>
                    <a:pt x="20162" y="52564"/>
                  </a:lnTo>
                  <a:lnTo>
                    <a:pt x="27965" y="48107"/>
                  </a:lnTo>
                  <a:close/>
                </a:path>
                <a:path w="783589" h="106679">
                  <a:moveTo>
                    <a:pt x="29219" y="47391"/>
                  </a:moveTo>
                  <a:lnTo>
                    <a:pt x="10130" y="47391"/>
                  </a:lnTo>
                  <a:lnTo>
                    <a:pt x="28919" y="47562"/>
                  </a:lnTo>
                  <a:lnTo>
                    <a:pt x="29219" y="47391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63589" y="3876594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797490" y="4558507"/>
            <a:ext cx="3228340" cy="688975"/>
            <a:chOff x="4797490" y="4558507"/>
            <a:chExt cx="3228340" cy="688975"/>
          </a:xfrm>
        </p:grpSpPr>
        <p:sp>
          <p:nvSpPr>
            <p:cNvPr id="13" name="object 13"/>
            <p:cNvSpPr/>
            <p:nvPr/>
          </p:nvSpPr>
          <p:spPr>
            <a:xfrm>
              <a:off x="5585970" y="456358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4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85970" y="456358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02570" y="4895696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3541" y="4843340"/>
              <a:ext cx="762635" cy="106680"/>
            </a:xfrm>
            <a:custGeom>
              <a:avLst/>
              <a:gdLst/>
              <a:ahLst/>
              <a:cxnLst/>
              <a:rect l="l" t="t" r="r" b="b"/>
              <a:pathLst>
                <a:path w="762634" h="106679">
                  <a:moveTo>
                    <a:pt x="753311" y="47370"/>
                  </a:moveTo>
                  <a:lnTo>
                    <a:pt x="751911" y="47370"/>
                  </a:lnTo>
                  <a:lnTo>
                    <a:pt x="752006" y="57530"/>
                  </a:lnTo>
                  <a:lnTo>
                    <a:pt x="733220" y="57707"/>
                  </a:lnTo>
                  <a:lnTo>
                    <a:pt x="666121" y="97698"/>
                  </a:lnTo>
                  <a:lnTo>
                    <a:pt x="665331" y="100816"/>
                  </a:lnTo>
                  <a:lnTo>
                    <a:pt x="668204" y="105636"/>
                  </a:lnTo>
                  <a:lnTo>
                    <a:pt x="671323" y="106425"/>
                  </a:lnTo>
                  <a:lnTo>
                    <a:pt x="762044" y="52355"/>
                  </a:lnTo>
                  <a:lnTo>
                    <a:pt x="753311" y="47370"/>
                  </a:lnTo>
                  <a:close/>
                </a:path>
                <a:path w="762634" h="106679">
                  <a:moveTo>
                    <a:pt x="733125" y="47547"/>
                  </a:moveTo>
                  <a:lnTo>
                    <a:pt x="0" y="54434"/>
                  </a:lnTo>
                  <a:lnTo>
                    <a:pt x="95" y="64594"/>
                  </a:lnTo>
                  <a:lnTo>
                    <a:pt x="733220" y="57707"/>
                  </a:lnTo>
                  <a:lnTo>
                    <a:pt x="741881" y="52545"/>
                  </a:lnTo>
                  <a:lnTo>
                    <a:pt x="733125" y="47547"/>
                  </a:lnTo>
                  <a:close/>
                </a:path>
                <a:path w="762634" h="106679">
                  <a:moveTo>
                    <a:pt x="741881" y="52545"/>
                  </a:moveTo>
                  <a:lnTo>
                    <a:pt x="733220" y="57707"/>
                  </a:lnTo>
                  <a:lnTo>
                    <a:pt x="752006" y="57530"/>
                  </a:lnTo>
                  <a:lnTo>
                    <a:pt x="752000" y="56862"/>
                  </a:lnTo>
                  <a:lnTo>
                    <a:pt x="749444" y="56862"/>
                  </a:lnTo>
                  <a:lnTo>
                    <a:pt x="741881" y="52545"/>
                  </a:lnTo>
                  <a:close/>
                </a:path>
                <a:path w="762634" h="106679">
                  <a:moveTo>
                    <a:pt x="749362" y="48087"/>
                  </a:moveTo>
                  <a:lnTo>
                    <a:pt x="741881" y="52545"/>
                  </a:lnTo>
                  <a:lnTo>
                    <a:pt x="749444" y="56862"/>
                  </a:lnTo>
                  <a:lnTo>
                    <a:pt x="749362" y="48087"/>
                  </a:lnTo>
                  <a:close/>
                </a:path>
                <a:path w="762634" h="106679">
                  <a:moveTo>
                    <a:pt x="751917" y="48087"/>
                  </a:moveTo>
                  <a:lnTo>
                    <a:pt x="749362" y="48087"/>
                  </a:lnTo>
                  <a:lnTo>
                    <a:pt x="749444" y="56862"/>
                  </a:lnTo>
                  <a:lnTo>
                    <a:pt x="752000" y="56862"/>
                  </a:lnTo>
                  <a:lnTo>
                    <a:pt x="751917" y="48087"/>
                  </a:lnTo>
                  <a:close/>
                </a:path>
                <a:path w="762634" h="106679">
                  <a:moveTo>
                    <a:pt x="751911" y="47370"/>
                  </a:moveTo>
                  <a:lnTo>
                    <a:pt x="733125" y="47547"/>
                  </a:lnTo>
                  <a:lnTo>
                    <a:pt x="741881" y="52545"/>
                  </a:lnTo>
                  <a:lnTo>
                    <a:pt x="749362" y="48087"/>
                  </a:lnTo>
                  <a:lnTo>
                    <a:pt x="751917" y="48087"/>
                  </a:lnTo>
                  <a:lnTo>
                    <a:pt x="751911" y="47370"/>
                  </a:lnTo>
                  <a:close/>
                </a:path>
                <a:path w="762634" h="106679">
                  <a:moveTo>
                    <a:pt x="670322" y="0"/>
                  </a:moveTo>
                  <a:lnTo>
                    <a:pt x="667219" y="848"/>
                  </a:lnTo>
                  <a:lnTo>
                    <a:pt x="664438" y="5721"/>
                  </a:lnTo>
                  <a:lnTo>
                    <a:pt x="665285" y="8823"/>
                  </a:lnTo>
                  <a:lnTo>
                    <a:pt x="733125" y="47547"/>
                  </a:lnTo>
                  <a:lnTo>
                    <a:pt x="753311" y="47370"/>
                  </a:lnTo>
                  <a:lnTo>
                    <a:pt x="670322" y="0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797490" y="5563734"/>
            <a:ext cx="3233420" cy="688975"/>
            <a:chOff x="4797490" y="5563734"/>
            <a:chExt cx="3233420" cy="688975"/>
          </a:xfrm>
        </p:grpSpPr>
        <p:sp>
          <p:nvSpPr>
            <p:cNvPr id="18" name="object 18"/>
            <p:cNvSpPr/>
            <p:nvPr/>
          </p:nvSpPr>
          <p:spPr>
            <a:xfrm>
              <a:off x="5585970" y="55688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85970" y="55688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02570" y="5900922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63589" y="5900923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7815" y="1194815"/>
            <a:ext cx="9196705" cy="485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binary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connect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member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its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members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3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One-to-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One-to-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Many-to-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Many-to-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985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Cardinality:</a:t>
            </a:r>
            <a:r>
              <a:rPr spc="-150" dirty="0">
                <a:solidFill>
                  <a:srgbClr val="292934"/>
                </a:solidFill>
              </a:rPr>
              <a:t> </a:t>
            </a:r>
            <a:r>
              <a:rPr spc="-135" dirty="0">
                <a:solidFill>
                  <a:srgbClr val="292934"/>
                </a:solidFill>
              </a:rPr>
              <a:t>One-</a:t>
            </a:r>
            <a:r>
              <a:rPr spc="-145" dirty="0">
                <a:solidFill>
                  <a:srgbClr val="292934"/>
                </a:solidFill>
              </a:rPr>
              <a:t>to-</a:t>
            </a:r>
            <a:r>
              <a:rPr spc="-25" dirty="0">
                <a:solidFill>
                  <a:srgbClr val="292934"/>
                </a:solidFill>
              </a:rPr>
              <a:t>One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829" y="1601031"/>
          <a:ext cx="8146413" cy="1396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0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36000" y="1280159"/>
            <a:ext cx="5870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7108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29210" y="3604785"/>
            <a:ext cx="1295400" cy="567055"/>
            <a:chOff x="2129210" y="3604785"/>
            <a:chExt cx="1295400" cy="567055"/>
          </a:xfrm>
        </p:grpSpPr>
        <p:sp>
          <p:nvSpPr>
            <p:cNvPr id="6" name="object 6"/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02589" y="3745991"/>
            <a:ext cx="74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37252" y="3604785"/>
            <a:ext cx="1295400" cy="567055"/>
            <a:chOff x="6637252" y="3604785"/>
            <a:chExt cx="1295400" cy="567055"/>
          </a:xfrm>
        </p:grpSpPr>
        <p:sp>
          <p:nvSpPr>
            <p:cNvPr id="10" name="object 10"/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32738" y="3745991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passport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97660" y="3551087"/>
            <a:ext cx="1687830" cy="688975"/>
            <a:chOff x="4197660" y="3551087"/>
            <a:chExt cx="1687830" cy="688975"/>
          </a:xfrm>
        </p:grpSpPr>
        <p:sp>
          <p:nvSpPr>
            <p:cNvPr id="14" name="object 14"/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09656" y="3752088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owns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19318" y="3835898"/>
            <a:ext cx="5555615" cy="1270000"/>
            <a:chOff x="3419318" y="3835898"/>
            <a:chExt cx="5555615" cy="1270000"/>
          </a:xfrm>
        </p:grpSpPr>
        <p:sp>
          <p:nvSpPr>
            <p:cNvPr id="18" name="object 18"/>
            <p:cNvSpPr/>
            <p:nvPr/>
          </p:nvSpPr>
          <p:spPr>
            <a:xfrm>
              <a:off x="3419310" y="3835908"/>
              <a:ext cx="3223260" cy="106680"/>
            </a:xfrm>
            <a:custGeom>
              <a:avLst/>
              <a:gdLst/>
              <a:ahLst/>
              <a:cxnLst/>
              <a:rect l="l" t="t" r="r" b="b"/>
              <a:pathLst>
                <a:path w="3223259" h="106679">
                  <a:moveTo>
                    <a:pt x="783475" y="54457"/>
                  </a:moveTo>
                  <a:lnTo>
                    <a:pt x="28917" y="47561"/>
                  </a:lnTo>
                  <a:lnTo>
                    <a:pt x="29222" y="47383"/>
                  </a:lnTo>
                  <a:lnTo>
                    <a:pt x="96748" y="8813"/>
                  </a:lnTo>
                  <a:lnTo>
                    <a:pt x="97599" y="5715"/>
                  </a:lnTo>
                  <a:lnTo>
                    <a:pt x="94818" y="838"/>
                  </a:lnTo>
                  <a:lnTo>
                    <a:pt x="91706" y="0"/>
                  </a:lnTo>
                  <a:lnTo>
                    <a:pt x="0" y="52374"/>
                  </a:lnTo>
                  <a:lnTo>
                    <a:pt x="90741" y="106426"/>
                  </a:lnTo>
                  <a:lnTo>
                    <a:pt x="93853" y="105625"/>
                  </a:lnTo>
                  <a:lnTo>
                    <a:pt x="96723" y="100812"/>
                  </a:lnTo>
                  <a:lnTo>
                    <a:pt x="95935" y="97688"/>
                  </a:lnTo>
                  <a:lnTo>
                    <a:pt x="28829" y="57721"/>
                  </a:lnTo>
                  <a:lnTo>
                    <a:pt x="783374" y="64617"/>
                  </a:lnTo>
                  <a:lnTo>
                    <a:pt x="783475" y="54457"/>
                  </a:lnTo>
                  <a:close/>
                </a:path>
                <a:path w="3223259" h="106679">
                  <a:moveTo>
                    <a:pt x="3223044" y="52374"/>
                  </a:moveTo>
                  <a:lnTo>
                    <a:pt x="3214306" y="47383"/>
                  </a:lnTo>
                  <a:lnTo>
                    <a:pt x="3131324" y="12"/>
                  </a:lnTo>
                  <a:lnTo>
                    <a:pt x="3128213" y="863"/>
                  </a:lnTo>
                  <a:lnTo>
                    <a:pt x="3125432" y="5740"/>
                  </a:lnTo>
                  <a:lnTo>
                    <a:pt x="3126282" y="8839"/>
                  </a:lnTo>
                  <a:lnTo>
                    <a:pt x="3194126" y="47561"/>
                  </a:lnTo>
                  <a:lnTo>
                    <a:pt x="2460993" y="54457"/>
                  </a:lnTo>
                  <a:lnTo>
                    <a:pt x="2461095" y="64617"/>
                  </a:lnTo>
                  <a:lnTo>
                    <a:pt x="3194215" y="57721"/>
                  </a:lnTo>
                  <a:lnTo>
                    <a:pt x="3127121" y="97713"/>
                  </a:lnTo>
                  <a:lnTo>
                    <a:pt x="3126333" y="100838"/>
                  </a:lnTo>
                  <a:lnTo>
                    <a:pt x="3129203" y="105651"/>
                  </a:lnTo>
                  <a:lnTo>
                    <a:pt x="3132315" y="106438"/>
                  </a:lnTo>
                  <a:lnTo>
                    <a:pt x="3223044" y="52374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95716" y="3951456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2552523" y="431213"/>
                  </a:moveTo>
                  <a:lnTo>
                    <a:pt x="119369" y="431213"/>
                  </a:lnTo>
                  <a:lnTo>
                    <a:pt x="72905" y="440594"/>
                  </a:lnTo>
                  <a:lnTo>
                    <a:pt x="34962" y="466176"/>
                  </a:lnTo>
                  <a:lnTo>
                    <a:pt x="9380" y="504119"/>
                  </a:lnTo>
                  <a:lnTo>
                    <a:pt x="0" y="550580"/>
                  </a:lnTo>
                  <a:lnTo>
                    <a:pt x="0" y="1028045"/>
                  </a:lnTo>
                  <a:lnTo>
                    <a:pt x="9380" y="1074510"/>
                  </a:lnTo>
                  <a:lnTo>
                    <a:pt x="34962" y="1112454"/>
                  </a:lnTo>
                  <a:lnTo>
                    <a:pt x="72905" y="1138036"/>
                  </a:lnTo>
                  <a:lnTo>
                    <a:pt x="119369" y="1147417"/>
                  </a:lnTo>
                  <a:lnTo>
                    <a:pt x="2552523" y="1147417"/>
                  </a:lnTo>
                  <a:lnTo>
                    <a:pt x="2598987" y="1138036"/>
                  </a:lnTo>
                  <a:lnTo>
                    <a:pt x="2636931" y="1112454"/>
                  </a:lnTo>
                  <a:lnTo>
                    <a:pt x="2662512" y="1074510"/>
                  </a:lnTo>
                  <a:lnTo>
                    <a:pt x="2671893" y="1028045"/>
                  </a:lnTo>
                  <a:lnTo>
                    <a:pt x="2671892" y="550580"/>
                  </a:lnTo>
                  <a:lnTo>
                    <a:pt x="2662512" y="504119"/>
                  </a:lnTo>
                  <a:lnTo>
                    <a:pt x="2636931" y="466176"/>
                  </a:lnTo>
                  <a:lnTo>
                    <a:pt x="2598987" y="440594"/>
                  </a:lnTo>
                  <a:lnTo>
                    <a:pt x="2552523" y="431213"/>
                  </a:lnTo>
                  <a:close/>
                </a:path>
                <a:path w="2672079" h="1147445">
                  <a:moveTo>
                    <a:pt x="275177" y="0"/>
                  </a:moveTo>
                  <a:lnTo>
                    <a:pt x="445315" y="431213"/>
                  </a:lnTo>
                  <a:lnTo>
                    <a:pt x="1113288" y="431213"/>
                  </a:lnTo>
                  <a:lnTo>
                    <a:pt x="275177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95716" y="3951457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0" y="550583"/>
                  </a:moveTo>
                  <a:lnTo>
                    <a:pt x="9380" y="504118"/>
                  </a:lnTo>
                  <a:lnTo>
                    <a:pt x="34962" y="466175"/>
                  </a:lnTo>
                  <a:lnTo>
                    <a:pt x="72906" y="440593"/>
                  </a:lnTo>
                  <a:lnTo>
                    <a:pt x="119370" y="431212"/>
                  </a:lnTo>
                  <a:lnTo>
                    <a:pt x="445315" y="431212"/>
                  </a:lnTo>
                  <a:lnTo>
                    <a:pt x="275178" y="0"/>
                  </a:lnTo>
                  <a:lnTo>
                    <a:pt x="1113289" y="431212"/>
                  </a:lnTo>
                  <a:lnTo>
                    <a:pt x="2552523" y="431212"/>
                  </a:lnTo>
                  <a:lnTo>
                    <a:pt x="2598988" y="440593"/>
                  </a:lnTo>
                  <a:lnTo>
                    <a:pt x="2636931" y="466175"/>
                  </a:lnTo>
                  <a:lnTo>
                    <a:pt x="2662513" y="504118"/>
                  </a:lnTo>
                  <a:lnTo>
                    <a:pt x="2671894" y="550583"/>
                  </a:lnTo>
                  <a:lnTo>
                    <a:pt x="2671894" y="729630"/>
                  </a:lnTo>
                  <a:lnTo>
                    <a:pt x="2671894" y="1028045"/>
                  </a:lnTo>
                  <a:lnTo>
                    <a:pt x="2662513" y="1074509"/>
                  </a:lnTo>
                  <a:lnTo>
                    <a:pt x="2636931" y="1112453"/>
                  </a:lnTo>
                  <a:lnTo>
                    <a:pt x="2598988" y="1138035"/>
                  </a:lnTo>
                  <a:lnTo>
                    <a:pt x="2552523" y="1147416"/>
                  </a:lnTo>
                  <a:lnTo>
                    <a:pt x="1113289" y="1147416"/>
                  </a:lnTo>
                  <a:lnTo>
                    <a:pt x="445315" y="1147416"/>
                  </a:lnTo>
                  <a:lnTo>
                    <a:pt x="119370" y="1147416"/>
                  </a:lnTo>
                  <a:lnTo>
                    <a:pt x="72906" y="1138035"/>
                  </a:lnTo>
                  <a:lnTo>
                    <a:pt x="34962" y="1112453"/>
                  </a:lnTo>
                  <a:lnTo>
                    <a:pt x="9380" y="1074509"/>
                  </a:lnTo>
                  <a:lnTo>
                    <a:pt x="0" y="1028045"/>
                  </a:lnTo>
                  <a:lnTo>
                    <a:pt x="0" y="729630"/>
                  </a:lnTo>
                  <a:lnTo>
                    <a:pt x="0" y="550580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70739" y="5240528"/>
            <a:ext cx="7194550" cy="644664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owned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.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own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2100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99669" y="4496816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5549" y="4015696"/>
            <a:ext cx="2686050" cy="1052830"/>
            <a:chOff x="835549" y="4015696"/>
            <a:chExt cx="2686050" cy="1052830"/>
          </a:xfrm>
        </p:grpSpPr>
        <p:sp>
          <p:nvSpPr>
            <p:cNvPr id="24" name="object 24"/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3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3" y="1038889"/>
                  </a:lnTo>
                  <a:lnTo>
                    <a:pt x="2598987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7" y="332066"/>
                  </a:lnTo>
                  <a:lnTo>
                    <a:pt x="2552523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46276" y="4460240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87" y="6092952"/>
            <a:ext cx="8808719" cy="74676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227146" y="6070472"/>
            <a:ext cx="7621270" cy="47561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59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“at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one”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B25C-00B5-4A52-21D4-A6A5ABD2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BE2A0-71FD-E0B4-0326-41F2703CB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815" y="1213103"/>
            <a:ext cx="9032875" cy="21236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each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student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 has one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backpack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, and that each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backpack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 belongs to one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student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person has one passport, and the passport can only be used by one person.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family lives in one house, and the house contains one family.</a:t>
            </a:r>
            <a:endParaRPr lang="en-US" dirty="0">
              <a:latin typeface="Helvetica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person owns one car, and the car is owned by one person.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90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769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Cardinality:</a:t>
            </a:r>
            <a:r>
              <a:rPr spc="-150" dirty="0">
                <a:solidFill>
                  <a:srgbClr val="292934"/>
                </a:solidFill>
              </a:rPr>
              <a:t> </a:t>
            </a:r>
            <a:r>
              <a:rPr spc="-135" dirty="0">
                <a:solidFill>
                  <a:srgbClr val="292934"/>
                </a:solidFill>
              </a:rPr>
              <a:t>One-</a:t>
            </a:r>
            <a:r>
              <a:rPr spc="-145" dirty="0">
                <a:solidFill>
                  <a:srgbClr val="292934"/>
                </a:solidFill>
              </a:rPr>
              <a:t>to-</a:t>
            </a:r>
            <a:r>
              <a:rPr spc="-20" dirty="0">
                <a:solidFill>
                  <a:srgbClr val="292934"/>
                </a:solidFill>
              </a:rPr>
              <a:t>Many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829" y="1596837"/>
          <a:ext cx="8146413" cy="1396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0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R="14287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36000" y="1277111"/>
            <a:ext cx="5870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7108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04131" y="2143424"/>
            <a:ext cx="1661160" cy="683260"/>
            <a:chOff x="4104131" y="2143424"/>
            <a:chExt cx="1661160" cy="683260"/>
          </a:xfrm>
        </p:grpSpPr>
        <p:sp>
          <p:nvSpPr>
            <p:cNvPr id="6" name="object 6"/>
            <p:cNvSpPr/>
            <p:nvPr/>
          </p:nvSpPr>
          <p:spPr>
            <a:xfrm>
              <a:off x="4110904" y="2150197"/>
              <a:ext cx="1634489" cy="349885"/>
            </a:xfrm>
            <a:custGeom>
              <a:avLst/>
              <a:gdLst/>
              <a:ahLst/>
              <a:cxnLst/>
              <a:rect l="l" t="t" r="r" b="b"/>
              <a:pathLst>
                <a:path w="1634489" h="349885">
                  <a:moveTo>
                    <a:pt x="0" y="0"/>
                  </a:moveTo>
                  <a:lnTo>
                    <a:pt x="1633947" y="349382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24295" y="2179312"/>
              <a:ext cx="1634489" cy="640715"/>
            </a:xfrm>
            <a:custGeom>
              <a:avLst/>
              <a:gdLst/>
              <a:ahLst/>
              <a:cxnLst/>
              <a:rect l="l" t="t" r="r" b="b"/>
              <a:pathLst>
                <a:path w="1634489" h="640714">
                  <a:moveTo>
                    <a:pt x="0" y="0"/>
                  </a:moveTo>
                  <a:lnTo>
                    <a:pt x="1633948" y="640535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129210" y="3581824"/>
            <a:ext cx="1295400" cy="567055"/>
            <a:chOff x="2129210" y="3581824"/>
            <a:chExt cx="1295400" cy="567055"/>
          </a:xfrm>
        </p:grpSpPr>
        <p:sp>
          <p:nvSpPr>
            <p:cNvPr id="9" name="object 9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02589" y="3721608"/>
            <a:ext cx="74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mother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42332" y="3586904"/>
            <a:ext cx="1285240" cy="410369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child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97660" y="3528126"/>
            <a:ext cx="1687830" cy="688975"/>
            <a:chOff x="4197660" y="3528126"/>
            <a:chExt cx="1687830" cy="688975"/>
          </a:xfrm>
        </p:grpSpPr>
        <p:sp>
          <p:nvSpPr>
            <p:cNvPr id="14" name="object 14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58010" y="3751269"/>
            <a:ext cx="941388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mother of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87802" y="3812935"/>
            <a:ext cx="5760085" cy="1255395"/>
            <a:chOff x="887802" y="3812935"/>
            <a:chExt cx="5760085" cy="1255395"/>
          </a:xfrm>
        </p:grpSpPr>
        <p:sp>
          <p:nvSpPr>
            <p:cNvPr id="18" name="object 18"/>
            <p:cNvSpPr/>
            <p:nvPr/>
          </p:nvSpPr>
          <p:spPr>
            <a:xfrm>
              <a:off x="3419318" y="3812935"/>
              <a:ext cx="783590" cy="106680"/>
            </a:xfrm>
            <a:custGeom>
              <a:avLst/>
              <a:gdLst/>
              <a:ahLst/>
              <a:cxnLst/>
              <a:rect l="l" t="t" r="r" b="b"/>
              <a:pathLst>
                <a:path w="783589" h="106679">
                  <a:moveTo>
                    <a:pt x="91707" y="0"/>
                  </a:moveTo>
                  <a:lnTo>
                    <a:pt x="0" y="52379"/>
                  </a:lnTo>
                  <a:lnTo>
                    <a:pt x="90735" y="106425"/>
                  </a:lnTo>
                  <a:lnTo>
                    <a:pt x="93852" y="105636"/>
                  </a:lnTo>
                  <a:lnTo>
                    <a:pt x="96724" y="100815"/>
                  </a:lnTo>
                  <a:lnTo>
                    <a:pt x="95934" y="97697"/>
                  </a:lnTo>
                  <a:lnTo>
                    <a:pt x="28823" y="57722"/>
                  </a:lnTo>
                  <a:lnTo>
                    <a:pt x="10036" y="57551"/>
                  </a:lnTo>
                  <a:lnTo>
                    <a:pt x="10129" y="47391"/>
                  </a:lnTo>
                  <a:lnTo>
                    <a:pt x="29219" y="47391"/>
                  </a:lnTo>
                  <a:lnTo>
                    <a:pt x="96746" y="8822"/>
                  </a:lnTo>
                  <a:lnTo>
                    <a:pt x="97593" y="5720"/>
                  </a:lnTo>
                  <a:lnTo>
                    <a:pt x="94810" y="847"/>
                  </a:lnTo>
                  <a:lnTo>
                    <a:pt x="91707" y="0"/>
                  </a:lnTo>
                  <a:close/>
                </a:path>
                <a:path w="783589" h="106679">
                  <a:moveTo>
                    <a:pt x="28918" y="47563"/>
                  </a:moveTo>
                  <a:lnTo>
                    <a:pt x="20162" y="52564"/>
                  </a:lnTo>
                  <a:lnTo>
                    <a:pt x="28823" y="57722"/>
                  </a:lnTo>
                  <a:lnTo>
                    <a:pt x="783375" y="64617"/>
                  </a:lnTo>
                  <a:lnTo>
                    <a:pt x="783468" y="54458"/>
                  </a:lnTo>
                  <a:lnTo>
                    <a:pt x="28918" y="47563"/>
                  </a:lnTo>
                  <a:close/>
                </a:path>
                <a:path w="783589" h="106679">
                  <a:moveTo>
                    <a:pt x="10129" y="47391"/>
                  </a:moveTo>
                  <a:lnTo>
                    <a:pt x="10036" y="57551"/>
                  </a:lnTo>
                  <a:lnTo>
                    <a:pt x="28823" y="57722"/>
                  </a:lnTo>
                  <a:lnTo>
                    <a:pt x="27414" y="56883"/>
                  </a:lnTo>
                  <a:lnTo>
                    <a:pt x="12600" y="56883"/>
                  </a:lnTo>
                  <a:lnTo>
                    <a:pt x="12680" y="48107"/>
                  </a:lnTo>
                  <a:lnTo>
                    <a:pt x="27965" y="48107"/>
                  </a:lnTo>
                  <a:lnTo>
                    <a:pt x="28918" y="47563"/>
                  </a:lnTo>
                  <a:lnTo>
                    <a:pt x="10129" y="47391"/>
                  </a:lnTo>
                  <a:close/>
                </a:path>
                <a:path w="783589" h="106679">
                  <a:moveTo>
                    <a:pt x="12680" y="48107"/>
                  </a:moveTo>
                  <a:lnTo>
                    <a:pt x="12600" y="56883"/>
                  </a:lnTo>
                  <a:lnTo>
                    <a:pt x="20162" y="52564"/>
                  </a:lnTo>
                  <a:lnTo>
                    <a:pt x="12680" y="48107"/>
                  </a:lnTo>
                  <a:close/>
                </a:path>
                <a:path w="783589" h="106679">
                  <a:moveTo>
                    <a:pt x="20162" y="52564"/>
                  </a:moveTo>
                  <a:lnTo>
                    <a:pt x="12600" y="56883"/>
                  </a:lnTo>
                  <a:lnTo>
                    <a:pt x="27414" y="56883"/>
                  </a:lnTo>
                  <a:lnTo>
                    <a:pt x="20162" y="52564"/>
                  </a:lnTo>
                  <a:close/>
                </a:path>
                <a:path w="783589" h="106679">
                  <a:moveTo>
                    <a:pt x="27965" y="48107"/>
                  </a:moveTo>
                  <a:lnTo>
                    <a:pt x="12680" y="48107"/>
                  </a:lnTo>
                  <a:lnTo>
                    <a:pt x="20162" y="52564"/>
                  </a:lnTo>
                  <a:lnTo>
                    <a:pt x="27965" y="48107"/>
                  </a:lnTo>
                  <a:close/>
                </a:path>
                <a:path w="783589" h="106679">
                  <a:moveTo>
                    <a:pt x="29219" y="47391"/>
                  </a:moveTo>
                  <a:lnTo>
                    <a:pt x="10129" y="47391"/>
                  </a:lnTo>
                  <a:lnTo>
                    <a:pt x="28918" y="47563"/>
                  </a:lnTo>
                  <a:lnTo>
                    <a:pt x="29219" y="47391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80359" y="3865315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4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4" y="1038889"/>
                  </a:lnTo>
                  <a:lnTo>
                    <a:pt x="2598988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8" y="332066"/>
                  </a:lnTo>
                  <a:lnTo>
                    <a:pt x="2552524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0739" y="5237479"/>
            <a:ext cx="6564630" cy="638957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lang="en-US"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mother</a:t>
            </a:r>
            <a:r>
              <a:rPr lang="en-US"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lang="en-US" sz="2100" spc="60" dirty="0">
                <a:solidFill>
                  <a:srgbClr val="292934"/>
                </a:solidFill>
                <a:latin typeface="Verdana"/>
                <a:cs typeface="Verdana"/>
              </a:rPr>
              <a:t> have</a:t>
            </a:r>
            <a:r>
              <a:rPr lang="en-US"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lang="en-US" sz="2100" spc="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children.</a:t>
            </a:r>
            <a:b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</a:b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Each child has one mother.</a:t>
            </a:r>
            <a:endParaRPr lang="en-US" sz="2100" dirty="0">
              <a:latin typeface="Verdana"/>
              <a:cs typeface="Verdan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87" y="6074664"/>
            <a:ext cx="8808719" cy="74676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27146" y="6051716"/>
            <a:ext cx="7621270" cy="47561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“at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one”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98529" y="4460240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823A-34CC-2FCE-4026-C3DA89BB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A6867-03A6-79BF-87EF-420DCF8A5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815" y="1213103"/>
            <a:ext cx="9032875" cy="96949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i="0" u="none" strike="noStrike" dirty="0">
                <a:solidFill>
                  <a:srgbClr val="040C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parent-child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i="0" u="none" strike="noStrike" dirty="0">
                <a:solidFill>
                  <a:srgbClr val="040C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book authors and their books</a:t>
            </a:r>
            <a:endParaRPr lang="en-US" sz="2100" dirty="0">
              <a:solidFill>
                <a:srgbClr val="040C28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i="0" u="none" strike="noStrike" dirty="0">
                <a:solidFill>
                  <a:srgbClr val="040C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websites with multiple web pages</a:t>
            </a:r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309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7555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Cardinality:</a:t>
            </a:r>
            <a:r>
              <a:rPr spc="-130" dirty="0">
                <a:solidFill>
                  <a:srgbClr val="292934"/>
                </a:solidFill>
              </a:rPr>
              <a:t> </a:t>
            </a:r>
            <a:r>
              <a:rPr spc="-160" dirty="0">
                <a:solidFill>
                  <a:srgbClr val="292934"/>
                </a:solidFill>
              </a:rPr>
              <a:t>Many-</a:t>
            </a:r>
            <a:r>
              <a:rPr spc="-145" dirty="0">
                <a:solidFill>
                  <a:srgbClr val="292934"/>
                </a:solidFill>
              </a:rPr>
              <a:t>to-</a:t>
            </a:r>
            <a:r>
              <a:rPr spc="-20" dirty="0">
                <a:solidFill>
                  <a:srgbClr val="292934"/>
                </a:solidFill>
              </a:rPr>
              <a:t>Many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829" y="1574771"/>
          <a:ext cx="8146413" cy="1396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48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0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36000" y="1252728"/>
            <a:ext cx="5870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7108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04131" y="2121359"/>
            <a:ext cx="1674495" cy="697865"/>
            <a:chOff x="4104131" y="2121359"/>
            <a:chExt cx="1674495" cy="697865"/>
          </a:xfrm>
        </p:grpSpPr>
        <p:sp>
          <p:nvSpPr>
            <p:cNvPr id="6" name="object 6"/>
            <p:cNvSpPr/>
            <p:nvPr/>
          </p:nvSpPr>
          <p:spPr>
            <a:xfrm>
              <a:off x="4110904" y="2142689"/>
              <a:ext cx="1634489" cy="349885"/>
            </a:xfrm>
            <a:custGeom>
              <a:avLst/>
              <a:gdLst/>
              <a:ahLst/>
              <a:cxnLst/>
              <a:rect l="l" t="t" r="r" b="b"/>
              <a:pathLst>
                <a:path w="1634489" h="349885">
                  <a:moveTo>
                    <a:pt x="0" y="0"/>
                  </a:moveTo>
                  <a:lnTo>
                    <a:pt x="1633946" y="349382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24295" y="2157246"/>
              <a:ext cx="1634489" cy="640715"/>
            </a:xfrm>
            <a:custGeom>
              <a:avLst/>
              <a:gdLst/>
              <a:ahLst/>
              <a:cxnLst/>
              <a:rect l="l" t="t" r="r" b="b"/>
              <a:pathLst>
                <a:path w="1634489" h="640714">
                  <a:moveTo>
                    <a:pt x="0" y="0"/>
                  </a:moveTo>
                  <a:lnTo>
                    <a:pt x="1633947" y="640535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24295" y="2521187"/>
              <a:ext cx="1647825" cy="291465"/>
            </a:xfrm>
            <a:custGeom>
              <a:avLst/>
              <a:gdLst/>
              <a:ahLst/>
              <a:cxnLst/>
              <a:rect l="l" t="t" r="r" b="b"/>
              <a:pathLst>
                <a:path w="1647825" h="291464">
                  <a:moveTo>
                    <a:pt x="0" y="0"/>
                  </a:moveTo>
                  <a:lnTo>
                    <a:pt x="1647341" y="291151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10904" y="2128132"/>
              <a:ext cx="1647825" cy="379095"/>
            </a:xfrm>
            <a:custGeom>
              <a:avLst/>
              <a:gdLst/>
              <a:ahLst/>
              <a:cxnLst/>
              <a:rect l="l" t="t" r="r" b="b"/>
              <a:pathLst>
                <a:path w="1647825" h="379094">
                  <a:moveTo>
                    <a:pt x="0" y="378497"/>
                  </a:moveTo>
                  <a:lnTo>
                    <a:pt x="1647340" y="0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134290" y="3617088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6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42332" y="3617088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97660" y="3558309"/>
            <a:ext cx="1687830" cy="688975"/>
            <a:chOff x="4197660" y="3558309"/>
            <a:chExt cx="1687830" cy="688975"/>
          </a:xfrm>
        </p:grpSpPr>
        <p:sp>
          <p:nvSpPr>
            <p:cNvPr id="13" name="object 13"/>
            <p:cNvSpPr/>
            <p:nvPr/>
          </p:nvSpPr>
          <p:spPr>
            <a:xfrm>
              <a:off x="4202740" y="35633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02740" y="35633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09656" y="3758184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14261" y="3890419"/>
            <a:ext cx="3233420" cy="17780"/>
            <a:chOff x="3414261" y="3890419"/>
            <a:chExt cx="3233420" cy="17780"/>
          </a:xfrm>
        </p:grpSpPr>
        <p:sp>
          <p:nvSpPr>
            <p:cNvPr id="17" name="object 17"/>
            <p:cNvSpPr/>
            <p:nvPr/>
          </p:nvSpPr>
          <p:spPr>
            <a:xfrm>
              <a:off x="3419341" y="3895499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80359" y="3895499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70739" y="5216144"/>
            <a:ext cx="656463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sz="2100" spc="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companies.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sz="2100" spc="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products.</a:t>
            </a:r>
            <a:endParaRPr sz="2100" dirty="0">
              <a:latin typeface="Verdana"/>
              <a:cs typeface="Verdan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6074664"/>
            <a:ext cx="8808720" cy="74676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240208" y="6051716"/>
            <a:ext cx="7621270" cy="47561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0590-7BF6-6265-605F-1AE8E5E79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0D206-D8FB-DFC1-D89B-9860A26D5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815" y="1213103"/>
            <a:ext cx="9032875" cy="161582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Students and Courses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Teacher and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28282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  <a:r>
              <a:rPr lang="en-US" sz="2100" i="0" u="none" strike="noStrike" dirty="0">
                <a:solidFill>
                  <a:srgbClr val="28282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ibrary books and borrowers</a:t>
            </a:r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89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95706" y="2519546"/>
            <a:ext cx="1760855" cy="438784"/>
            <a:chOff x="6395706" y="2519546"/>
            <a:chExt cx="1760855" cy="438784"/>
          </a:xfrm>
        </p:grpSpPr>
        <p:sp>
          <p:nvSpPr>
            <p:cNvPr id="3" name="object 3"/>
            <p:cNvSpPr/>
            <p:nvPr/>
          </p:nvSpPr>
          <p:spPr>
            <a:xfrm>
              <a:off x="6402373" y="2526214"/>
              <a:ext cx="1747520" cy="425450"/>
            </a:xfrm>
            <a:custGeom>
              <a:avLst/>
              <a:gdLst/>
              <a:ahLst/>
              <a:cxnLst/>
              <a:rect l="l" t="t" r="r" b="b"/>
              <a:pathLst>
                <a:path w="1747520" h="425450">
                  <a:moveTo>
                    <a:pt x="1676523" y="0"/>
                  </a:moveTo>
                  <a:lnTo>
                    <a:pt x="70896" y="0"/>
                  </a:lnTo>
                  <a:lnTo>
                    <a:pt x="43300" y="5571"/>
                  </a:lnTo>
                  <a:lnTo>
                    <a:pt x="20765" y="20764"/>
                  </a:lnTo>
                  <a:lnTo>
                    <a:pt x="5571" y="43300"/>
                  </a:lnTo>
                  <a:lnTo>
                    <a:pt x="0" y="70896"/>
                  </a:lnTo>
                  <a:lnTo>
                    <a:pt x="0" y="354476"/>
                  </a:lnTo>
                  <a:lnTo>
                    <a:pt x="5571" y="382072"/>
                  </a:lnTo>
                  <a:lnTo>
                    <a:pt x="20765" y="404607"/>
                  </a:lnTo>
                  <a:lnTo>
                    <a:pt x="43300" y="419801"/>
                  </a:lnTo>
                  <a:lnTo>
                    <a:pt x="70896" y="425372"/>
                  </a:lnTo>
                  <a:lnTo>
                    <a:pt x="1676523" y="425372"/>
                  </a:lnTo>
                  <a:lnTo>
                    <a:pt x="1704118" y="419801"/>
                  </a:lnTo>
                  <a:lnTo>
                    <a:pt x="1726653" y="404607"/>
                  </a:lnTo>
                  <a:lnTo>
                    <a:pt x="1741847" y="382072"/>
                  </a:lnTo>
                  <a:lnTo>
                    <a:pt x="1747418" y="354476"/>
                  </a:lnTo>
                  <a:lnTo>
                    <a:pt x="1747418" y="70896"/>
                  </a:lnTo>
                  <a:lnTo>
                    <a:pt x="1741847" y="43300"/>
                  </a:lnTo>
                  <a:lnTo>
                    <a:pt x="1726653" y="20764"/>
                  </a:lnTo>
                  <a:lnTo>
                    <a:pt x="1704118" y="5571"/>
                  </a:lnTo>
                  <a:lnTo>
                    <a:pt x="1676523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02373" y="2526214"/>
              <a:ext cx="1747520" cy="425450"/>
            </a:xfrm>
            <a:custGeom>
              <a:avLst/>
              <a:gdLst/>
              <a:ahLst/>
              <a:cxnLst/>
              <a:rect l="l" t="t" r="r" b="b"/>
              <a:pathLst>
                <a:path w="1747520" h="425450">
                  <a:moveTo>
                    <a:pt x="0" y="70896"/>
                  </a:moveTo>
                  <a:lnTo>
                    <a:pt x="5571" y="43300"/>
                  </a:lnTo>
                  <a:lnTo>
                    <a:pt x="20765" y="20765"/>
                  </a:lnTo>
                  <a:lnTo>
                    <a:pt x="43300" y="5571"/>
                  </a:lnTo>
                  <a:lnTo>
                    <a:pt x="70896" y="0"/>
                  </a:lnTo>
                  <a:lnTo>
                    <a:pt x="1676522" y="0"/>
                  </a:lnTo>
                  <a:lnTo>
                    <a:pt x="1704118" y="5571"/>
                  </a:lnTo>
                  <a:lnTo>
                    <a:pt x="1726653" y="20765"/>
                  </a:lnTo>
                  <a:lnTo>
                    <a:pt x="1741846" y="43300"/>
                  </a:lnTo>
                  <a:lnTo>
                    <a:pt x="1747418" y="70896"/>
                  </a:lnTo>
                  <a:lnTo>
                    <a:pt x="1747418" y="354476"/>
                  </a:lnTo>
                  <a:lnTo>
                    <a:pt x="1741846" y="382072"/>
                  </a:lnTo>
                  <a:lnTo>
                    <a:pt x="1726653" y="404607"/>
                  </a:lnTo>
                  <a:lnTo>
                    <a:pt x="1704118" y="419801"/>
                  </a:lnTo>
                  <a:lnTo>
                    <a:pt x="1676522" y="425372"/>
                  </a:lnTo>
                  <a:lnTo>
                    <a:pt x="70896" y="425372"/>
                  </a:lnTo>
                  <a:lnTo>
                    <a:pt x="43300" y="419801"/>
                  </a:lnTo>
                  <a:lnTo>
                    <a:pt x="20765" y="404607"/>
                  </a:lnTo>
                  <a:lnTo>
                    <a:pt x="5571" y="382072"/>
                  </a:lnTo>
                  <a:lnTo>
                    <a:pt x="0" y="354476"/>
                  </a:lnTo>
                  <a:lnTo>
                    <a:pt x="0" y="70896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Subclassing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09358" y="1210055"/>
            <a:ext cx="8555355" cy="17018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04470" marR="5080" indent="-192405">
              <a:lnSpc>
                <a:spcPts val="2280"/>
              </a:lnSpc>
              <a:spcBef>
                <a:spcPts val="375"/>
              </a:spcBef>
              <a:buSzPct val="85714"/>
              <a:buFont typeface="Arial MT"/>
              <a:buChar char="•"/>
              <a:tabLst>
                <a:tab pos="205104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An entity set may contain entities that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have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special properties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with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all members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 the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1645"/>
              </a:spcBef>
              <a:buSzPct val="85714"/>
              <a:buFont typeface="Arial MT"/>
              <a:buChar char="•"/>
              <a:tabLst>
                <a:tab pos="205104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Subclasses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~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special-case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endParaRPr sz="21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1680"/>
              </a:spcBef>
              <a:buSzPct val="85714"/>
              <a:buFont typeface="Arial MT"/>
              <a:buChar char="•"/>
              <a:tabLst>
                <a:tab pos="205104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Isa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(or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Is-a)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~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special kind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(one-to-one)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0521" y="4016648"/>
            <a:ext cx="1265555" cy="4800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590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1041" y="5658901"/>
            <a:ext cx="1680210" cy="4800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595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edu_product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2098" y="5658901"/>
            <a:ext cx="1265555" cy="4800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595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20295" y="4830415"/>
            <a:ext cx="1085215" cy="667385"/>
            <a:chOff x="2120295" y="4830415"/>
            <a:chExt cx="1085215" cy="667385"/>
          </a:xfrm>
        </p:grpSpPr>
        <p:sp>
          <p:nvSpPr>
            <p:cNvPr id="11" name="object 11"/>
            <p:cNvSpPr/>
            <p:nvPr/>
          </p:nvSpPr>
          <p:spPr>
            <a:xfrm>
              <a:off x="2126962" y="4837083"/>
              <a:ext cx="1071880" cy="654050"/>
            </a:xfrm>
            <a:custGeom>
              <a:avLst/>
              <a:gdLst/>
              <a:ahLst/>
              <a:cxnLst/>
              <a:rect l="l" t="t" r="r" b="b"/>
              <a:pathLst>
                <a:path w="1071880" h="654050">
                  <a:moveTo>
                    <a:pt x="1071438" y="0"/>
                  </a:moveTo>
                  <a:lnTo>
                    <a:pt x="0" y="0"/>
                  </a:lnTo>
                  <a:lnTo>
                    <a:pt x="535719" y="653994"/>
                  </a:lnTo>
                  <a:lnTo>
                    <a:pt x="1071438" y="0"/>
                  </a:lnTo>
                  <a:close/>
                </a:path>
              </a:pathLst>
            </a:custGeom>
            <a:solidFill>
              <a:srgbClr val="FFD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26963" y="4837082"/>
              <a:ext cx="1071880" cy="654050"/>
            </a:xfrm>
            <a:custGeom>
              <a:avLst/>
              <a:gdLst/>
              <a:ahLst/>
              <a:cxnLst/>
              <a:rect l="l" t="t" r="r" b="b"/>
              <a:pathLst>
                <a:path w="1071880" h="654050">
                  <a:moveTo>
                    <a:pt x="1071437" y="0"/>
                  </a:moveTo>
                  <a:lnTo>
                    <a:pt x="535718" y="653994"/>
                  </a:lnTo>
                  <a:lnTo>
                    <a:pt x="0" y="0"/>
                  </a:lnTo>
                  <a:lnTo>
                    <a:pt x="1071437" y="0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60531" y="4908296"/>
            <a:ext cx="4000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02815" y="4830415"/>
            <a:ext cx="1085215" cy="667385"/>
            <a:chOff x="4502815" y="4830415"/>
            <a:chExt cx="1085215" cy="667385"/>
          </a:xfrm>
        </p:grpSpPr>
        <p:sp>
          <p:nvSpPr>
            <p:cNvPr id="15" name="object 15"/>
            <p:cNvSpPr/>
            <p:nvPr/>
          </p:nvSpPr>
          <p:spPr>
            <a:xfrm>
              <a:off x="4509483" y="4837083"/>
              <a:ext cx="1071880" cy="654050"/>
            </a:xfrm>
            <a:custGeom>
              <a:avLst/>
              <a:gdLst/>
              <a:ahLst/>
              <a:cxnLst/>
              <a:rect l="l" t="t" r="r" b="b"/>
              <a:pathLst>
                <a:path w="1071879" h="654050">
                  <a:moveTo>
                    <a:pt x="1071438" y="0"/>
                  </a:moveTo>
                  <a:lnTo>
                    <a:pt x="0" y="0"/>
                  </a:lnTo>
                  <a:lnTo>
                    <a:pt x="535719" y="653994"/>
                  </a:lnTo>
                  <a:lnTo>
                    <a:pt x="1071438" y="0"/>
                  </a:lnTo>
                  <a:close/>
                </a:path>
              </a:pathLst>
            </a:custGeom>
            <a:solidFill>
              <a:srgbClr val="FFD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09483" y="4837082"/>
              <a:ext cx="1071880" cy="654050"/>
            </a:xfrm>
            <a:custGeom>
              <a:avLst/>
              <a:gdLst/>
              <a:ahLst/>
              <a:cxnLst/>
              <a:rect l="l" t="t" r="r" b="b"/>
              <a:pathLst>
                <a:path w="1071879" h="654050">
                  <a:moveTo>
                    <a:pt x="1071437" y="0"/>
                  </a:moveTo>
                  <a:lnTo>
                    <a:pt x="535718" y="653994"/>
                  </a:lnTo>
                  <a:lnTo>
                    <a:pt x="0" y="0"/>
                  </a:lnTo>
                  <a:lnTo>
                    <a:pt x="1071437" y="0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843050" y="4908296"/>
            <a:ext cx="4000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75680" y="3242099"/>
            <a:ext cx="1108710" cy="486409"/>
            <a:chOff x="3275680" y="3242099"/>
            <a:chExt cx="1108710" cy="486409"/>
          </a:xfrm>
        </p:grpSpPr>
        <p:sp>
          <p:nvSpPr>
            <p:cNvPr id="19" name="object 19"/>
            <p:cNvSpPr/>
            <p:nvPr/>
          </p:nvSpPr>
          <p:spPr>
            <a:xfrm>
              <a:off x="3280760" y="3247179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2" y="0"/>
                  </a:moveTo>
                  <a:lnTo>
                    <a:pt x="485127" y="1601"/>
                  </a:lnTo>
                  <a:lnTo>
                    <a:pt x="423252" y="6287"/>
                  </a:lnTo>
                  <a:lnTo>
                    <a:pt x="363959" y="13878"/>
                  </a:lnTo>
                  <a:lnTo>
                    <a:pt x="307660" y="24196"/>
                  </a:lnTo>
                  <a:lnTo>
                    <a:pt x="254767" y="37063"/>
                  </a:lnTo>
                  <a:lnTo>
                    <a:pt x="205693" y="52299"/>
                  </a:lnTo>
                  <a:lnTo>
                    <a:pt x="160848" y="69726"/>
                  </a:lnTo>
                  <a:lnTo>
                    <a:pt x="120647" y="89166"/>
                  </a:lnTo>
                  <a:lnTo>
                    <a:pt x="85499" y="110439"/>
                  </a:lnTo>
                  <a:lnTo>
                    <a:pt x="32016" y="157773"/>
                  </a:lnTo>
                  <a:lnTo>
                    <a:pt x="3694" y="210298"/>
                  </a:lnTo>
                  <a:lnTo>
                    <a:pt x="0" y="238061"/>
                  </a:lnTo>
                  <a:lnTo>
                    <a:pt x="3694" y="265824"/>
                  </a:lnTo>
                  <a:lnTo>
                    <a:pt x="32016" y="318349"/>
                  </a:lnTo>
                  <a:lnTo>
                    <a:pt x="85499" y="365682"/>
                  </a:lnTo>
                  <a:lnTo>
                    <a:pt x="120647" y="386955"/>
                  </a:lnTo>
                  <a:lnTo>
                    <a:pt x="160848" y="406395"/>
                  </a:lnTo>
                  <a:lnTo>
                    <a:pt x="205693" y="423822"/>
                  </a:lnTo>
                  <a:lnTo>
                    <a:pt x="254767" y="439058"/>
                  </a:lnTo>
                  <a:lnTo>
                    <a:pt x="307660" y="451924"/>
                  </a:lnTo>
                  <a:lnTo>
                    <a:pt x="363959" y="462243"/>
                  </a:lnTo>
                  <a:lnTo>
                    <a:pt x="423252" y="469834"/>
                  </a:lnTo>
                  <a:lnTo>
                    <a:pt x="485127" y="474520"/>
                  </a:lnTo>
                  <a:lnTo>
                    <a:pt x="549172" y="476121"/>
                  </a:lnTo>
                  <a:lnTo>
                    <a:pt x="613217" y="474520"/>
                  </a:lnTo>
                  <a:lnTo>
                    <a:pt x="675092" y="469834"/>
                  </a:lnTo>
                  <a:lnTo>
                    <a:pt x="734384" y="462243"/>
                  </a:lnTo>
                  <a:lnTo>
                    <a:pt x="790683" y="451924"/>
                  </a:lnTo>
                  <a:lnTo>
                    <a:pt x="843576" y="439058"/>
                  </a:lnTo>
                  <a:lnTo>
                    <a:pt x="892650" y="423822"/>
                  </a:lnTo>
                  <a:lnTo>
                    <a:pt x="937494" y="406395"/>
                  </a:lnTo>
                  <a:lnTo>
                    <a:pt x="977696" y="386955"/>
                  </a:lnTo>
                  <a:lnTo>
                    <a:pt x="1012843" y="365682"/>
                  </a:lnTo>
                  <a:lnTo>
                    <a:pt x="1066327" y="318349"/>
                  </a:lnTo>
                  <a:lnTo>
                    <a:pt x="1094648" y="265824"/>
                  </a:lnTo>
                  <a:lnTo>
                    <a:pt x="1098342" y="238061"/>
                  </a:lnTo>
                  <a:lnTo>
                    <a:pt x="1094648" y="210298"/>
                  </a:lnTo>
                  <a:lnTo>
                    <a:pt x="1066327" y="157773"/>
                  </a:lnTo>
                  <a:lnTo>
                    <a:pt x="1012843" y="110439"/>
                  </a:lnTo>
                  <a:lnTo>
                    <a:pt x="977696" y="89166"/>
                  </a:lnTo>
                  <a:lnTo>
                    <a:pt x="937494" y="69726"/>
                  </a:lnTo>
                  <a:lnTo>
                    <a:pt x="892650" y="52299"/>
                  </a:lnTo>
                  <a:lnTo>
                    <a:pt x="843576" y="37063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2" y="6287"/>
                  </a:lnTo>
                  <a:lnTo>
                    <a:pt x="613217" y="1601"/>
                  </a:lnTo>
                  <a:lnTo>
                    <a:pt x="54917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80760" y="3247179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119187" y="4191424"/>
            <a:ext cx="3931285" cy="1472565"/>
            <a:chOff x="1119187" y="4191424"/>
            <a:chExt cx="3931285" cy="1472565"/>
          </a:xfrm>
        </p:grpSpPr>
        <p:sp>
          <p:nvSpPr>
            <p:cNvPr id="22" name="object 22"/>
            <p:cNvSpPr/>
            <p:nvPr/>
          </p:nvSpPr>
          <p:spPr>
            <a:xfrm>
              <a:off x="2662681" y="4496708"/>
              <a:ext cx="1190625" cy="340995"/>
            </a:xfrm>
            <a:custGeom>
              <a:avLst/>
              <a:gdLst/>
              <a:ahLst/>
              <a:cxnLst/>
              <a:rect l="l" t="t" r="r" b="b"/>
              <a:pathLst>
                <a:path w="1190625" h="340995">
                  <a:moveTo>
                    <a:pt x="0" y="340375"/>
                  </a:moveTo>
                  <a:lnTo>
                    <a:pt x="1190327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53008" y="4496708"/>
              <a:ext cx="1192530" cy="340995"/>
            </a:xfrm>
            <a:custGeom>
              <a:avLst/>
              <a:gdLst/>
              <a:ahLst/>
              <a:cxnLst/>
              <a:rect l="l" t="t" r="r" b="b"/>
              <a:pathLst>
                <a:path w="1192529" h="340995">
                  <a:moveTo>
                    <a:pt x="1192192" y="340375"/>
                  </a:moveTo>
                  <a:lnTo>
                    <a:pt x="0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62681" y="5491078"/>
              <a:ext cx="8890" cy="168275"/>
            </a:xfrm>
            <a:custGeom>
              <a:avLst/>
              <a:gdLst/>
              <a:ahLst/>
              <a:cxnLst/>
              <a:rect l="l" t="t" r="r" b="b"/>
              <a:pathLst>
                <a:path w="8889" h="168275">
                  <a:moveTo>
                    <a:pt x="4195" y="-5000"/>
                  </a:moveTo>
                  <a:lnTo>
                    <a:pt x="4195" y="172824"/>
                  </a:lnTo>
                </a:path>
              </a:pathLst>
            </a:custGeom>
            <a:ln w="18392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44584" y="5491078"/>
              <a:ext cx="635" cy="168275"/>
            </a:xfrm>
            <a:custGeom>
              <a:avLst/>
              <a:gdLst/>
              <a:ahLst/>
              <a:cxnLst/>
              <a:rect l="l" t="t" r="r" b="b"/>
              <a:pathLst>
                <a:path w="635" h="168275">
                  <a:moveTo>
                    <a:pt x="0" y="167823"/>
                  </a:moveTo>
                  <a:lnTo>
                    <a:pt x="617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25855" y="4198091"/>
              <a:ext cx="2002789" cy="430530"/>
            </a:xfrm>
            <a:custGeom>
              <a:avLst/>
              <a:gdLst/>
              <a:ahLst/>
              <a:cxnLst/>
              <a:rect l="l" t="t" r="r" b="b"/>
              <a:pathLst>
                <a:path w="2002789" h="430529">
                  <a:moveTo>
                    <a:pt x="1463520" y="1799"/>
                  </a:moveTo>
                  <a:lnTo>
                    <a:pt x="71438" y="1799"/>
                  </a:lnTo>
                  <a:lnTo>
                    <a:pt x="43631" y="7413"/>
                  </a:lnTo>
                  <a:lnTo>
                    <a:pt x="20923" y="22723"/>
                  </a:lnTo>
                  <a:lnTo>
                    <a:pt x="5613" y="45430"/>
                  </a:lnTo>
                  <a:lnTo>
                    <a:pt x="0" y="73235"/>
                  </a:lnTo>
                  <a:lnTo>
                    <a:pt x="0" y="358985"/>
                  </a:lnTo>
                  <a:lnTo>
                    <a:pt x="5613" y="386792"/>
                  </a:lnTo>
                  <a:lnTo>
                    <a:pt x="20923" y="409499"/>
                  </a:lnTo>
                  <a:lnTo>
                    <a:pt x="43631" y="424809"/>
                  </a:lnTo>
                  <a:lnTo>
                    <a:pt x="71438" y="430423"/>
                  </a:lnTo>
                  <a:lnTo>
                    <a:pt x="1463520" y="430423"/>
                  </a:lnTo>
                  <a:lnTo>
                    <a:pt x="1491327" y="424809"/>
                  </a:lnTo>
                  <a:lnTo>
                    <a:pt x="1514035" y="409499"/>
                  </a:lnTo>
                  <a:lnTo>
                    <a:pt x="1529345" y="386792"/>
                  </a:lnTo>
                  <a:lnTo>
                    <a:pt x="1534959" y="358985"/>
                  </a:lnTo>
                  <a:lnTo>
                    <a:pt x="1534959" y="180393"/>
                  </a:lnTo>
                  <a:lnTo>
                    <a:pt x="1812741" y="73238"/>
                  </a:lnTo>
                  <a:lnTo>
                    <a:pt x="1534959" y="73235"/>
                  </a:lnTo>
                  <a:lnTo>
                    <a:pt x="1529345" y="45430"/>
                  </a:lnTo>
                  <a:lnTo>
                    <a:pt x="1514035" y="22723"/>
                  </a:lnTo>
                  <a:lnTo>
                    <a:pt x="1491327" y="7413"/>
                  </a:lnTo>
                  <a:lnTo>
                    <a:pt x="1463520" y="1799"/>
                  </a:lnTo>
                  <a:close/>
                </a:path>
                <a:path w="2002789" h="430529">
                  <a:moveTo>
                    <a:pt x="2002600" y="0"/>
                  </a:moveTo>
                  <a:lnTo>
                    <a:pt x="1534959" y="73238"/>
                  </a:lnTo>
                  <a:lnTo>
                    <a:pt x="1812748" y="73235"/>
                  </a:lnTo>
                  <a:lnTo>
                    <a:pt x="2002600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25855" y="4198091"/>
              <a:ext cx="2002789" cy="430530"/>
            </a:xfrm>
            <a:custGeom>
              <a:avLst/>
              <a:gdLst/>
              <a:ahLst/>
              <a:cxnLst/>
              <a:rect l="l" t="t" r="r" b="b"/>
              <a:pathLst>
                <a:path w="2002789" h="430529">
                  <a:moveTo>
                    <a:pt x="0" y="73238"/>
                  </a:moveTo>
                  <a:lnTo>
                    <a:pt x="5613" y="45430"/>
                  </a:lnTo>
                  <a:lnTo>
                    <a:pt x="20923" y="22723"/>
                  </a:lnTo>
                  <a:lnTo>
                    <a:pt x="43631" y="7413"/>
                  </a:lnTo>
                  <a:lnTo>
                    <a:pt x="71438" y="1799"/>
                  </a:lnTo>
                  <a:lnTo>
                    <a:pt x="895392" y="1799"/>
                  </a:lnTo>
                  <a:lnTo>
                    <a:pt x="1279132" y="1799"/>
                  </a:lnTo>
                  <a:lnTo>
                    <a:pt x="1463520" y="1799"/>
                  </a:lnTo>
                  <a:lnTo>
                    <a:pt x="1491327" y="7413"/>
                  </a:lnTo>
                  <a:lnTo>
                    <a:pt x="1514035" y="22723"/>
                  </a:lnTo>
                  <a:lnTo>
                    <a:pt x="1529345" y="45430"/>
                  </a:lnTo>
                  <a:lnTo>
                    <a:pt x="1534959" y="73238"/>
                  </a:lnTo>
                  <a:lnTo>
                    <a:pt x="2002599" y="0"/>
                  </a:lnTo>
                  <a:lnTo>
                    <a:pt x="1534959" y="180393"/>
                  </a:lnTo>
                  <a:lnTo>
                    <a:pt x="1534959" y="358985"/>
                  </a:lnTo>
                  <a:lnTo>
                    <a:pt x="1529345" y="386792"/>
                  </a:lnTo>
                  <a:lnTo>
                    <a:pt x="1514035" y="409500"/>
                  </a:lnTo>
                  <a:lnTo>
                    <a:pt x="1491327" y="424810"/>
                  </a:lnTo>
                  <a:lnTo>
                    <a:pt x="1463520" y="430424"/>
                  </a:lnTo>
                  <a:lnTo>
                    <a:pt x="1279132" y="430424"/>
                  </a:lnTo>
                  <a:lnTo>
                    <a:pt x="895392" y="430424"/>
                  </a:lnTo>
                  <a:lnTo>
                    <a:pt x="71438" y="430424"/>
                  </a:lnTo>
                  <a:lnTo>
                    <a:pt x="43631" y="424810"/>
                  </a:lnTo>
                  <a:lnTo>
                    <a:pt x="20923" y="409500"/>
                  </a:lnTo>
                  <a:lnTo>
                    <a:pt x="5613" y="386792"/>
                  </a:lnTo>
                  <a:lnTo>
                    <a:pt x="0" y="358985"/>
                  </a:lnTo>
                  <a:lnTo>
                    <a:pt x="0" y="180393"/>
                  </a:lnTo>
                  <a:lnTo>
                    <a:pt x="0" y="73236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586369" y="3330447"/>
            <a:ext cx="4889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06950" y="3396406"/>
            <a:ext cx="1108710" cy="486409"/>
            <a:chOff x="2006950" y="3396406"/>
            <a:chExt cx="1108710" cy="486409"/>
          </a:xfrm>
        </p:grpSpPr>
        <p:sp>
          <p:nvSpPr>
            <p:cNvPr id="30" name="object 30"/>
            <p:cNvSpPr/>
            <p:nvPr/>
          </p:nvSpPr>
          <p:spPr>
            <a:xfrm>
              <a:off x="2012030" y="3401486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0" y="0"/>
                  </a:moveTo>
                  <a:lnTo>
                    <a:pt x="485125" y="1601"/>
                  </a:lnTo>
                  <a:lnTo>
                    <a:pt x="423250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6" y="37063"/>
                  </a:lnTo>
                  <a:lnTo>
                    <a:pt x="205692" y="52299"/>
                  </a:lnTo>
                  <a:lnTo>
                    <a:pt x="160848" y="69726"/>
                  </a:lnTo>
                  <a:lnTo>
                    <a:pt x="120646" y="89165"/>
                  </a:lnTo>
                  <a:lnTo>
                    <a:pt x="85499" y="110439"/>
                  </a:lnTo>
                  <a:lnTo>
                    <a:pt x="32015" y="157772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5" y="318348"/>
                  </a:lnTo>
                  <a:lnTo>
                    <a:pt x="85499" y="365682"/>
                  </a:lnTo>
                  <a:lnTo>
                    <a:pt x="120646" y="386955"/>
                  </a:lnTo>
                  <a:lnTo>
                    <a:pt x="160848" y="406395"/>
                  </a:lnTo>
                  <a:lnTo>
                    <a:pt x="205692" y="423822"/>
                  </a:lnTo>
                  <a:lnTo>
                    <a:pt x="254766" y="439058"/>
                  </a:lnTo>
                  <a:lnTo>
                    <a:pt x="307659" y="451924"/>
                  </a:lnTo>
                  <a:lnTo>
                    <a:pt x="363958" y="462243"/>
                  </a:lnTo>
                  <a:lnTo>
                    <a:pt x="423250" y="469834"/>
                  </a:lnTo>
                  <a:lnTo>
                    <a:pt x="485125" y="474520"/>
                  </a:lnTo>
                  <a:lnTo>
                    <a:pt x="549170" y="476121"/>
                  </a:lnTo>
                  <a:lnTo>
                    <a:pt x="613215" y="474520"/>
                  </a:lnTo>
                  <a:lnTo>
                    <a:pt x="675090" y="469834"/>
                  </a:lnTo>
                  <a:lnTo>
                    <a:pt x="734383" y="462243"/>
                  </a:lnTo>
                  <a:lnTo>
                    <a:pt x="790682" y="451924"/>
                  </a:lnTo>
                  <a:lnTo>
                    <a:pt x="843575" y="439058"/>
                  </a:lnTo>
                  <a:lnTo>
                    <a:pt x="892649" y="423822"/>
                  </a:lnTo>
                  <a:lnTo>
                    <a:pt x="937493" y="406395"/>
                  </a:lnTo>
                  <a:lnTo>
                    <a:pt x="977695" y="386955"/>
                  </a:lnTo>
                  <a:lnTo>
                    <a:pt x="1012843" y="365682"/>
                  </a:lnTo>
                  <a:lnTo>
                    <a:pt x="1066326" y="318348"/>
                  </a:lnTo>
                  <a:lnTo>
                    <a:pt x="1094648" y="265823"/>
                  </a:lnTo>
                  <a:lnTo>
                    <a:pt x="1098342" y="238060"/>
                  </a:lnTo>
                  <a:lnTo>
                    <a:pt x="1094648" y="210297"/>
                  </a:lnTo>
                  <a:lnTo>
                    <a:pt x="1066326" y="157772"/>
                  </a:lnTo>
                  <a:lnTo>
                    <a:pt x="1012843" y="110439"/>
                  </a:lnTo>
                  <a:lnTo>
                    <a:pt x="977695" y="89165"/>
                  </a:lnTo>
                  <a:lnTo>
                    <a:pt x="937493" y="69726"/>
                  </a:lnTo>
                  <a:lnTo>
                    <a:pt x="892649" y="52299"/>
                  </a:lnTo>
                  <a:lnTo>
                    <a:pt x="843575" y="37063"/>
                  </a:lnTo>
                  <a:lnTo>
                    <a:pt x="790682" y="24196"/>
                  </a:lnTo>
                  <a:lnTo>
                    <a:pt x="734383" y="13878"/>
                  </a:lnTo>
                  <a:lnTo>
                    <a:pt x="675090" y="6287"/>
                  </a:lnTo>
                  <a:lnTo>
                    <a:pt x="613215" y="1601"/>
                  </a:lnTo>
                  <a:lnTo>
                    <a:pt x="54917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012030" y="3401486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281801" y="3485896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78774" y="3379339"/>
            <a:ext cx="1108710" cy="486409"/>
            <a:chOff x="4578774" y="3379339"/>
            <a:chExt cx="1108710" cy="486409"/>
          </a:xfrm>
        </p:grpSpPr>
        <p:sp>
          <p:nvSpPr>
            <p:cNvPr id="34" name="object 34"/>
            <p:cNvSpPr/>
            <p:nvPr/>
          </p:nvSpPr>
          <p:spPr>
            <a:xfrm>
              <a:off x="4583775" y="3384340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0" y="0"/>
                  </a:moveTo>
                  <a:lnTo>
                    <a:pt x="485125" y="1601"/>
                  </a:lnTo>
                  <a:lnTo>
                    <a:pt x="423250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6" y="37063"/>
                  </a:lnTo>
                  <a:lnTo>
                    <a:pt x="205692" y="52299"/>
                  </a:lnTo>
                  <a:lnTo>
                    <a:pt x="160848" y="69726"/>
                  </a:lnTo>
                  <a:lnTo>
                    <a:pt x="120646" y="89166"/>
                  </a:lnTo>
                  <a:lnTo>
                    <a:pt x="85499" y="110439"/>
                  </a:lnTo>
                  <a:lnTo>
                    <a:pt x="32015" y="157773"/>
                  </a:lnTo>
                  <a:lnTo>
                    <a:pt x="3694" y="210298"/>
                  </a:lnTo>
                  <a:lnTo>
                    <a:pt x="0" y="238061"/>
                  </a:lnTo>
                  <a:lnTo>
                    <a:pt x="3694" y="265824"/>
                  </a:lnTo>
                  <a:lnTo>
                    <a:pt x="32015" y="318349"/>
                  </a:lnTo>
                  <a:lnTo>
                    <a:pt x="85499" y="365682"/>
                  </a:lnTo>
                  <a:lnTo>
                    <a:pt x="120646" y="386955"/>
                  </a:lnTo>
                  <a:lnTo>
                    <a:pt x="160848" y="406395"/>
                  </a:lnTo>
                  <a:lnTo>
                    <a:pt x="205692" y="423822"/>
                  </a:lnTo>
                  <a:lnTo>
                    <a:pt x="254766" y="439058"/>
                  </a:lnTo>
                  <a:lnTo>
                    <a:pt x="307659" y="451924"/>
                  </a:lnTo>
                  <a:lnTo>
                    <a:pt x="363958" y="462243"/>
                  </a:lnTo>
                  <a:lnTo>
                    <a:pt x="423250" y="469834"/>
                  </a:lnTo>
                  <a:lnTo>
                    <a:pt x="485125" y="474520"/>
                  </a:lnTo>
                  <a:lnTo>
                    <a:pt x="549170" y="476121"/>
                  </a:lnTo>
                  <a:lnTo>
                    <a:pt x="613215" y="474520"/>
                  </a:lnTo>
                  <a:lnTo>
                    <a:pt x="675090" y="469834"/>
                  </a:lnTo>
                  <a:lnTo>
                    <a:pt x="734383" y="462243"/>
                  </a:lnTo>
                  <a:lnTo>
                    <a:pt x="790682" y="451924"/>
                  </a:lnTo>
                  <a:lnTo>
                    <a:pt x="843575" y="439058"/>
                  </a:lnTo>
                  <a:lnTo>
                    <a:pt x="892649" y="423822"/>
                  </a:lnTo>
                  <a:lnTo>
                    <a:pt x="937493" y="406395"/>
                  </a:lnTo>
                  <a:lnTo>
                    <a:pt x="977695" y="386955"/>
                  </a:lnTo>
                  <a:lnTo>
                    <a:pt x="1012843" y="365682"/>
                  </a:lnTo>
                  <a:lnTo>
                    <a:pt x="1066326" y="318349"/>
                  </a:lnTo>
                  <a:lnTo>
                    <a:pt x="1094648" y="265824"/>
                  </a:lnTo>
                  <a:lnTo>
                    <a:pt x="1098342" y="238061"/>
                  </a:lnTo>
                  <a:lnTo>
                    <a:pt x="1094648" y="210298"/>
                  </a:lnTo>
                  <a:lnTo>
                    <a:pt x="1066326" y="157773"/>
                  </a:lnTo>
                  <a:lnTo>
                    <a:pt x="1012843" y="110439"/>
                  </a:lnTo>
                  <a:lnTo>
                    <a:pt x="977695" y="89166"/>
                  </a:lnTo>
                  <a:lnTo>
                    <a:pt x="937493" y="69726"/>
                  </a:lnTo>
                  <a:lnTo>
                    <a:pt x="892649" y="52299"/>
                  </a:lnTo>
                  <a:lnTo>
                    <a:pt x="843575" y="37063"/>
                  </a:lnTo>
                  <a:lnTo>
                    <a:pt x="790682" y="24196"/>
                  </a:lnTo>
                  <a:lnTo>
                    <a:pt x="734383" y="13878"/>
                  </a:lnTo>
                  <a:lnTo>
                    <a:pt x="675090" y="6287"/>
                  </a:lnTo>
                  <a:lnTo>
                    <a:pt x="613215" y="1601"/>
                  </a:lnTo>
                  <a:lnTo>
                    <a:pt x="54917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83775" y="3384340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737583" y="3461511"/>
            <a:ext cx="8451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ego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944523" y="3684008"/>
            <a:ext cx="913765" cy="337820"/>
            <a:chOff x="2944523" y="3684008"/>
            <a:chExt cx="913765" cy="337820"/>
          </a:xfrm>
        </p:grpSpPr>
        <p:sp>
          <p:nvSpPr>
            <p:cNvPr id="38" name="object 38"/>
            <p:cNvSpPr/>
            <p:nvPr/>
          </p:nvSpPr>
          <p:spPr>
            <a:xfrm>
              <a:off x="2949524" y="3807881"/>
              <a:ext cx="903605" cy="208915"/>
            </a:xfrm>
            <a:custGeom>
              <a:avLst/>
              <a:gdLst/>
              <a:ahLst/>
              <a:cxnLst/>
              <a:rect l="l" t="t" r="r" b="b"/>
              <a:pathLst>
                <a:path w="903604" h="208914">
                  <a:moveTo>
                    <a:pt x="0" y="0"/>
                  </a:moveTo>
                  <a:lnTo>
                    <a:pt x="903483" y="208766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29932" y="3689009"/>
              <a:ext cx="23495" cy="327660"/>
            </a:xfrm>
            <a:custGeom>
              <a:avLst/>
              <a:gdLst/>
              <a:ahLst/>
              <a:cxnLst/>
              <a:rect l="l" t="t" r="r" b="b"/>
              <a:pathLst>
                <a:path w="23495" h="327660">
                  <a:moveTo>
                    <a:pt x="0" y="0"/>
                  </a:moveTo>
                  <a:lnTo>
                    <a:pt x="23075" y="327637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3853008" y="3756445"/>
            <a:ext cx="892175" cy="260350"/>
          </a:xfrm>
          <a:custGeom>
            <a:avLst/>
            <a:gdLst/>
            <a:ahLst/>
            <a:cxnLst/>
            <a:rect l="l" t="t" r="r" b="b"/>
            <a:pathLst>
              <a:path w="892175" h="260350">
                <a:moveTo>
                  <a:pt x="891614" y="0"/>
                </a:moveTo>
                <a:lnTo>
                  <a:pt x="0" y="260202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" name="object 41"/>
          <p:cNvGrpSpPr/>
          <p:nvPr/>
        </p:nvGrpSpPr>
        <p:grpSpPr>
          <a:xfrm>
            <a:off x="5121631" y="6478377"/>
            <a:ext cx="1108710" cy="486409"/>
            <a:chOff x="5121631" y="6478377"/>
            <a:chExt cx="1108710" cy="486409"/>
          </a:xfrm>
        </p:grpSpPr>
        <p:sp>
          <p:nvSpPr>
            <p:cNvPr id="42" name="object 42"/>
            <p:cNvSpPr/>
            <p:nvPr/>
          </p:nvSpPr>
          <p:spPr>
            <a:xfrm>
              <a:off x="5126711" y="6483457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0" y="0"/>
                  </a:moveTo>
                  <a:lnTo>
                    <a:pt x="485125" y="1601"/>
                  </a:lnTo>
                  <a:lnTo>
                    <a:pt x="423250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6" y="37063"/>
                  </a:lnTo>
                  <a:lnTo>
                    <a:pt x="205692" y="52299"/>
                  </a:lnTo>
                  <a:lnTo>
                    <a:pt x="160848" y="69726"/>
                  </a:lnTo>
                  <a:lnTo>
                    <a:pt x="120646" y="89166"/>
                  </a:lnTo>
                  <a:lnTo>
                    <a:pt x="85499" y="110439"/>
                  </a:lnTo>
                  <a:lnTo>
                    <a:pt x="32015" y="157772"/>
                  </a:lnTo>
                  <a:lnTo>
                    <a:pt x="3694" y="210298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5" y="318349"/>
                  </a:lnTo>
                  <a:lnTo>
                    <a:pt x="85499" y="365682"/>
                  </a:lnTo>
                  <a:lnTo>
                    <a:pt x="120646" y="386955"/>
                  </a:lnTo>
                  <a:lnTo>
                    <a:pt x="160848" y="406395"/>
                  </a:lnTo>
                  <a:lnTo>
                    <a:pt x="205692" y="423822"/>
                  </a:lnTo>
                  <a:lnTo>
                    <a:pt x="254766" y="439058"/>
                  </a:lnTo>
                  <a:lnTo>
                    <a:pt x="307659" y="451924"/>
                  </a:lnTo>
                  <a:lnTo>
                    <a:pt x="363958" y="462243"/>
                  </a:lnTo>
                  <a:lnTo>
                    <a:pt x="423250" y="469834"/>
                  </a:lnTo>
                  <a:lnTo>
                    <a:pt x="485125" y="474520"/>
                  </a:lnTo>
                  <a:lnTo>
                    <a:pt x="549170" y="476121"/>
                  </a:lnTo>
                  <a:lnTo>
                    <a:pt x="613215" y="474520"/>
                  </a:lnTo>
                  <a:lnTo>
                    <a:pt x="675090" y="469834"/>
                  </a:lnTo>
                  <a:lnTo>
                    <a:pt x="734383" y="462243"/>
                  </a:lnTo>
                  <a:lnTo>
                    <a:pt x="790682" y="451924"/>
                  </a:lnTo>
                  <a:lnTo>
                    <a:pt x="843575" y="439058"/>
                  </a:lnTo>
                  <a:lnTo>
                    <a:pt x="892649" y="423822"/>
                  </a:lnTo>
                  <a:lnTo>
                    <a:pt x="937493" y="406395"/>
                  </a:lnTo>
                  <a:lnTo>
                    <a:pt x="977695" y="386955"/>
                  </a:lnTo>
                  <a:lnTo>
                    <a:pt x="1012843" y="365682"/>
                  </a:lnTo>
                  <a:lnTo>
                    <a:pt x="1066326" y="318349"/>
                  </a:lnTo>
                  <a:lnTo>
                    <a:pt x="1094648" y="265823"/>
                  </a:lnTo>
                  <a:lnTo>
                    <a:pt x="1098342" y="238060"/>
                  </a:lnTo>
                  <a:lnTo>
                    <a:pt x="1094648" y="210298"/>
                  </a:lnTo>
                  <a:lnTo>
                    <a:pt x="1066326" y="157772"/>
                  </a:lnTo>
                  <a:lnTo>
                    <a:pt x="1012843" y="110439"/>
                  </a:lnTo>
                  <a:lnTo>
                    <a:pt x="977695" y="89166"/>
                  </a:lnTo>
                  <a:lnTo>
                    <a:pt x="937493" y="69726"/>
                  </a:lnTo>
                  <a:lnTo>
                    <a:pt x="892649" y="52299"/>
                  </a:lnTo>
                  <a:lnTo>
                    <a:pt x="843575" y="37063"/>
                  </a:lnTo>
                  <a:lnTo>
                    <a:pt x="790682" y="24196"/>
                  </a:lnTo>
                  <a:lnTo>
                    <a:pt x="734383" y="13878"/>
                  </a:lnTo>
                  <a:lnTo>
                    <a:pt x="675090" y="6287"/>
                  </a:lnTo>
                  <a:lnTo>
                    <a:pt x="613215" y="1601"/>
                  </a:lnTo>
                  <a:lnTo>
                    <a:pt x="54917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126711" y="6483457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250517" y="6561328"/>
            <a:ext cx="9055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pla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tf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808121" y="6409796"/>
            <a:ext cx="1108710" cy="486409"/>
            <a:chOff x="1808121" y="6409796"/>
            <a:chExt cx="1108710" cy="486409"/>
          </a:xfrm>
        </p:grpSpPr>
        <p:sp>
          <p:nvSpPr>
            <p:cNvPr id="46" name="object 46"/>
            <p:cNvSpPr/>
            <p:nvPr/>
          </p:nvSpPr>
          <p:spPr>
            <a:xfrm>
              <a:off x="1813201" y="6414876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2" y="0"/>
                  </a:moveTo>
                  <a:lnTo>
                    <a:pt x="485127" y="1601"/>
                  </a:lnTo>
                  <a:lnTo>
                    <a:pt x="423252" y="6287"/>
                  </a:lnTo>
                  <a:lnTo>
                    <a:pt x="363959" y="13878"/>
                  </a:lnTo>
                  <a:lnTo>
                    <a:pt x="307660" y="24196"/>
                  </a:lnTo>
                  <a:lnTo>
                    <a:pt x="254767" y="37063"/>
                  </a:lnTo>
                  <a:lnTo>
                    <a:pt x="205693" y="52299"/>
                  </a:lnTo>
                  <a:lnTo>
                    <a:pt x="160848" y="69726"/>
                  </a:lnTo>
                  <a:lnTo>
                    <a:pt x="120647" y="89165"/>
                  </a:lnTo>
                  <a:lnTo>
                    <a:pt x="85499" y="110438"/>
                  </a:lnTo>
                  <a:lnTo>
                    <a:pt x="32016" y="157772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6" y="318348"/>
                  </a:lnTo>
                  <a:lnTo>
                    <a:pt x="85499" y="365681"/>
                  </a:lnTo>
                  <a:lnTo>
                    <a:pt x="120647" y="386955"/>
                  </a:lnTo>
                  <a:lnTo>
                    <a:pt x="160848" y="406394"/>
                  </a:lnTo>
                  <a:lnTo>
                    <a:pt x="205693" y="423821"/>
                  </a:lnTo>
                  <a:lnTo>
                    <a:pt x="254767" y="439057"/>
                  </a:lnTo>
                  <a:lnTo>
                    <a:pt x="307660" y="451924"/>
                  </a:lnTo>
                  <a:lnTo>
                    <a:pt x="363959" y="462242"/>
                  </a:lnTo>
                  <a:lnTo>
                    <a:pt x="423252" y="469833"/>
                  </a:lnTo>
                  <a:lnTo>
                    <a:pt x="485127" y="474519"/>
                  </a:lnTo>
                  <a:lnTo>
                    <a:pt x="549172" y="476121"/>
                  </a:lnTo>
                  <a:lnTo>
                    <a:pt x="613217" y="474519"/>
                  </a:lnTo>
                  <a:lnTo>
                    <a:pt x="675092" y="469833"/>
                  </a:lnTo>
                  <a:lnTo>
                    <a:pt x="734384" y="462242"/>
                  </a:lnTo>
                  <a:lnTo>
                    <a:pt x="790683" y="451924"/>
                  </a:lnTo>
                  <a:lnTo>
                    <a:pt x="843576" y="439057"/>
                  </a:lnTo>
                  <a:lnTo>
                    <a:pt x="892650" y="423821"/>
                  </a:lnTo>
                  <a:lnTo>
                    <a:pt x="937494" y="406394"/>
                  </a:lnTo>
                  <a:lnTo>
                    <a:pt x="977696" y="386955"/>
                  </a:lnTo>
                  <a:lnTo>
                    <a:pt x="1012843" y="365681"/>
                  </a:lnTo>
                  <a:lnTo>
                    <a:pt x="1066327" y="318348"/>
                  </a:lnTo>
                  <a:lnTo>
                    <a:pt x="1094648" y="265823"/>
                  </a:lnTo>
                  <a:lnTo>
                    <a:pt x="1098342" y="238060"/>
                  </a:lnTo>
                  <a:lnTo>
                    <a:pt x="1094648" y="210297"/>
                  </a:lnTo>
                  <a:lnTo>
                    <a:pt x="1066327" y="157772"/>
                  </a:lnTo>
                  <a:lnTo>
                    <a:pt x="1012843" y="110438"/>
                  </a:lnTo>
                  <a:lnTo>
                    <a:pt x="977696" y="89165"/>
                  </a:lnTo>
                  <a:lnTo>
                    <a:pt x="937494" y="69726"/>
                  </a:lnTo>
                  <a:lnTo>
                    <a:pt x="892650" y="52299"/>
                  </a:lnTo>
                  <a:lnTo>
                    <a:pt x="843576" y="37063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2" y="6287"/>
                  </a:lnTo>
                  <a:lnTo>
                    <a:pt x="613217" y="1601"/>
                  </a:lnTo>
                  <a:lnTo>
                    <a:pt x="54917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813201" y="6414876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867001" y="6491223"/>
            <a:ext cx="1043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age_g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oup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362374" y="6138961"/>
            <a:ext cx="309245" cy="276225"/>
          </a:xfrm>
          <a:custGeom>
            <a:avLst/>
            <a:gdLst/>
            <a:ahLst/>
            <a:cxnLst/>
            <a:rect l="l" t="t" r="r" b="b"/>
            <a:pathLst>
              <a:path w="309244" h="276225">
                <a:moveTo>
                  <a:pt x="0" y="275914"/>
                </a:moveTo>
                <a:lnTo>
                  <a:pt x="308698" y="0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044585" y="6138961"/>
            <a:ext cx="631825" cy="344805"/>
          </a:xfrm>
          <a:custGeom>
            <a:avLst/>
            <a:gdLst/>
            <a:ahLst/>
            <a:cxnLst/>
            <a:rect l="l" t="t" r="r" b="b"/>
            <a:pathLst>
              <a:path w="631825" h="344804">
                <a:moveTo>
                  <a:pt x="631298" y="344496"/>
                </a:moveTo>
                <a:lnTo>
                  <a:pt x="0" y="0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7711" y="3531615"/>
            <a:ext cx="3639312" cy="1362455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6203612" y="3471728"/>
            <a:ext cx="3404870" cy="1115060"/>
          </a:xfrm>
          <a:prstGeom prst="rect">
            <a:avLst/>
          </a:prstGeom>
          <a:solidFill>
            <a:srgbClr val="FFFED6"/>
          </a:solidFill>
          <a:ln w="10001">
            <a:solidFill>
              <a:srgbClr val="7F7F7F"/>
            </a:solidFill>
          </a:ln>
        </p:spPr>
        <p:txBody>
          <a:bodyPr vert="horz" wrap="square" lIns="0" tIns="159385" rIns="0" bIns="0" rtlCol="0">
            <a:spAutoFit/>
          </a:bodyPr>
          <a:lstStyle/>
          <a:p>
            <a:pPr marL="259079" marR="234950" algn="ctr">
              <a:lnSpc>
                <a:spcPts val="2110"/>
              </a:lnSpc>
              <a:spcBef>
                <a:spcPts val="125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Similar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classes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in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OO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(super-classes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endParaRPr sz="1900">
              <a:latin typeface="Verdana"/>
              <a:cs typeface="Verdana"/>
            </a:endParaRPr>
          </a:p>
          <a:p>
            <a:pPr marL="16510" algn="ctr">
              <a:lnSpc>
                <a:spcPts val="2145"/>
              </a:lnSpc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sub-classes)</a:t>
            </a:r>
            <a:endParaRPr sz="1900">
              <a:latin typeface="Verdana"/>
              <a:cs typeface="Verdan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217092" y="6219773"/>
            <a:ext cx="2310765" cy="753110"/>
            <a:chOff x="7217092" y="6219773"/>
            <a:chExt cx="2310765" cy="753110"/>
          </a:xfrm>
        </p:grpSpPr>
        <p:sp>
          <p:nvSpPr>
            <p:cNvPr id="54" name="object 54"/>
            <p:cNvSpPr/>
            <p:nvPr/>
          </p:nvSpPr>
          <p:spPr>
            <a:xfrm>
              <a:off x="7223760" y="6226440"/>
              <a:ext cx="2297430" cy="739775"/>
            </a:xfrm>
            <a:custGeom>
              <a:avLst/>
              <a:gdLst/>
              <a:ahLst/>
              <a:cxnLst/>
              <a:rect l="l" t="t" r="r" b="b"/>
              <a:pathLst>
                <a:path w="2297429" h="739775">
                  <a:moveTo>
                    <a:pt x="2174177" y="0"/>
                  </a:moveTo>
                  <a:lnTo>
                    <a:pt x="123253" y="0"/>
                  </a:lnTo>
                  <a:lnTo>
                    <a:pt x="75277" y="9685"/>
                  </a:lnTo>
                  <a:lnTo>
                    <a:pt x="36100" y="36100"/>
                  </a:lnTo>
                  <a:lnTo>
                    <a:pt x="9685" y="75277"/>
                  </a:lnTo>
                  <a:lnTo>
                    <a:pt x="0" y="123253"/>
                  </a:lnTo>
                  <a:lnTo>
                    <a:pt x="0" y="616262"/>
                  </a:lnTo>
                  <a:lnTo>
                    <a:pt x="9685" y="664235"/>
                  </a:lnTo>
                  <a:lnTo>
                    <a:pt x="36100" y="703413"/>
                  </a:lnTo>
                  <a:lnTo>
                    <a:pt x="75277" y="729827"/>
                  </a:lnTo>
                  <a:lnTo>
                    <a:pt x="123253" y="739513"/>
                  </a:lnTo>
                  <a:lnTo>
                    <a:pt x="2174177" y="739513"/>
                  </a:lnTo>
                  <a:lnTo>
                    <a:pt x="2222153" y="729827"/>
                  </a:lnTo>
                  <a:lnTo>
                    <a:pt x="2261331" y="703413"/>
                  </a:lnTo>
                  <a:lnTo>
                    <a:pt x="2287745" y="664235"/>
                  </a:lnTo>
                  <a:lnTo>
                    <a:pt x="2297430" y="616262"/>
                  </a:lnTo>
                  <a:lnTo>
                    <a:pt x="2297431" y="123253"/>
                  </a:lnTo>
                  <a:lnTo>
                    <a:pt x="2287745" y="75277"/>
                  </a:lnTo>
                  <a:lnTo>
                    <a:pt x="2261331" y="36100"/>
                  </a:lnTo>
                  <a:lnTo>
                    <a:pt x="2222153" y="9685"/>
                  </a:lnTo>
                  <a:lnTo>
                    <a:pt x="2174177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223760" y="6226440"/>
              <a:ext cx="2297430" cy="739775"/>
            </a:xfrm>
            <a:custGeom>
              <a:avLst/>
              <a:gdLst/>
              <a:ahLst/>
              <a:cxnLst/>
              <a:rect l="l" t="t" r="r" b="b"/>
              <a:pathLst>
                <a:path w="2297429" h="739775">
                  <a:moveTo>
                    <a:pt x="0" y="123253"/>
                  </a:moveTo>
                  <a:lnTo>
                    <a:pt x="9685" y="75277"/>
                  </a:lnTo>
                  <a:lnTo>
                    <a:pt x="36100" y="36100"/>
                  </a:lnTo>
                  <a:lnTo>
                    <a:pt x="75277" y="9685"/>
                  </a:lnTo>
                  <a:lnTo>
                    <a:pt x="123253" y="0"/>
                  </a:lnTo>
                  <a:lnTo>
                    <a:pt x="382905" y="0"/>
                  </a:lnTo>
                  <a:lnTo>
                    <a:pt x="957262" y="0"/>
                  </a:lnTo>
                  <a:lnTo>
                    <a:pt x="2174177" y="0"/>
                  </a:lnTo>
                  <a:lnTo>
                    <a:pt x="2222152" y="9685"/>
                  </a:lnTo>
                  <a:lnTo>
                    <a:pt x="2261330" y="36100"/>
                  </a:lnTo>
                  <a:lnTo>
                    <a:pt x="2287744" y="75277"/>
                  </a:lnTo>
                  <a:lnTo>
                    <a:pt x="2297430" y="123253"/>
                  </a:lnTo>
                  <a:lnTo>
                    <a:pt x="2297430" y="431381"/>
                  </a:lnTo>
                  <a:lnTo>
                    <a:pt x="2297430" y="616261"/>
                  </a:lnTo>
                  <a:lnTo>
                    <a:pt x="2287744" y="664235"/>
                  </a:lnTo>
                  <a:lnTo>
                    <a:pt x="2261330" y="703412"/>
                  </a:lnTo>
                  <a:lnTo>
                    <a:pt x="2222152" y="729826"/>
                  </a:lnTo>
                  <a:lnTo>
                    <a:pt x="2174177" y="739512"/>
                  </a:lnTo>
                  <a:lnTo>
                    <a:pt x="957262" y="739512"/>
                  </a:lnTo>
                  <a:lnTo>
                    <a:pt x="837896" y="739512"/>
                  </a:lnTo>
                  <a:lnTo>
                    <a:pt x="382905" y="739512"/>
                  </a:lnTo>
                  <a:lnTo>
                    <a:pt x="123253" y="739512"/>
                  </a:lnTo>
                  <a:lnTo>
                    <a:pt x="75277" y="729826"/>
                  </a:lnTo>
                  <a:lnTo>
                    <a:pt x="36100" y="703412"/>
                  </a:lnTo>
                  <a:lnTo>
                    <a:pt x="9685" y="664235"/>
                  </a:lnTo>
                  <a:lnTo>
                    <a:pt x="0" y="616259"/>
                  </a:lnTo>
                  <a:lnTo>
                    <a:pt x="0" y="431381"/>
                  </a:lnTo>
                  <a:lnTo>
                    <a:pt x="0" y="123253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363817" y="6314440"/>
            <a:ext cx="2019935" cy="5257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91770" marR="5080" indent="-179705">
              <a:lnSpc>
                <a:spcPts val="1900"/>
              </a:lnSpc>
              <a:spcBef>
                <a:spcPts val="280"/>
              </a:spcBef>
            </a:pP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7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triangle</a:t>
            </a:r>
            <a:r>
              <a:rPr sz="17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points</a:t>
            </a:r>
            <a:r>
              <a:rPr sz="17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700" spc="-4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Arial MT"/>
                <a:cs typeface="Arial MT"/>
              </a:rPr>
              <a:t>specialization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24798" y="5101908"/>
            <a:ext cx="1548765" cy="577850"/>
            <a:chOff x="324798" y="5101908"/>
            <a:chExt cx="1548765" cy="577850"/>
          </a:xfrm>
        </p:grpSpPr>
        <p:sp>
          <p:nvSpPr>
            <p:cNvPr id="58" name="object 58"/>
            <p:cNvSpPr/>
            <p:nvPr/>
          </p:nvSpPr>
          <p:spPr>
            <a:xfrm>
              <a:off x="331466" y="5108576"/>
              <a:ext cx="1535430" cy="564515"/>
            </a:xfrm>
            <a:custGeom>
              <a:avLst/>
              <a:gdLst/>
              <a:ahLst/>
              <a:cxnLst/>
              <a:rect l="l" t="t" r="r" b="b"/>
              <a:pathLst>
                <a:path w="1535430" h="564514">
                  <a:moveTo>
                    <a:pt x="1279132" y="428625"/>
                  </a:moveTo>
                  <a:lnTo>
                    <a:pt x="895392" y="428625"/>
                  </a:lnTo>
                  <a:lnTo>
                    <a:pt x="1442799" y="563985"/>
                  </a:lnTo>
                  <a:lnTo>
                    <a:pt x="1279132" y="428625"/>
                  </a:lnTo>
                  <a:close/>
                </a:path>
                <a:path w="1535430" h="564514">
                  <a:moveTo>
                    <a:pt x="1463521" y="0"/>
                  </a:moveTo>
                  <a:lnTo>
                    <a:pt x="71438" y="0"/>
                  </a:lnTo>
                  <a:lnTo>
                    <a:pt x="43631" y="5614"/>
                  </a:lnTo>
                  <a:lnTo>
                    <a:pt x="20923" y="20924"/>
                  </a:lnTo>
                  <a:lnTo>
                    <a:pt x="5613" y="43631"/>
                  </a:lnTo>
                  <a:lnTo>
                    <a:pt x="0" y="71438"/>
                  </a:lnTo>
                  <a:lnTo>
                    <a:pt x="0" y="357187"/>
                  </a:lnTo>
                  <a:lnTo>
                    <a:pt x="5613" y="384993"/>
                  </a:lnTo>
                  <a:lnTo>
                    <a:pt x="20923" y="407701"/>
                  </a:lnTo>
                  <a:lnTo>
                    <a:pt x="43631" y="423011"/>
                  </a:lnTo>
                  <a:lnTo>
                    <a:pt x="71438" y="428625"/>
                  </a:lnTo>
                  <a:lnTo>
                    <a:pt x="1463521" y="428625"/>
                  </a:lnTo>
                  <a:lnTo>
                    <a:pt x="1514035" y="407701"/>
                  </a:lnTo>
                  <a:lnTo>
                    <a:pt x="1534959" y="357187"/>
                  </a:lnTo>
                  <a:lnTo>
                    <a:pt x="1534959" y="71438"/>
                  </a:lnTo>
                  <a:lnTo>
                    <a:pt x="1529345" y="43631"/>
                  </a:lnTo>
                  <a:lnTo>
                    <a:pt x="1514035" y="20924"/>
                  </a:lnTo>
                  <a:lnTo>
                    <a:pt x="1491327" y="5614"/>
                  </a:lnTo>
                  <a:lnTo>
                    <a:pt x="1463521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1466" y="5108576"/>
              <a:ext cx="1535430" cy="564515"/>
            </a:xfrm>
            <a:custGeom>
              <a:avLst/>
              <a:gdLst/>
              <a:ahLst/>
              <a:cxnLst/>
              <a:rect l="l" t="t" r="r" b="b"/>
              <a:pathLst>
                <a:path w="1535430" h="564514">
                  <a:moveTo>
                    <a:pt x="0" y="71438"/>
                  </a:moveTo>
                  <a:lnTo>
                    <a:pt x="5613" y="43631"/>
                  </a:lnTo>
                  <a:lnTo>
                    <a:pt x="20923" y="20923"/>
                  </a:lnTo>
                  <a:lnTo>
                    <a:pt x="43631" y="5613"/>
                  </a:lnTo>
                  <a:lnTo>
                    <a:pt x="71438" y="0"/>
                  </a:lnTo>
                  <a:lnTo>
                    <a:pt x="895392" y="0"/>
                  </a:lnTo>
                  <a:lnTo>
                    <a:pt x="1279132" y="0"/>
                  </a:lnTo>
                  <a:lnTo>
                    <a:pt x="1463520" y="0"/>
                  </a:lnTo>
                  <a:lnTo>
                    <a:pt x="1491327" y="5613"/>
                  </a:lnTo>
                  <a:lnTo>
                    <a:pt x="1514035" y="20923"/>
                  </a:lnTo>
                  <a:lnTo>
                    <a:pt x="1529345" y="43631"/>
                  </a:lnTo>
                  <a:lnTo>
                    <a:pt x="1534959" y="71438"/>
                  </a:lnTo>
                  <a:lnTo>
                    <a:pt x="1534959" y="250030"/>
                  </a:lnTo>
                  <a:lnTo>
                    <a:pt x="1534959" y="357187"/>
                  </a:lnTo>
                  <a:lnTo>
                    <a:pt x="1529345" y="384993"/>
                  </a:lnTo>
                  <a:lnTo>
                    <a:pt x="1514035" y="407700"/>
                  </a:lnTo>
                  <a:lnTo>
                    <a:pt x="1491327" y="423010"/>
                  </a:lnTo>
                  <a:lnTo>
                    <a:pt x="1463520" y="428624"/>
                  </a:lnTo>
                  <a:lnTo>
                    <a:pt x="1279132" y="428624"/>
                  </a:lnTo>
                  <a:lnTo>
                    <a:pt x="1442799" y="563984"/>
                  </a:lnTo>
                  <a:lnTo>
                    <a:pt x="895392" y="428624"/>
                  </a:lnTo>
                  <a:lnTo>
                    <a:pt x="71438" y="428624"/>
                  </a:lnTo>
                  <a:lnTo>
                    <a:pt x="43631" y="423010"/>
                  </a:lnTo>
                  <a:lnTo>
                    <a:pt x="20923" y="407700"/>
                  </a:lnTo>
                  <a:lnTo>
                    <a:pt x="5613" y="384993"/>
                  </a:lnTo>
                  <a:lnTo>
                    <a:pt x="0" y="357186"/>
                  </a:lnTo>
                  <a:lnTo>
                    <a:pt x="0" y="250030"/>
                  </a:lnTo>
                  <a:lnTo>
                    <a:pt x="0" y="71438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11173" y="5184647"/>
            <a:ext cx="11779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Specialization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5754049" y="5153342"/>
            <a:ext cx="1548765" cy="612140"/>
            <a:chOff x="5754049" y="5153342"/>
            <a:chExt cx="1548765" cy="612140"/>
          </a:xfrm>
        </p:grpSpPr>
        <p:sp>
          <p:nvSpPr>
            <p:cNvPr id="62" name="object 62"/>
            <p:cNvSpPr/>
            <p:nvPr/>
          </p:nvSpPr>
          <p:spPr>
            <a:xfrm>
              <a:off x="5760717" y="5160009"/>
              <a:ext cx="1535430" cy="598805"/>
            </a:xfrm>
            <a:custGeom>
              <a:avLst/>
              <a:gdLst/>
              <a:ahLst/>
              <a:cxnLst/>
              <a:rect l="l" t="t" r="r" b="b"/>
              <a:pathLst>
                <a:path w="1535429" h="598804">
                  <a:moveTo>
                    <a:pt x="639566" y="428625"/>
                  </a:moveTo>
                  <a:lnTo>
                    <a:pt x="255827" y="428625"/>
                  </a:lnTo>
                  <a:lnTo>
                    <a:pt x="52312" y="598274"/>
                  </a:lnTo>
                  <a:lnTo>
                    <a:pt x="639566" y="428625"/>
                  </a:lnTo>
                  <a:close/>
                </a:path>
                <a:path w="1535429" h="598804">
                  <a:moveTo>
                    <a:pt x="1463521" y="0"/>
                  </a:moveTo>
                  <a:lnTo>
                    <a:pt x="71438" y="0"/>
                  </a:lnTo>
                  <a:lnTo>
                    <a:pt x="43631" y="5613"/>
                  </a:lnTo>
                  <a:lnTo>
                    <a:pt x="20924" y="20923"/>
                  </a:lnTo>
                  <a:lnTo>
                    <a:pt x="5614" y="43631"/>
                  </a:lnTo>
                  <a:lnTo>
                    <a:pt x="0" y="71438"/>
                  </a:lnTo>
                  <a:lnTo>
                    <a:pt x="0" y="357187"/>
                  </a:lnTo>
                  <a:lnTo>
                    <a:pt x="5614" y="384993"/>
                  </a:lnTo>
                  <a:lnTo>
                    <a:pt x="20924" y="407700"/>
                  </a:lnTo>
                  <a:lnTo>
                    <a:pt x="43631" y="423010"/>
                  </a:lnTo>
                  <a:lnTo>
                    <a:pt x="71438" y="428625"/>
                  </a:lnTo>
                  <a:lnTo>
                    <a:pt x="1463521" y="428625"/>
                  </a:lnTo>
                  <a:lnTo>
                    <a:pt x="1514035" y="407700"/>
                  </a:lnTo>
                  <a:lnTo>
                    <a:pt x="1534959" y="357187"/>
                  </a:lnTo>
                  <a:lnTo>
                    <a:pt x="1534960" y="71438"/>
                  </a:lnTo>
                  <a:lnTo>
                    <a:pt x="1529345" y="43631"/>
                  </a:lnTo>
                  <a:lnTo>
                    <a:pt x="1514035" y="20923"/>
                  </a:lnTo>
                  <a:lnTo>
                    <a:pt x="1491328" y="5613"/>
                  </a:lnTo>
                  <a:lnTo>
                    <a:pt x="1463521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760717" y="5160009"/>
              <a:ext cx="1535430" cy="598805"/>
            </a:xfrm>
            <a:custGeom>
              <a:avLst/>
              <a:gdLst/>
              <a:ahLst/>
              <a:cxnLst/>
              <a:rect l="l" t="t" r="r" b="b"/>
              <a:pathLst>
                <a:path w="1535429" h="598804">
                  <a:moveTo>
                    <a:pt x="0" y="71438"/>
                  </a:moveTo>
                  <a:lnTo>
                    <a:pt x="5613" y="43631"/>
                  </a:lnTo>
                  <a:lnTo>
                    <a:pt x="20923" y="20923"/>
                  </a:lnTo>
                  <a:lnTo>
                    <a:pt x="43631" y="5613"/>
                  </a:lnTo>
                  <a:lnTo>
                    <a:pt x="71438" y="0"/>
                  </a:lnTo>
                  <a:lnTo>
                    <a:pt x="255826" y="0"/>
                  </a:lnTo>
                  <a:lnTo>
                    <a:pt x="639566" y="0"/>
                  </a:lnTo>
                  <a:lnTo>
                    <a:pt x="1463520" y="0"/>
                  </a:lnTo>
                  <a:lnTo>
                    <a:pt x="1491327" y="5613"/>
                  </a:lnTo>
                  <a:lnTo>
                    <a:pt x="1514035" y="20923"/>
                  </a:lnTo>
                  <a:lnTo>
                    <a:pt x="1529345" y="43631"/>
                  </a:lnTo>
                  <a:lnTo>
                    <a:pt x="1534959" y="71438"/>
                  </a:lnTo>
                  <a:lnTo>
                    <a:pt x="1534959" y="250030"/>
                  </a:lnTo>
                  <a:lnTo>
                    <a:pt x="1534959" y="357187"/>
                  </a:lnTo>
                  <a:lnTo>
                    <a:pt x="1529345" y="384993"/>
                  </a:lnTo>
                  <a:lnTo>
                    <a:pt x="1514035" y="407700"/>
                  </a:lnTo>
                  <a:lnTo>
                    <a:pt x="1491327" y="423010"/>
                  </a:lnTo>
                  <a:lnTo>
                    <a:pt x="1463520" y="428624"/>
                  </a:lnTo>
                  <a:lnTo>
                    <a:pt x="639566" y="428624"/>
                  </a:lnTo>
                  <a:lnTo>
                    <a:pt x="52311" y="598274"/>
                  </a:lnTo>
                  <a:lnTo>
                    <a:pt x="255826" y="428624"/>
                  </a:lnTo>
                  <a:lnTo>
                    <a:pt x="71438" y="428624"/>
                  </a:lnTo>
                  <a:lnTo>
                    <a:pt x="43631" y="423010"/>
                  </a:lnTo>
                  <a:lnTo>
                    <a:pt x="20923" y="407700"/>
                  </a:lnTo>
                  <a:lnTo>
                    <a:pt x="5613" y="384993"/>
                  </a:lnTo>
                  <a:lnTo>
                    <a:pt x="0" y="357186"/>
                  </a:lnTo>
                  <a:lnTo>
                    <a:pt x="0" y="250030"/>
                  </a:lnTo>
                  <a:lnTo>
                    <a:pt x="0" y="71438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5940425" y="5236464"/>
            <a:ext cx="11779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Specialization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280560" y="4276344"/>
            <a:ext cx="12287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Generalization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Subclassing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648" y="1470707"/>
            <a:ext cx="2068830" cy="907415"/>
            <a:chOff x="515648" y="1470707"/>
            <a:chExt cx="2068830" cy="907415"/>
          </a:xfrm>
        </p:grpSpPr>
        <p:sp>
          <p:nvSpPr>
            <p:cNvPr id="4" name="object 4"/>
            <p:cNvSpPr/>
            <p:nvPr/>
          </p:nvSpPr>
          <p:spPr>
            <a:xfrm>
              <a:off x="522316" y="1477374"/>
              <a:ext cx="2055495" cy="894080"/>
            </a:xfrm>
            <a:custGeom>
              <a:avLst/>
              <a:gdLst/>
              <a:ahLst/>
              <a:cxnLst/>
              <a:rect l="l" t="t" r="r" b="b"/>
              <a:pathLst>
                <a:path w="2055495" h="894080">
                  <a:moveTo>
                    <a:pt x="1906296" y="0"/>
                  </a:moveTo>
                  <a:lnTo>
                    <a:pt x="148956" y="0"/>
                  </a:lnTo>
                  <a:lnTo>
                    <a:pt x="101874" y="7593"/>
                  </a:lnTo>
                  <a:lnTo>
                    <a:pt x="60984" y="28740"/>
                  </a:lnTo>
                  <a:lnTo>
                    <a:pt x="28739" y="60984"/>
                  </a:lnTo>
                  <a:lnTo>
                    <a:pt x="7593" y="101875"/>
                  </a:lnTo>
                  <a:lnTo>
                    <a:pt x="0" y="148957"/>
                  </a:lnTo>
                  <a:lnTo>
                    <a:pt x="0" y="744767"/>
                  </a:lnTo>
                  <a:lnTo>
                    <a:pt x="7593" y="791844"/>
                  </a:lnTo>
                  <a:lnTo>
                    <a:pt x="28739" y="832734"/>
                  </a:lnTo>
                  <a:lnTo>
                    <a:pt x="60984" y="864979"/>
                  </a:lnTo>
                  <a:lnTo>
                    <a:pt x="101874" y="886125"/>
                  </a:lnTo>
                  <a:lnTo>
                    <a:pt x="148956" y="893719"/>
                  </a:lnTo>
                  <a:lnTo>
                    <a:pt x="1906296" y="893719"/>
                  </a:lnTo>
                  <a:lnTo>
                    <a:pt x="1953378" y="886125"/>
                  </a:lnTo>
                  <a:lnTo>
                    <a:pt x="1994268" y="864979"/>
                  </a:lnTo>
                  <a:lnTo>
                    <a:pt x="2026513" y="832734"/>
                  </a:lnTo>
                  <a:lnTo>
                    <a:pt x="2047658" y="791844"/>
                  </a:lnTo>
                  <a:lnTo>
                    <a:pt x="2055252" y="744767"/>
                  </a:lnTo>
                  <a:lnTo>
                    <a:pt x="2055252" y="148957"/>
                  </a:lnTo>
                  <a:lnTo>
                    <a:pt x="2047658" y="101875"/>
                  </a:lnTo>
                  <a:lnTo>
                    <a:pt x="2026513" y="60984"/>
                  </a:lnTo>
                  <a:lnTo>
                    <a:pt x="1994268" y="28740"/>
                  </a:lnTo>
                  <a:lnTo>
                    <a:pt x="1953378" y="7593"/>
                  </a:lnTo>
                  <a:lnTo>
                    <a:pt x="1906296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2316" y="1477374"/>
              <a:ext cx="2055495" cy="894080"/>
            </a:xfrm>
            <a:custGeom>
              <a:avLst/>
              <a:gdLst/>
              <a:ahLst/>
              <a:cxnLst/>
              <a:rect l="l" t="t" r="r" b="b"/>
              <a:pathLst>
                <a:path w="2055495" h="894080">
                  <a:moveTo>
                    <a:pt x="0" y="148956"/>
                  </a:moveTo>
                  <a:lnTo>
                    <a:pt x="7593" y="101874"/>
                  </a:lnTo>
                  <a:lnTo>
                    <a:pt x="28739" y="60984"/>
                  </a:lnTo>
                  <a:lnTo>
                    <a:pt x="60984" y="28740"/>
                  </a:lnTo>
                  <a:lnTo>
                    <a:pt x="101874" y="7593"/>
                  </a:lnTo>
                  <a:lnTo>
                    <a:pt x="148956" y="0"/>
                  </a:lnTo>
                  <a:lnTo>
                    <a:pt x="342542" y="0"/>
                  </a:lnTo>
                  <a:lnTo>
                    <a:pt x="856355" y="0"/>
                  </a:lnTo>
                  <a:lnTo>
                    <a:pt x="1906296" y="0"/>
                  </a:lnTo>
                  <a:lnTo>
                    <a:pt x="1953378" y="7593"/>
                  </a:lnTo>
                  <a:lnTo>
                    <a:pt x="1994268" y="28740"/>
                  </a:lnTo>
                  <a:lnTo>
                    <a:pt x="2026513" y="60984"/>
                  </a:lnTo>
                  <a:lnTo>
                    <a:pt x="2047659" y="101874"/>
                  </a:lnTo>
                  <a:lnTo>
                    <a:pt x="2055253" y="148956"/>
                  </a:lnTo>
                  <a:lnTo>
                    <a:pt x="2055253" y="521337"/>
                  </a:lnTo>
                  <a:lnTo>
                    <a:pt x="2055253" y="744767"/>
                  </a:lnTo>
                  <a:lnTo>
                    <a:pt x="2047659" y="791845"/>
                  </a:lnTo>
                  <a:lnTo>
                    <a:pt x="2026513" y="832735"/>
                  </a:lnTo>
                  <a:lnTo>
                    <a:pt x="1994268" y="864980"/>
                  </a:lnTo>
                  <a:lnTo>
                    <a:pt x="1953378" y="886126"/>
                  </a:lnTo>
                  <a:lnTo>
                    <a:pt x="1906296" y="893720"/>
                  </a:lnTo>
                  <a:lnTo>
                    <a:pt x="856355" y="893720"/>
                  </a:lnTo>
                  <a:lnTo>
                    <a:pt x="719853" y="893720"/>
                  </a:lnTo>
                  <a:lnTo>
                    <a:pt x="342542" y="893720"/>
                  </a:lnTo>
                  <a:lnTo>
                    <a:pt x="148956" y="893720"/>
                  </a:lnTo>
                  <a:lnTo>
                    <a:pt x="101874" y="886126"/>
                  </a:lnTo>
                  <a:lnTo>
                    <a:pt x="60984" y="864980"/>
                  </a:lnTo>
                  <a:lnTo>
                    <a:pt x="28739" y="832735"/>
                  </a:lnTo>
                  <a:lnTo>
                    <a:pt x="7593" y="791845"/>
                  </a:lnTo>
                  <a:lnTo>
                    <a:pt x="0" y="744763"/>
                  </a:lnTo>
                  <a:lnTo>
                    <a:pt x="0" y="521337"/>
                  </a:lnTo>
                  <a:lnTo>
                    <a:pt x="0" y="148956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72968" y="1641855"/>
            <a:ext cx="1755775" cy="5499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135255">
              <a:lnSpc>
                <a:spcPct val="102400"/>
              </a:lnSpc>
              <a:spcBef>
                <a:spcPts val="50"/>
              </a:spcBef>
            </a:pPr>
            <a:r>
              <a:rPr sz="1700" spc="-15" dirty="0">
                <a:solidFill>
                  <a:srgbClr val="FFFFFF"/>
                </a:solidFill>
                <a:latin typeface="Arial MT"/>
                <a:cs typeface="Arial MT"/>
              </a:rPr>
              <a:t>Subclasses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are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Arial MT"/>
                <a:cs typeface="Arial MT"/>
              </a:rPr>
              <a:t>mutually</a:t>
            </a:r>
            <a:r>
              <a:rPr sz="17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Arial MT"/>
                <a:cs typeface="Arial MT"/>
              </a:rPr>
              <a:t>exclusive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983" y="1510114"/>
            <a:ext cx="8936838" cy="3960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23172" y="2381503"/>
            <a:ext cx="8261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odu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15716" y="4094479"/>
            <a:ext cx="13595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edu_product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06337" y="4094479"/>
            <a:ext cx="9334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1095" y="3189223"/>
            <a:ext cx="4000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45080" y="3189223"/>
            <a:ext cx="4000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8317" y="1599184"/>
            <a:ext cx="4889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43747" y="1751584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99530" y="1730247"/>
            <a:ext cx="8451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ego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52545" y="4982464"/>
            <a:ext cx="9055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pla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tf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71090" y="4915408"/>
            <a:ext cx="1043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age_g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oup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3593" y="4506976"/>
            <a:ext cx="4889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8A8AA3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8A8AA3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8A8AA3"/>
                </a:solidFill>
                <a:latin typeface="Arial MT"/>
                <a:cs typeface="Arial MT"/>
              </a:rPr>
              <a:t>i</a:t>
            </a:r>
            <a:r>
              <a:rPr sz="1700" spc="-10" dirty="0">
                <a:solidFill>
                  <a:srgbClr val="8A8AA3"/>
                </a:solidFill>
                <a:latin typeface="Arial MT"/>
                <a:cs typeface="Arial MT"/>
              </a:rPr>
              <a:t>c</a:t>
            </a:r>
            <a:r>
              <a:rPr sz="1700" dirty="0">
                <a:solidFill>
                  <a:srgbClr val="8A8AA3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7755" y="3958335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8A8AA3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8A8AA3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8932" y="5067808"/>
            <a:ext cx="8451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8A8AA3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8A8AA3"/>
                </a:solidFill>
                <a:latin typeface="Arial MT"/>
                <a:cs typeface="Arial MT"/>
              </a:rPr>
              <a:t>a</a:t>
            </a:r>
            <a:r>
              <a:rPr sz="1700" dirty="0">
                <a:solidFill>
                  <a:srgbClr val="8A8AA3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8A8AA3"/>
                </a:solidFill>
                <a:latin typeface="Arial MT"/>
                <a:cs typeface="Arial MT"/>
              </a:rPr>
              <a:t>ego</a:t>
            </a:r>
            <a:r>
              <a:rPr sz="1700" spc="-5" dirty="0">
                <a:solidFill>
                  <a:srgbClr val="8A8AA3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8A8AA3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975" y="4439920"/>
            <a:ext cx="4889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8A8AA3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8A8AA3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8A8AA3"/>
                </a:solidFill>
                <a:latin typeface="Arial MT"/>
                <a:cs typeface="Arial MT"/>
              </a:rPr>
              <a:t>i</a:t>
            </a:r>
            <a:r>
              <a:rPr sz="1700" spc="-10" dirty="0">
                <a:solidFill>
                  <a:srgbClr val="8A8AA3"/>
                </a:solidFill>
                <a:latin typeface="Arial MT"/>
                <a:cs typeface="Arial MT"/>
              </a:rPr>
              <a:t>c</a:t>
            </a:r>
            <a:r>
              <a:rPr sz="1700" dirty="0">
                <a:solidFill>
                  <a:srgbClr val="8A8AA3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42407" y="3851655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8A8AA3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8A8AA3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99890" y="5040376"/>
            <a:ext cx="8451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8A8AA3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8A8AA3"/>
                </a:solidFill>
                <a:latin typeface="Arial MT"/>
                <a:cs typeface="Arial MT"/>
              </a:rPr>
              <a:t>a</a:t>
            </a:r>
            <a:r>
              <a:rPr sz="1700" dirty="0">
                <a:solidFill>
                  <a:srgbClr val="8A8AA3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8A8AA3"/>
                </a:solidFill>
                <a:latin typeface="Arial MT"/>
                <a:cs typeface="Arial MT"/>
              </a:rPr>
              <a:t>ego</a:t>
            </a:r>
            <a:r>
              <a:rPr sz="1700" spc="-5" dirty="0">
                <a:solidFill>
                  <a:srgbClr val="8A8AA3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8A8AA3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188615" y="1809496"/>
            <a:ext cx="2077720" cy="8058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0600"/>
              </a:lnSpc>
              <a:spcBef>
                <a:spcPts val="85"/>
              </a:spcBef>
            </a:pPr>
            <a:r>
              <a:rPr sz="1700" spc="-15" dirty="0">
                <a:solidFill>
                  <a:srgbClr val="FFFFFF"/>
                </a:solidFill>
                <a:latin typeface="Arial MT"/>
                <a:cs typeface="Arial MT"/>
              </a:rPr>
              <a:t>Subclasses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implicitly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Arial MT"/>
                <a:cs typeface="Arial MT"/>
              </a:rPr>
              <a:t>inherit superclass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key </a:t>
            </a:r>
            <a:r>
              <a:rPr sz="1700" spc="-45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7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attributes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9072" y="6259575"/>
            <a:ext cx="6562344" cy="99669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908230" y="6227047"/>
            <a:ext cx="6186170" cy="803275"/>
          </a:xfrm>
          <a:prstGeom prst="rect">
            <a:avLst/>
          </a:prstGeom>
          <a:solidFill>
            <a:srgbClr val="FFFED6"/>
          </a:solidFill>
          <a:ln w="10001">
            <a:solidFill>
              <a:srgbClr val="7F7F7F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15240" algn="ctr">
              <a:lnSpc>
                <a:spcPts val="2185"/>
              </a:lnSpc>
              <a:spcBef>
                <a:spcPts val="900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Generalization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Specialization</a:t>
            </a:r>
            <a:endParaRPr sz="1900">
              <a:latin typeface="Verdana"/>
              <a:cs typeface="Verdana"/>
            </a:endParaRPr>
          </a:p>
          <a:p>
            <a:pPr marL="16510" algn="ctr">
              <a:lnSpc>
                <a:spcPts val="2185"/>
              </a:lnSpc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triangle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points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to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the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specialization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2665" y="1434853"/>
            <a:ext cx="9187180" cy="5103495"/>
            <a:chOff x="452665" y="1434853"/>
            <a:chExt cx="9187180" cy="5103495"/>
          </a:xfrm>
        </p:grpSpPr>
        <p:sp>
          <p:nvSpPr>
            <p:cNvPr id="3" name="object 3"/>
            <p:cNvSpPr/>
            <p:nvPr/>
          </p:nvSpPr>
          <p:spPr>
            <a:xfrm>
              <a:off x="5662879" y="3984210"/>
              <a:ext cx="1198245" cy="518795"/>
            </a:xfrm>
            <a:custGeom>
              <a:avLst/>
              <a:gdLst/>
              <a:ahLst/>
              <a:cxnLst/>
              <a:rect l="l" t="t" r="r" b="b"/>
              <a:pathLst>
                <a:path w="1198245" h="518795">
                  <a:moveTo>
                    <a:pt x="598939" y="0"/>
                  </a:moveTo>
                  <a:lnTo>
                    <a:pt x="0" y="259232"/>
                  </a:lnTo>
                  <a:lnTo>
                    <a:pt x="598939" y="518464"/>
                  </a:lnTo>
                  <a:lnTo>
                    <a:pt x="1197879" y="259232"/>
                  </a:lnTo>
                  <a:lnTo>
                    <a:pt x="59893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662879" y="3984210"/>
              <a:ext cx="1198245" cy="518795"/>
            </a:xfrm>
            <a:custGeom>
              <a:avLst/>
              <a:gdLst/>
              <a:ahLst/>
              <a:cxnLst/>
              <a:rect l="l" t="t" r="r" b="b"/>
              <a:pathLst>
                <a:path w="1198245" h="518795">
                  <a:moveTo>
                    <a:pt x="0" y="259232"/>
                  </a:moveTo>
                  <a:lnTo>
                    <a:pt x="598939" y="0"/>
                  </a:lnTo>
                  <a:lnTo>
                    <a:pt x="1197878" y="259232"/>
                  </a:lnTo>
                  <a:lnTo>
                    <a:pt x="598939" y="518464"/>
                  </a:lnTo>
                  <a:lnTo>
                    <a:pt x="0" y="259232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46189" y="5137927"/>
              <a:ext cx="1190625" cy="403860"/>
            </a:xfrm>
            <a:custGeom>
              <a:avLst/>
              <a:gdLst/>
              <a:ahLst/>
              <a:cxnLst/>
              <a:rect l="l" t="t" r="r" b="b"/>
              <a:pathLst>
                <a:path w="1190625" h="403860">
                  <a:moveTo>
                    <a:pt x="595274" y="0"/>
                  </a:moveTo>
                  <a:lnTo>
                    <a:pt x="525852" y="1356"/>
                  </a:lnTo>
                  <a:lnTo>
                    <a:pt x="458783" y="5325"/>
                  </a:lnTo>
                  <a:lnTo>
                    <a:pt x="394512" y="11754"/>
                  </a:lnTo>
                  <a:lnTo>
                    <a:pt x="333487" y="20493"/>
                  </a:lnTo>
                  <a:lnTo>
                    <a:pt x="276154" y="31390"/>
                  </a:lnTo>
                  <a:lnTo>
                    <a:pt x="222960" y="44294"/>
                  </a:lnTo>
                  <a:lnTo>
                    <a:pt x="174351" y="59054"/>
                  </a:lnTo>
                  <a:lnTo>
                    <a:pt x="130775" y="75518"/>
                  </a:lnTo>
                  <a:lnTo>
                    <a:pt x="92677" y="93536"/>
                  </a:lnTo>
                  <a:lnTo>
                    <a:pt x="34703" y="133625"/>
                  </a:lnTo>
                  <a:lnTo>
                    <a:pt x="4004" y="178111"/>
                  </a:lnTo>
                  <a:lnTo>
                    <a:pt x="0" y="201625"/>
                  </a:lnTo>
                  <a:lnTo>
                    <a:pt x="4004" y="225139"/>
                  </a:lnTo>
                  <a:lnTo>
                    <a:pt x="34703" y="269625"/>
                  </a:lnTo>
                  <a:lnTo>
                    <a:pt x="92677" y="309714"/>
                  </a:lnTo>
                  <a:lnTo>
                    <a:pt x="130775" y="327731"/>
                  </a:lnTo>
                  <a:lnTo>
                    <a:pt x="174351" y="344195"/>
                  </a:lnTo>
                  <a:lnTo>
                    <a:pt x="222960" y="358955"/>
                  </a:lnTo>
                  <a:lnTo>
                    <a:pt x="276154" y="371859"/>
                  </a:lnTo>
                  <a:lnTo>
                    <a:pt x="333487" y="382757"/>
                  </a:lnTo>
                  <a:lnTo>
                    <a:pt x="394512" y="391495"/>
                  </a:lnTo>
                  <a:lnTo>
                    <a:pt x="458783" y="397925"/>
                  </a:lnTo>
                  <a:lnTo>
                    <a:pt x="525852" y="401893"/>
                  </a:lnTo>
                  <a:lnTo>
                    <a:pt x="595274" y="403250"/>
                  </a:lnTo>
                  <a:lnTo>
                    <a:pt x="664695" y="401893"/>
                  </a:lnTo>
                  <a:lnTo>
                    <a:pt x="731765" y="397925"/>
                  </a:lnTo>
                  <a:lnTo>
                    <a:pt x="796035" y="391495"/>
                  </a:lnTo>
                  <a:lnTo>
                    <a:pt x="857061" y="382757"/>
                  </a:lnTo>
                  <a:lnTo>
                    <a:pt x="914394" y="371859"/>
                  </a:lnTo>
                  <a:lnTo>
                    <a:pt x="967588" y="358955"/>
                  </a:lnTo>
                  <a:lnTo>
                    <a:pt x="1016197" y="344195"/>
                  </a:lnTo>
                  <a:lnTo>
                    <a:pt x="1059773" y="327731"/>
                  </a:lnTo>
                  <a:lnTo>
                    <a:pt x="1097871" y="309714"/>
                  </a:lnTo>
                  <a:lnTo>
                    <a:pt x="1155845" y="269625"/>
                  </a:lnTo>
                  <a:lnTo>
                    <a:pt x="1186543" y="225139"/>
                  </a:lnTo>
                  <a:lnTo>
                    <a:pt x="1190548" y="201625"/>
                  </a:lnTo>
                  <a:lnTo>
                    <a:pt x="1186543" y="178111"/>
                  </a:lnTo>
                  <a:lnTo>
                    <a:pt x="1155845" y="133625"/>
                  </a:lnTo>
                  <a:lnTo>
                    <a:pt x="1097871" y="93536"/>
                  </a:lnTo>
                  <a:lnTo>
                    <a:pt x="1059773" y="75518"/>
                  </a:lnTo>
                  <a:lnTo>
                    <a:pt x="1016197" y="59054"/>
                  </a:lnTo>
                  <a:lnTo>
                    <a:pt x="967588" y="44294"/>
                  </a:lnTo>
                  <a:lnTo>
                    <a:pt x="914394" y="31390"/>
                  </a:lnTo>
                  <a:lnTo>
                    <a:pt x="857061" y="20493"/>
                  </a:lnTo>
                  <a:lnTo>
                    <a:pt x="796035" y="11754"/>
                  </a:lnTo>
                  <a:lnTo>
                    <a:pt x="731765" y="5325"/>
                  </a:lnTo>
                  <a:lnTo>
                    <a:pt x="664695" y="1356"/>
                  </a:lnTo>
                  <a:lnTo>
                    <a:pt x="595274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46189" y="5137927"/>
              <a:ext cx="1190625" cy="403860"/>
            </a:xfrm>
            <a:custGeom>
              <a:avLst/>
              <a:gdLst/>
              <a:ahLst/>
              <a:cxnLst/>
              <a:rect l="l" t="t" r="r" b="b"/>
              <a:pathLst>
                <a:path w="1190625" h="403860">
                  <a:moveTo>
                    <a:pt x="0" y="201625"/>
                  </a:moveTo>
                  <a:lnTo>
                    <a:pt x="15721" y="155394"/>
                  </a:lnTo>
                  <a:lnTo>
                    <a:pt x="60504" y="112955"/>
                  </a:lnTo>
                  <a:lnTo>
                    <a:pt x="130775" y="75518"/>
                  </a:lnTo>
                  <a:lnTo>
                    <a:pt x="174351" y="59054"/>
                  </a:lnTo>
                  <a:lnTo>
                    <a:pt x="222960" y="44294"/>
                  </a:lnTo>
                  <a:lnTo>
                    <a:pt x="276154" y="31390"/>
                  </a:lnTo>
                  <a:lnTo>
                    <a:pt x="333487" y="20493"/>
                  </a:lnTo>
                  <a:lnTo>
                    <a:pt x="394512" y="11754"/>
                  </a:lnTo>
                  <a:lnTo>
                    <a:pt x="458783" y="5325"/>
                  </a:lnTo>
                  <a:lnTo>
                    <a:pt x="525852" y="1356"/>
                  </a:lnTo>
                  <a:lnTo>
                    <a:pt x="595274" y="0"/>
                  </a:lnTo>
                  <a:lnTo>
                    <a:pt x="664695" y="1356"/>
                  </a:lnTo>
                  <a:lnTo>
                    <a:pt x="731765" y="5325"/>
                  </a:lnTo>
                  <a:lnTo>
                    <a:pt x="796035" y="11754"/>
                  </a:lnTo>
                  <a:lnTo>
                    <a:pt x="857060" y="20493"/>
                  </a:lnTo>
                  <a:lnTo>
                    <a:pt x="914393" y="31390"/>
                  </a:lnTo>
                  <a:lnTo>
                    <a:pt x="967588" y="44294"/>
                  </a:lnTo>
                  <a:lnTo>
                    <a:pt x="1016196" y="59054"/>
                  </a:lnTo>
                  <a:lnTo>
                    <a:pt x="1059773" y="75518"/>
                  </a:lnTo>
                  <a:lnTo>
                    <a:pt x="1097871" y="93536"/>
                  </a:lnTo>
                  <a:lnTo>
                    <a:pt x="1155845" y="133625"/>
                  </a:lnTo>
                  <a:lnTo>
                    <a:pt x="1186543" y="178111"/>
                  </a:lnTo>
                  <a:lnTo>
                    <a:pt x="1190548" y="201625"/>
                  </a:lnTo>
                  <a:lnTo>
                    <a:pt x="1186543" y="225138"/>
                  </a:lnTo>
                  <a:lnTo>
                    <a:pt x="1155845" y="269625"/>
                  </a:lnTo>
                  <a:lnTo>
                    <a:pt x="1097871" y="309714"/>
                  </a:lnTo>
                  <a:lnTo>
                    <a:pt x="1059773" y="327731"/>
                  </a:lnTo>
                  <a:lnTo>
                    <a:pt x="1016196" y="344195"/>
                  </a:lnTo>
                  <a:lnTo>
                    <a:pt x="967588" y="358955"/>
                  </a:lnTo>
                  <a:lnTo>
                    <a:pt x="914393" y="371859"/>
                  </a:lnTo>
                  <a:lnTo>
                    <a:pt x="857060" y="382756"/>
                  </a:lnTo>
                  <a:lnTo>
                    <a:pt x="796035" y="391495"/>
                  </a:lnTo>
                  <a:lnTo>
                    <a:pt x="731765" y="397925"/>
                  </a:lnTo>
                  <a:lnTo>
                    <a:pt x="664695" y="401893"/>
                  </a:lnTo>
                  <a:lnTo>
                    <a:pt x="595274" y="403250"/>
                  </a:lnTo>
                  <a:lnTo>
                    <a:pt x="525852" y="401893"/>
                  </a:lnTo>
                  <a:lnTo>
                    <a:pt x="458783" y="397925"/>
                  </a:lnTo>
                  <a:lnTo>
                    <a:pt x="394512" y="391495"/>
                  </a:lnTo>
                  <a:lnTo>
                    <a:pt x="333487" y="382756"/>
                  </a:lnTo>
                  <a:lnTo>
                    <a:pt x="276154" y="371859"/>
                  </a:lnTo>
                  <a:lnTo>
                    <a:pt x="222960" y="358955"/>
                  </a:lnTo>
                  <a:lnTo>
                    <a:pt x="174351" y="344195"/>
                  </a:lnTo>
                  <a:lnTo>
                    <a:pt x="130775" y="327731"/>
                  </a:lnTo>
                  <a:lnTo>
                    <a:pt x="92677" y="309714"/>
                  </a:lnTo>
                  <a:lnTo>
                    <a:pt x="34703" y="269625"/>
                  </a:lnTo>
                  <a:lnTo>
                    <a:pt x="4004" y="225138"/>
                  </a:lnTo>
                  <a:lnTo>
                    <a:pt x="0" y="201625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87544" y="2462183"/>
              <a:ext cx="902969" cy="403860"/>
            </a:xfrm>
            <a:custGeom>
              <a:avLst/>
              <a:gdLst/>
              <a:ahLst/>
              <a:cxnLst/>
              <a:rect l="l" t="t" r="r" b="b"/>
              <a:pathLst>
                <a:path w="902970" h="403860">
                  <a:moveTo>
                    <a:pt x="451256" y="0"/>
                  </a:moveTo>
                  <a:lnTo>
                    <a:pt x="384572" y="2186"/>
                  </a:lnTo>
                  <a:lnTo>
                    <a:pt x="320927" y="8536"/>
                  </a:lnTo>
                  <a:lnTo>
                    <a:pt x="261017" y="18739"/>
                  </a:lnTo>
                  <a:lnTo>
                    <a:pt x="205542" y="32482"/>
                  </a:lnTo>
                  <a:lnTo>
                    <a:pt x="155198" y="49455"/>
                  </a:lnTo>
                  <a:lnTo>
                    <a:pt x="110685" y="69344"/>
                  </a:lnTo>
                  <a:lnTo>
                    <a:pt x="72700" y="91838"/>
                  </a:lnTo>
                  <a:lnTo>
                    <a:pt x="41940" y="116624"/>
                  </a:lnTo>
                  <a:lnTo>
                    <a:pt x="4892" y="171830"/>
                  </a:lnTo>
                  <a:lnTo>
                    <a:pt x="0" y="201625"/>
                  </a:lnTo>
                  <a:lnTo>
                    <a:pt x="4892" y="231419"/>
                  </a:lnTo>
                  <a:lnTo>
                    <a:pt x="41940" y="286624"/>
                  </a:lnTo>
                  <a:lnTo>
                    <a:pt x="72700" y="311411"/>
                  </a:lnTo>
                  <a:lnTo>
                    <a:pt x="110685" y="333905"/>
                  </a:lnTo>
                  <a:lnTo>
                    <a:pt x="155198" y="353794"/>
                  </a:lnTo>
                  <a:lnTo>
                    <a:pt x="205542" y="370767"/>
                  </a:lnTo>
                  <a:lnTo>
                    <a:pt x="261017" y="384510"/>
                  </a:lnTo>
                  <a:lnTo>
                    <a:pt x="320927" y="394713"/>
                  </a:lnTo>
                  <a:lnTo>
                    <a:pt x="384572" y="401064"/>
                  </a:lnTo>
                  <a:lnTo>
                    <a:pt x="451256" y="403250"/>
                  </a:lnTo>
                  <a:lnTo>
                    <a:pt x="517939" y="401064"/>
                  </a:lnTo>
                  <a:lnTo>
                    <a:pt x="581585" y="394713"/>
                  </a:lnTo>
                  <a:lnTo>
                    <a:pt x="641494" y="384510"/>
                  </a:lnTo>
                  <a:lnTo>
                    <a:pt x="696970" y="370767"/>
                  </a:lnTo>
                  <a:lnTo>
                    <a:pt x="747313" y="353794"/>
                  </a:lnTo>
                  <a:lnTo>
                    <a:pt x="791827" y="333905"/>
                  </a:lnTo>
                  <a:lnTo>
                    <a:pt x="829812" y="311411"/>
                  </a:lnTo>
                  <a:lnTo>
                    <a:pt x="860571" y="286624"/>
                  </a:lnTo>
                  <a:lnTo>
                    <a:pt x="897620" y="231419"/>
                  </a:lnTo>
                  <a:lnTo>
                    <a:pt x="902512" y="201625"/>
                  </a:lnTo>
                  <a:lnTo>
                    <a:pt x="897620" y="171830"/>
                  </a:lnTo>
                  <a:lnTo>
                    <a:pt x="860571" y="116624"/>
                  </a:lnTo>
                  <a:lnTo>
                    <a:pt x="829812" y="91838"/>
                  </a:lnTo>
                  <a:lnTo>
                    <a:pt x="791827" y="69344"/>
                  </a:lnTo>
                  <a:lnTo>
                    <a:pt x="747313" y="49455"/>
                  </a:lnTo>
                  <a:lnTo>
                    <a:pt x="696970" y="32482"/>
                  </a:lnTo>
                  <a:lnTo>
                    <a:pt x="641494" y="18739"/>
                  </a:lnTo>
                  <a:lnTo>
                    <a:pt x="581585" y="8536"/>
                  </a:lnTo>
                  <a:lnTo>
                    <a:pt x="517939" y="2186"/>
                  </a:lnTo>
                  <a:lnTo>
                    <a:pt x="451256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87544" y="2462183"/>
              <a:ext cx="902969" cy="403860"/>
            </a:xfrm>
            <a:custGeom>
              <a:avLst/>
              <a:gdLst/>
              <a:ahLst/>
              <a:cxnLst/>
              <a:rect l="l" t="t" r="r" b="b"/>
              <a:pathLst>
                <a:path w="902970" h="403860">
                  <a:moveTo>
                    <a:pt x="0" y="201625"/>
                  </a:moveTo>
                  <a:lnTo>
                    <a:pt x="19105" y="143393"/>
                  </a:lnTo>
                  <a:lnTo>
                    <a:pt x="72700" y="91838"/>
                  </a:lnTo>
                  <a:lnTo>
                    <a:pt x="110685" y="69344"/>
                  </a:lnTo>
                  <a:lnTo>
                    <a:pt x="155199" y="49455"/>
                  </a:lnTo>
                  <a:lnTo>
                    <a:pt x="205542" y="32483"/>
                  </a:lnTo>
                  <a:lnTo>
                    <a:pt x="261018" y="18739"/>
                  </a:lnTo>
                  <a:lnTo>
                    <a:pt x="320927" y="8536"/>
                  </a:lnTo>
                  <a:lnTo>
                    <a:pt x="384573" y="2186"/>
                  </a:lnTo>
                  <a:lnTo>
                    <a:pt x="451256" y="0"/>
                  </a:lnTo>
                  <a:lnTo>
                    <a:pt x="517939" y="2186"/>
                  </a:lnTo>
                  <a:lnTo>
                    <a:pt x="581585" y="8536"/>
                  </a:lnTo>
                  <a:lnTo>
                    <a:pt x="641494" y="18739"/>
                  </a:lnTo>
                  <a:lnTo>
                    <a:pt x="696970" y="32483"/>
                  </a:lnTo>
                  <a:lnTo>
                    <a:pt x="747313" y="49455"/>
                  </a:lnTo>
                  <a:lnTo>
                    <a:pt x="791827" y="69344"/>
                  </a:lnTo>
                  <a:lnTo>
                    <a:pt x="829812" y="91838"/>
                  </a:lnTo>
                  <a:lnTo>
                    <a:pt x="860571" y="116625"/>
                  </a:lnTo>
                  <a:lnTo>
                    <a:pt x="897619" y="171830"/>
                  </a:lnTo>
                  <a:lnTo>
                    <a:pt x="902512" y="201625"/>
                  </a:lnTo>
                  <a:lnTo>
                    <a:pt x="897619" y="231419"/>
                  </a:lnTo>
                  <a:lnTo>
                    <a:pt x="860571" y="286625"/>
                  </a:lnTo>
                  <a:lnTo>
                    <a:pt x="829812" y="311412"/>
                  </a:lnTo>
                  <a:lnTo>
                    <a:pt x="791827" y="333906"/>
                  </a:lnTo>
                  <a:lnTo>
                    <a:pt x="747313" y="353795"/>
                  </a:lnTo>
                  <a:lnTo>
                    <a:pt x="696970" y="370767"/>
                  </a:lnTo>
                  <a:lnTo>
                    <a:pt x="641494" y="384510"/>
                  </a:lnTo>
                  <a:lnTo>
                    <a:pt x="581585" y="394713"/>
                  </a:lnTo>
                  <a:lnTo>
                    <a:pt x="517939" y="401064"/>
                  </a:lnTo>
                  <a:lnTo>
                    <a:pt x="451256" y="403250"/>
                  </a:lnTo>
                  <a:lnTo>
                    <a:pt x="384573" y="401064"/>
                  </a:lnTo>
                  <a:lnTo>
                    <a:pt x="320927" y="394713"/>
                  </a:lnTo>
                  <a:lnTo>
                    <a:pt x="261018" y="384510"/>
                  </a:lnTo>
                  <a:lnTo>
                    <a:pt x="205542" y="370767"/>
                  </a:lnTo>
                  <a:lnTo>
                    <a:pt x="155199" y="353795"/>
                  </a:lnTo>
                  <a:lnTo>
                    <a:pt x="110685" y="333906"/>
                  </a:lnTo>
                  <a:lnTo>
                    <a:pt x="72700" y="311412"/>
                  </a:lnTo>
                  <a:lnTo>
                    <a:pt x="41940" y="286625"/>
                  </a:lnTo>
                  <a:lnTo>
                    <a:pt x="4892" y="231419"/>
                  </a:lnTo>
                  <a:lnTo>
                    <a:pt x="0" y="201625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55128" y="2462183"/>
              <a:ext cx="1056640" cy="403860"/>
            </a:xfrm>
            <a:custGeom>
              <a:avLst/>
              <a:gdLst/>
              <a:ahLst/>
              <a:cxnLst/>
              <a:rect l="l" t="t" r="r" b="b"/>
              <a:pathLst>
                <a:path w="1056639" h="403860">
                  <a:moveTo>
                    <a:pt x="528066" y="0"/>
                  </a:moveTo>
                  <a:lnTo>
                    <a:pt x="461826" y="1570"/>
                  </a:lnTo>
                  <a:lnTo>
                    <a:pt x="398042" y="6157"/>
                  </a:lnTo>
                  <a:lnTo>
                    <a:pt x="337208" y="13571"/>
                  </a:lnTo>
                  <a:lnTo>
                    <a:pt x="279819" y="23623"/>
                  </a:lnTo>
                  <a:lnTo>
                    <a:pt x="226370" y="36124"/>
                  </a:lnTo>
                  <a:lnTo>
                    <a:pt x="177356" y="50885"/>
                  </a:lnTo>
                  <a:lnTo>
                    <a:pt x="133271" y="67717"/>
                  </a:lnTo>
                  <a:lnTo>
                    <a:pt x="94611" y="86432"/>
                  </a:lnTo>
                  <a:lnTo>
                    <a:pt x="61871" y="106840"/>
                  </a:lnTo>
                  <a:lnTo>
                    <a:pt x="16127" y="151979"/>
                  </a:lnTo>
                  <a:lnTo>
                    <a:pt x="0" y="201625"/>
                  </a:lnTo>
                  <a:lnTo>
                    <a:pt x="4114" y="226916"/>
                  </a:lnTo>
                  <a:lnTo>
                    <a:pt x="35544" y="274497"/>
                  </a:lnTo>
                  <a:lnTo>
                    <a:pt x="94611" y="316817"/>
                  </a:lnTo>
                  <a:lnTo>
                    <a:pt x="133271" y="335532"/>
                  </a:lnTo>
                  <a:lnTo>
                    <a:pt x="177356" y="352364"/>
                  </a:lnTo>
                  <a:lnTo>
                    <a:pt x="226370" y="367125"/>
                  </a:lnTo>
                  <a:lnTo>
                    <a:pt x="279819" y="379626"/>
                  </a:lnTo>
                  <a:lnTo>
                    <a:pt x="337208" y="389678"/>
                  </a:lnTo>
                  <a:lnTo>
                    <a:pt x="398042" y="397092"/>
                  </a:lnTo>
                  <a:lnTo>
                    <a:pt x="461826" y="401679"/>
                  </a:lnTo>
                  <a:lnTo>
                    <a:pt x="528066" y="403250"/>
                  </a:lnTo>
                  <a:lnTo>
                    <a:pt x="594305" y="401679"/>
                  </a:lnTo>
                  <a:lnTo>
                    <a:pt x="658089" y="397092"/>
                  </a:lnTo>
                  <a:lnTo>
                    <a:pt x="718923" y="389678"/>
                  </a:lnTo>
                  <a:lnTo>
                    <a:pt x="776312" y="379626"/>
                  </a:lnTo>
                  <a:lnTo>
                    <a:pt x="829761" y="367125"/>
                  </a:lnTo>
                  <a:lnTo>
                    <a:pt x="878775" y="352364"/>
                  </a:lnTo>
                  <a:lnTo>
                    <a:pt x="922860" y="335532"/>
                  </a:lnTo>
                  <a:lnTo>
                    <a:pt x="961520" y="316817"/>
                  </a:lnTo>
                  <a:lnTo>
                    <a:pt x="994260" y="296409"/>
                  </a:lnTo>
                  <a:lnTo>
                    <a:pt x="1040004" y="251270"/>
                  </a:lnTo>
                  <a:lnTo>
                    <a:pt x="1056132" y="201625"/>
                  </a:lnTo>
                  <a:lnTo>
                    <a:pt x="1052017" y="176333"/>
                  </a:lnTo>
                  <a:lnTo>
                    <a:pt x="1020587" y="128752"/>
                  </a:lnTo>
                  <a:lnTo>
                    <a:pt x="961520" y="86432"/>
                  </a:lnTo>
                  <a:lnTo>
                    <a:pt x="922860" y="67717"/>
                  </a:lnTo>
                  <a:lnTo>
                    <a:pt x="878775" y="50885"/>
                  </a:lnTo>
                  <a:lnTo>
                    <a:pt x="829761" y="36124"/>
                  </a:lnTo>
                  <a:lnTo>
                    <a:pt x="776312" y="23623"/>
                  </a:lnTo>
                  <a:lnTo>
                    <a:pt x="718923" y="13571"/>
                  </a:lnTo>
                  <a:lnTo>
                    <a:pt x="658089" y="6157"/>
                  </a:lnTo>
                  <a:lnTo>
                    <a:pt x="594305" y="1570"/>
                  </a:lnTo>
                  <a:lnTo>
                    <a:pt x="528066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55128" y="2462183"/>
              <a:ext cx="1056640" cy="403860"/>
            </a:xfrm>
            <a:custGeom>
              <a:avLst/>
              <a:gdLst/>
              <a:ahLst/>
              <a:cxnLst/>
              <a:rect l="l" t="t" r="r" b="b"/>
              <a:pathLst>
                <a:path w="1056639" h="403860">
                  <a:moveTo>
                    <a:pt x="0" y="201625"/>
                  </a:moveTo>
                  <a:lnTo>
                    <a:pt x="16127" y="151979"/>
                  </a:lnTo>
                  <a:lnTo>
                    <a:pt x="61871" y="106840"/>
                  </a:lnTo>
                  <a:lnTo>
                    <a:pt x="94611" y="86432"/>
                  </a:lnTo>
                  <a:lnTo>
                    <a:pt x="133271" y="67717"/>
                  </a:lnTo>
                  <a:lnTo>
                    <a:pt x="177356" y="50885"/>
                  </a:lnTo>
                  <a:lnTo>
                    <a:pt x="226370" y="36124"/>
                  </a:lnTo>
                  <a:lnTo>
                    <a:pt x="279819" y="23623"/>
                  </a:lnTo>
                  <a:lnTo>
                    <a:pt x="337208" y="13571"/>
                  </a:lnTo>
                  <a:lnTo>
                    <a:pt x="398042" y="6157"/>
                  </a:lnTo>
                  <a:lnTo>
                    <a:pt x="461826" y="1570"/>
                  </a:lnTo>
                  <a:lnTo>
                    <a:pt x="528065" y="0"/>
                  </a:lnTo>
                  <a:lnTo>
                    <a:pt x="594305" y="1570"/>
                  </a:lnTo>
                  <a:lnTo>
                    <a:pt x="658089" y="6157"/>
                  </a:lnTo>
                  <a:lnTo>
                    <a:pt x="718923" y="13571"/>
                  </a:lnTo>
                  <a:lnTo>
                    <a:pt x="776312" y="23623"/>
                  </a:lnTo>
                  <a:lnTo>
                    <a:pt x="829761" y="36124"/>
                  </a:lnTo>
                  <a:lnTo>
                    <a:pt x="878775" y="50885"/>
                  </a:lnTo>
                  <a:lnTo>
                    <a:pt x="922860" y="67717"/>
                  </a:lnTo>
                  <a:lnTo>
                    <a:pt x="961520" y="86432"/>
                  </a:lnTo>
                  <a:lnTo>
                    <a:pt x="994260" y="106840"/>
                  </a:lnTo>
                  <a:lnTo>
                    <a:pt x="1040004" y="151979"/>
                  </a:lnTo>
                  <a:lnTo>
                    <a:pt x="1056131" y="201625"/>
                  </a:lnTo>
                  <a:lnTo>
                    <a:pt x="1052017" y="226916"/>
                  </a:lnTo>
                  <a:lnTo>
                    <a:pt x="1020587" y="274498"/>
                  </a:lnTo>
                  <a:lnTo>
                    <a:pt x="961520" y="316817"/>
                  </a:lnTo>
                  <a:lnTo>
                    <a:pt x="922860" y="335532"/>
                  </a:lnTo>
                  <a:lnTo>
                    <a:pt x="878775" y="352364"/>
                  </a:lnTo>
                  <a:lnTo>
                    <a:pt x="829761" y="367125"/>
                  </a:lnTo>
                  <a:lnTo>
                    <a:pt x="776312" y="379626"/>
                  </a:lnTo>
                  <a:lnTo>
                    <a:pt x="718923" y="389678"/>
                  </a:lnTo>
                  <a:lnTo>
                    <a:pt x="658089" y="397092"/>
                  </a:lnTo>
                  <a:lnTo>
                    <a:pt x="594305" y="401679"/>
                  </a:lnTo>
                  <a:lnTo>
                    <a:pt x="528065" y="403250"/>
                  </a:lnTo>
                  <a:lnTo>
                    <a:pt x="461826" y="401679"/>
                  </a:lnTo>
                  <a:lnTo>
                    <a:pt x="398042" y="397092"/>
                  </a:lnTo>
                  <a:lnTo>
                    <a:pt x="337208" y="389678"/>
                  </a:lnTo>
                  <a:lnTo>
                    <a:pt x="279819" y="379626"/>
                  </a:lnTo>
                  <a:lnTo>
                    <a:pt x="226370" y="367125"/>
                  </a:lnTo>
                  <a:lnTo>
                    <a:pt x="177356" y="352364"/>
                  </a:lnTo>
                  <a:lnTo>
                    <a:pt x="133271" y="335532"/>
                  </a:lnTo>
                  <a:lnTo>
                    <a:pt x="94611" y="316817"/>
                  </a:lnTo>
                  <a:lnTo>
                    <a:pt x="61871" y="296410"/>
                  </a:lnTo>
                  <a:lnTo>
                    <a:pt x="16127" y="251270"/>
                  </a:lnTo>
                  <a:lnTo>
                    <a:pt x="0" y="201625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62468" y="2115910"/>
              <a:ext cx="730250" cy="403860"/>
            </a:xfrm>
            <a:custGeom>
              <a:avLst/>
              <a:gdLst/>
              <a:ahLst/>
              <a:cxnLst/>
              <a:rect l="l" t="t" r="r" b="b"/>
              <a:pathLst>
                <a:path w="730250" h="403860">
                  <a:moveTo>
                    <a:pt x="364845" y="0"/>
                  </a:moveTo>
                  <a:lnTo>
                    <a:pt x="305665" y="2638"/>
                  </a:lnTo>
                  <a:lnTo>
                    <a:pt x="249526" y="10279"/>
                  </a:lnTo>
                  <a:lnTo>
                    <a:pt x="197178" y="22505"/>
                  </a:lnTo>
                  <a:lnTo>
                    <a:pt x="149372" y="38902"/>
                  </a:lnTo>
                  <a:lnTo>
                    <a:pt x="106860" y="59054"/>
                  </a:lnTo>
                  <a:lnTo>
                    <a:pt x="70394" y="82548"/>
                  </a:lnTo>
                  <a:lnTo>
                    <a:pt x="40723" y="108967"/>
                  </a:lnTo>
                  <a:lnTo>
                    <a:pt x="4775" y="168920"/>
                  </a:lnTo>
                  <a:lnTo>
                    <a:pt x="0" y="201625"/>
                  </a:lnTo>
                  <a:lnTo>
                    <a:pt x="4775" y="234329"/>
                  </a:lnTo>
                  <a:lnTo>
                    <a:pt x="40723" y="294283"/>
                  </a:lnTo>
                  <a:lnTo>
                    <a:pt x="70394" y="320702"/>
                  </a:lnTo>
                  <a:lnTo>
                    <a:pt x="106860" y="344195"/>
                  </a:lnTo>
                  <a:lnTo>
                    <a:pt x="149372" y="364348"/>
                  </a:lnTo>
                  <a:lnTo>
                    <a:pt x="197178" y="380745"/>
                  </a:lnTo>
                  <a:lnTo>
                    <a:pt x="249526" y="392971"/>
                  </a:lnTo>
                  <a:lnTo>
                    <a:pt x="305665" y="400611"/>
                  </a:lnTo>
                  <a:lnTo>
                    <a:pt x="364845" y="403250"/>
                  </a:lnTo>
                  <a:lnTo>
                    <a:pt x="424025" y="400611"/>
                  </a:lnTo>
                  <a:lnTo>
                    <a:pt x="480165" y="392971"/>
                  </a:lnTo>
                  <a:lnTo>
                    <a:pt x="532513" y="380745"/>
                  </a:lnTo>
                  <a:lnTo>
                    <a:pt x="580319" y="364348"/>
                  </a:lnTo>
                  <a:lnTo>
                    <a:pt x="622830" y="344195"/>
                  </a:lnTo>
                  <a:lnTo>
                    <a:pt x="659297" y="320702"/>
                  </a:lnTo>
                  <a:lnTo>
                    <a:pt x="688967" y="294283"/>
                  </a:lnTo>
                  <a:lnTo>
                    <a:pt x="724916" y="234329"/>
                  </a:lnTo>
                  <a:lnTo>
                    <a:pt x="729691" y="201625"/>
                  </a:lnTo>
                  <a:lnTo>
                    <a:pt x="724916" y="168920"/>
                  </a:lnTo>
                  <a:lnTo>
                    <a:pt x="688967" y="108967"/>
                  </a:lnTo>
                  <a:lnTo>
                    <a:pt x="659297" y="82548"/>
                  </a:lnTo>
                  <a:lnTo>
                    <a:pt x="622830" y="59055"/>
                  </a:lnTo>
                  <a:lnTo>
                    <a:pt x="580319" y="38902"/>
                  </a:lnTo>
                  <a:lnTo>
                    <a:pt x="532513" y="22505"/>
                  </a:lnTo>
                  <a:lnTo>
                    <a:pt x="480165" y="10279"/>
                  </a:lnTo>
                  <a:lnTo>
                    <a:pt x="424025" y="2638"/>
                  </a:lnTo>
                  <a:lnTo>
                    <a:pt x="364845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62468" y="2115910"/>
              <a:ext cx="730250" cy="403860"/>
            </a:xfrm>
            <a:custGeom>
              <a:avLst/>
              <a:gdLst/>
              <a:ahLst/>
              <a:cxnLst/>
              <a:rect l="l" t="t" r="r" b="b"/>
              <a:pathLst>
                <a:path w="730250" h="403860">
                  <a:moveTo>
                    <a:pt x="0" y="201625"/>
                  </a:moveTo>
                  <a:lnTo>
                    <a:pt x="18600" y="137896"/>
                  </a:lnTo>
                  <a:lnTo>
                    <a:pt x="70394" y="82547"/>
                  </a:lnTo>
                  <a:lnTo>
                    <a:pt x="106860" y="59054"/>
                  </a:lnTo>
                  <a:lnTo>
                    <a:pt x="149372" y="38901"/>
                  </a:lnTo>
                  <a:lnTo>
                    <a:pt x="197178" y="22505"/>
                  </a:lnTo>
                  <a:lnTo>
                    <a:pt x="249526" y="10278"/>
                  </a:lnTo>
                  <a:lnTo>
                    <a:pt x="305665" y="2638"/>
                  </a:lnTo>
                  <a:lnTo>
                    <a:pt x="364845" y="0"/>
                  </a:lnTo>
                  <a:lnTo>
                    <a:pt x="424025" y="2638"/>
                  </a:lnTo>
                  <a:lnTo>
                    <a:pt x="480164" y="10278"/>
                  </a:lnTo>
                  <a:lnTo>
                    <a:pt x="532513" y="22505"/>
                  </a:lnTo>
                  <a:lnTo>
                    <a:pt x="580318" y="38901"/>
                  </a:lnTo>
                  <a:lnTo>
                    <a:pt x="622830" y="59054"/>
                  </a:lnTo>
                  <a:lnTo>
                    <a:pt x="659297" y="82547"/>
                  </a:lnTo>
                  <a:lnTo>
                    <a:pt x="688967" y="108966"/>
                  </a:lnTo>
                  <a:lnTo>
                    <a:pt x="724915" y="168920"/>
                  </a:lnTo>
                  <a:lnTo>
                    <a:pt x="729691" y="201625"/>
                  </a:lnTo>
                  <a:lnTo>
                    <a:pt x="724915" y="234329"/>
                  </a:lnTo>
                  <a:lnTo>
                    <a:pt x="688967" y="294283"/>
                  </a:lnTo>
                  <a:lnTo>
                    <a:pt x="659297" y="320702"/>
                  </a:lnTo>
                  <a:lnTo>
                    <a:pt x="622830" y="344195"/>
                  </a:lnTo>
                  <a:lnTo>
                    <a:pt x="580318" y="364348"/>
                  </a:lnTo>
                  <a:lnTo>
                    <a:pt x="532513" y="380745"/>
                  </a:lnTo>
                  <a:lnTo>
                    <a:pt x="480164" y="392971"/>
                  </a:lnTo>
                  <a:lnTo>
                    <a:pt x="424025" y="400611"/>
                  </a:lnTo>
                  <a:lnTo>
                    <a:pt x="364845" y="403250"/>
                  </a:lnTo>
                  <a:lnTo>
                    <a:pt x="305665" y="400611"/>
                  </a:lnTo>
                  <a:lnTo>
                    <a:pt x="249526" y="392971"/>
                  </a:lnTo>
                  <a:lnTo>
                    <a:pt x="197178" y="380745"/>
                  </a:lnTo>
                  <a:lnTo>
                    <a:pt x="149372" y="364348"/>
                  </a:lnTo>
                  <a:lnTo>
                    <a:pt x="106860" y="344195"/>
                  </a:lnTo>
                  <a:lnTo>
                    <a:pt x="70394" y="320702"/>
                  </a:lnTo>
                  <a:lnTo>
                    <a:pt x="40723" y="294283"/>
                  </a:lnTo>
                  <a:lnTo>
                    <a:pt x="4775" y="234329"/>
                  </a:lnTo>
                  <a:lnTo>
                    <a:pt x="0" y="201625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97733" y="2115910"/>
              <a:ext cx="672465" cy="403860"/>
            </a:xfrm>
            <a:custGeom>
              <a:avLst/>
              <a:gdLst/>
              <a:ahLst/>
              <a:cxnLst/>
              <a:rect l="l" t="t" r="r" b="b"/>
              <a:pathLst>
                <a:path w="672464" h="403860">
                  <a:moveTo>
                    <a:pt x="336041" y="0"/>
                  </a:moveTo>
                  <a:lnTo>
                    <a:pt x="275637" y="3248"/>
                  </a:lnTo>
                  <a:lnTo>
                    <a:pt x="218785" y="12614"/>
                  </a:lnTo>
                  <a:lnTo>
                    <a:pt x="166434" y="27527"/>
                  </a:lnTo>
                  <a:lnTo>
                    <a:pt x="119534" y="47420"/>
                  </a:lnTo>
                  <a:lnTo>
                    <a:pt x="79032" y="71721"/>
                  </a:lnTo>
                  <a:lnTo>
                    <a:pt x="45879" y="99861"/>
                  </a:lnTo>
                  <a:lnTo>
                    <a:pt x="21023" y="131272"/>
                  </a:lnTo>
                  <a:lnTo>
                    <a:pt x="0" y="201625"/>
                  </a:lnTo>
                  <a:lnTo>
                    <a:pt x="5414" y="237867"/>
                  </a:lnTo>
                  <a:lnTo>
                    <a:pt x="45879" y="303389"/>
                  </a:lnTo>
                  <a:lnTo>
                    <a:pt x="79032" y="331529"/>
                  </a:lnTo>
                  <a:lnTo>
                    <a:pt x="119534" y="355830"/>
                  </a:lnTo>
                  <a:lnTo>
                    <a:pt x="166434" y="375722"/>
                  </a:lnTo>
                  <a:lnTo>
                    <a:pt x="218785" y="390636"/>
                  </a:lnTo>
                  <a:lnTo>
                    <a:pt x="275637" y="400001"/>
                  </a:lnTo>
                  <a:lnTo>
                    <a:pt x="336041" y="403250"/>
                  </a:lnTo>
                  <a:lnTo>
                    <a:pt x="396445" y="400001"/>
                  </a:lnTo>
                  <a:lnTo>
                    <a:pt x="453297" y="390636"/>
                  </a:lnTo>
                  <a:lnTo>
                    <a:pt x="505648" y="375722"/>
                  </a:lnTo>
                  <a:lnTo>
                    <a:pt x="552549" y="355830"/>
                  </a:lnTo>
                  <a:lnTo>
                    <a:pt x="593050" y="331529"/>
                  </a:lnTo>
                  <a:lnTo>
                    <a:pt x="626204" y="303389"/>
                  </a:lnTo>
                  <a:lnTo>
                    <a:pt x="651060" y="271978"/>
                  </a:lnTo>
                  <a:lnTo>
                    <a:pt x="672084" y="201625"/>
                  </a:lnTo>
                  <a:lnTo>
                    <a:pt x="666669" y="165383"/>
                  </a:lnTo>
                  <a:lnTo>
                    <a:pt x="626204" y="99861"/>
                  </a:lnTo>
                  <a:lnTo>
                    <a:pt x="593050" y="71721"/>
                  </a:lnTo>
                  <a:lnTo>
                    <a:pt x="552549" y="47420"/>
                  </a:lnTo>
                  <a:lnTo>
                    <a:pt x="505648" y="27527"/>
                  </a:lnTo>
                  <a:lnTo>
                    <a:pt x="453297" y="12614"/>
                  </a:lnTo>
                  <a:lnTo>
                    <a:pt x="396445" y="3248"/>
                  </a:lnTo>
                  <a:lnTo>
                    <a:pt x="336041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97733" y="2115910"/>
              <a:ext cx="672465" cy="403860"/>
            </a:xfrm>
            <a:custGeom>
              <a:avLst/>
              <a:gdLst/>
              <a:ahLst/>
              <a:cxnLst/>
              <a:rect l="l" t="t" r="r" b="b"/>
              <a:pathLst>
                <a:path w="672464" h="403860">
                  <a:moveTo>
                    <a:pt x="0" y="201625"/>
                  </a:moveTo>
                  <a:lnTo>
                    <a:pt x="21023" y="131271"/>
                  </a:lnTo>
                  <a:lnTo>
                    <a:pt x="45879" y="99861"/>
                  </a:lnTo>
                  <a:lnTo>
                    <a:pt x="79032" y="71720"/>
                  </a:lnTo>
                  <a:lnTo>
                    <a:pt x="119534" y="47419"/>
                  </a:lnTo>
                  <a:lnTo>
                    <a:pt x="166435" y="27527"/>
                  </a:lnTo>
                  <a:lnTo>
                    <a:pt x="218786" y="12614"/>
                  </a:lnTo>
                  <a:lnTo>
                    <a:pt x="275638" y="3248"/>
                  </a:lnTo>
                  <a:lnTo>
                    <a:pt x="336041" y="0"/>
                  </a:lnTo>
                  <a:lnTo>
                    <a:pt x="396445" y="3248"/>
                  </a:lnTo>
                  <a:lnTo>
                    <a:pt x="453297" y="12614"/>
                  </a:lnTo>
                  <a:lnTo>
                    <a:pt x="505648" y="27527"/>
                  </a:lnTo>
                  <a:lnTo>
                    <a:pt x="552549" y="47419"/>
                  </a:lnTo>
                  <a:lnTo>
                    <a:pt x="593051" y="71720"/>
                  </a:lnTo>
                  <a:lnTo>
                    <a:pt x="626204" y="99861"/>
                  </a:lnTo>
                  <a:lnTo>
                    <a:pt x="651060" y="131271"/>
                  </a:lnTo>
                  <a:lnTo>
                    <a:pt x="672083" y="201625"/>
                  </a:lnTo>
                  <a:lnTo>
                    <a:pt x="666669" y="237867"/>
                  </a:lnTo>
                  <a:lnTo>
                    <a:pt x="626204" y="303389"/>
                  </a:lnTo>
                  <a:lnTo>
                    <a:pt x="593051" y="331529"/>
                  </a:lnTo>
                  <a:lnTo>
                    <a:pt x="552549" y="355830"/>
                  </a:lnTo>
                  <a:lnTo>
                    <a:pt x="505648" y="375722"/>
                  </a:lnTo>
                  <a:lnTo>
                    <a:pt x="453297" y="390636"/>
                  </a:lnTo>
                  <a:lnTo>
                    <a:pt x="396445" y="400001"/>
                  </a:lnTo>
                  <a:lnTo>
                    <a:pt x="336041" y="403250"/>
                  </a:lnTo>
                  <a:lnTo>
                    <a:pt x="275638" y="400001"/>
                  </a:lnTo>
                  <a:lnTo>
                    <a:pt x="218786" y="390636"/>
                  </a:lnTo>
                  <a:lnTo>
                    <a:pt x="166435" y="375722"/>
                  </a:lnTo>
                  <a:lnTo>
                    <a:pt x="119534" y="355830"/>
                  </a:lnTo>
                  <a:lnTo>
                    <a:pt x="79032" y="331529"/>
                  </a:lnTo>
                  <a:lnTo>
                    <a:pt x="45879" y="303389"/>
                  </a:lnTo>
                  <a:lnTo>
                    <a:pt x="21023" y="271978"/>
                  </a:lnTo>
                  <a:lnTo>
                    <a:pt x="0" y="201625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59012" y="3284739"/>
              <a:ext cx="2400300" cy="327025"/>
            </a:xfrm>
            <a:custGeom>
              <a:avLst/>
              <a:gdLst/>
              <a:ahLst/>
              <a:cxnLst/>
              <a:rect l="l" t="t" r="r" b="b"/>
              <a:pathLst>
                <a:path w="2400300" h="327025">
                  <a:moveTo>
                    <a:pt x="2400300" y="0"/>
                  </a:moveTo>
                  <a:lnTo>
                    <a:pt x="0" y="0"/>
                  </a:lnTo>
                  <a:lnTo>
                    <a:pt x="0" y="326440"/>
                  </a:lnTo>
                  <a:lnTo>
                    <a:pt x="2400300" y="32644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D5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59012" y="3284739"/>
              <a:ext cx="2400300" cy="327025"/>
            </a:xfrm>
            <a:custGeom>
              <a:avLst/>
              <a:gdLst/>
              <a:ahLst/>
              <a:cxnLst/>
              <a:rect l="l" t="t" r="r" b="b"/>
              <a:pathLst>
                <a:path w="2400300" h="327025">
                  <a:moveTo>
                    <a:pt x="0" y="0"/>
                  </a:moveTo>
                  <a:lnTo>
                    <a:pt x="2400299" y="0"/>
                  </a:lnTo>
                  <a:lnTo>
                    <a:pt x="2400299" y="326440"/>
                  </a:lnTo>
                  <a:lnTo>
                    <a:pt x="0" y="326440"/>
                  </a:lnTo>
                  <a:lnTo>
                    <a:pt x="0" y="0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2825" y="1445013"/>
              <a:ext cx="9166860" cy="5083175"/>
            </a:xfrm>
            <a:custGeom>
              <a:avLst/>
              <a:gdLst/>
              <a:ahLst/>
              <a:cxnLst/>
              <a:rect l="l" t="t" r="r" b="b"/>
              <a:pathLst>
                <a:path w="9166860" h="5083175">
                  <a:moveTo>
                    <a:pt x="0" y="0"/>
                  </a:moveTo>
                  <a:lnTo>
                    <a:pt x="9166860" y="0"/>
                  </a:lnTo>
                  <a:lnTo>
                    <a:pt x="9166860" y="5083033"/>
                  </a:lnTo>
                  <a:lnTo>
                    <a:pt x="0" y="5083033"/>
                  </a:lnTo>
                  <a:lnTo>
                    <a:pt x="0" y="0"/>
                  </a:lnTo>
                  <a:close/>
                </a:path>
              </a:pathLst>
            </a:custGeom>
            <a:ln w="20002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635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Let’s</a:t>
            </a:r>
            <a:r>
              <a:rPr spc="-229" dirty="0"/>
              <a:t> </a:t>
            </a:r>
            <a:r>
              <a:rPr spc="-85" dirty="0"/>
              <a:t>try:</a:t>
            </a:r>
            <a:r>
              <a:rPr spc="-225" dirty="0"/>
              <a:t> </a:t>
            </a:r>
            <a:r>
              <a:rPr spc="-100" dirty="0"/>
              <a:t>Subclassing</a:t>
            </a:r>
            <a:r>
              <a:rPr spc="-215" dirty="0"/>
              <a:t> </a:t>
            </a:r>
            <a:r>
              <a:rPr spc="-110" dirty="0"/>
              <a:t>(Movies)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1486" y="1683003"/>
            <a:ext cx="81292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 (partial)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description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movie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scenario.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1486" y="2176779"/>
            <a:ext cx="6292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ac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23136" y="2182961"/>
            <a:ext cx="866140" cy="327025"/>
          </a:xfrm>
          <a:prstGeom prst="rect">
            <a:avLst/>
          </a:prstGeom>
          <a:solidFill>
            <a:srgbClr val="D5FFFF"/>
          </a:solidFill>
          <a:ln w="13334">
            <a:solidFill>
              <a:srgbClr val="292934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50"/>
              </a:spcBef>
            </a:pP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movie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21277" y="2176779"/>
            <a:ext cx="67417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i="1" spc="-5" dirty="0">
                <a:solidFill>
                  <a:srgbClr val="292934"/>
                </a:solidFill>
                <a:latin typeface="Verdana"/>
                <a:cs typeface="Verdana"/>
              </a:rPr>
              <a:t>title</a:t>
            </a:r>
            <a:r>
              <a:rPr sz="2000" i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i="1" spc="-5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;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i="1" spc="-5" dirty="0">
                <a:solidFill>
                  <a:srgbClr val="292934"/>
                </a:solidFill>
                <a:latin typeface="Verdana"/>
                <a:cs typeface="Verdana"/>
              </a:rPr>
              <a:t>title</a:t>
            </a:r>
            <a:r>
              <a:rPr sz="2000" i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i="1" spc="-5" dirty="0">
                <a:solidFill>
                  <a:srgbClr val="292934"/>
                </a:solidFill>
                <a:latin typeface="Verdana"/>
                <a:cs typeface="Verdana"/>
              </a:rPr>
              <a:t>year</a:t>
            </a:r>
            <a:r>
              <a:rPr sz="2000" i="1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together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uniquely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1486" y="2481579"/>
            <a:ext cx="8838565" cy="82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movie.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i="1" spc="-5" dirty="0">
                <a:solidFill>
                  <a:srgbClr val="292934"/>
                </a:solidFill>
                <a:latin typeface="Verdana"/>
                <a:cs typeface="Verdana"/>
              </a:rPr>
              <a:t>Length</a:t>
            </a:r>
            <a:r>
              <a:rPr sz="2000" i="1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i="1" spc="-5" dirty="0">
                <a:solidFill>
                  <a:srgbClr val="292934"/>
                </a:solidFill>
                <a:latin typeface="Verdana"/>
                <a:cs typeface="Verdana"/>
              </a:rPr>
              <a:t>genre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maintained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movie.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Among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the special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kinds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movies,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we might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store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our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1486" y="3283203"/>
            <a:ext cx="4368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1909" y="3284739"/>
            <a:ext cx="1190625" cy="327025"/>
          </a:xfrm>
          <a:prstGeom prst="rect">
            <a:avLst/>
          </a:prstGeom>
          <a:solidFill>
            <a:srgbClr val="D5FFFF"/>
          </a:solidFill>
          <a:ln w="13334">
            <a:solidFill>
              <a:srgbClr val="292934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72390">
              <a:lnSpc>
                <a:spcPct val="100000"/>
              </a:lnSpc>
              <a:spcBef>
                <a:spcPts val="85"/>
              </a:spcBef>
            </a:pP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cartoons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50412" y="3283203"/>
            <a:ext cx="29375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0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murder</a:t>
            </a:r>
            <a:r>
              <a:rPr sz="20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mysteries.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1486" y="3776979"/>
            <a:ext cx="878522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cartoon has,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in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addition to the attributes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relationships of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i="1" spc="-5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, an additional relationship called </a:t>
            </a:r>
            <a:r>
              <a:rPr sz="2000" i="1" spc="-5" dirty="0">
                <a:solidFill>
                  <a:srgbClr val="292934"/>
                </a:solidFill>
                <a:latin typeface="Verdana"/>
                <a:cs typeface="Verdana"/>
              </a:rPr>
              <a:t>Voices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that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gives us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set of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stars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who speak, but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 not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appear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in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movie.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are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cartoons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not 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such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stars.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Murder-mysteries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have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additional attribute </a:t>
            </a:r>
            <a:r>
              <a:rPr sz="2000" i="1" spc="-10" dirty="0">
                <a:solidFill>
                  <a:srgbClr val="292934"/>
                </a:solidFill>
                <a:latin typeface="Verdana"/>
                <a:cs typeface="Verdana"/>
              </a:rPr>
              <a:t>weapon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 marL="12700" marR="647700">
              <a:lnSpc>
                <a:spcPct val="104000"/>
              </a:lnSpc>
              <a:spcBef>
                <a:spcPts val="1320"/>
              </a:spcBef>
            </a:pP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Draw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an E-R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diagram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show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connections among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the three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sets: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i="1" spc="-5" dirty="0">
                <a:solidFill>
                  <a:srgbClr val="292934"/>
                </a:solidFill>
                <a:latin typeface="Verdana"/>
                <a:cs typeface="Verdana"/>
              </a:rPr>
              <a:t>Movies,</a:t>
            </a:r>
            <a:r>
              <a:rPr sz="2000" i="1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i="1" spc="-10" dirty="0">
                <a:solidFill>
                  <a:srgbClr val="292934"/>
                </a:solidFill>
                <a:latin typeface="Verdana"/>
                <a:cs typeface="Verdana"/>
              </a:rPr>
              <a:t>Cartoons,</a:t>
            </a:r>
            <a:r>
              <a:rPr sz="2000" i="1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0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i="1" spc="-5" dirty="0">
                <a:solidFill>
                  <a:srgbClr val="292934"/>
                </a:solidFill>
                <a:latin typeface="Verdana"/>
                <a:cs typeface="Verdana"/>
              </a:rPr>
              <a:t>Murder-Mysteries.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877148" y="2151749"/>
            <a:ext cx="1747520" cy="349885"/>
          </a:xfrm>
          <a:custGeom>
            <a:avLst/>
            <a:gdLst/>
            <a:ahLst/>
            <a:cxnLst/>
            <a:rect l="l" t="t" r="r" b="b"/>
            <a:pathLst>
              <a:path w="1747520" h="349885">
                <a:moveTo>
                  <a:pt x="0" y="58272"/>
                </a:moveTo>
                <a:lnTo>
                  <a:pt x="4579" y="35590"/>
                </a:lnTo>
                <a:lnTo>
                  <a:pt x="17067" y="17067"/>
                </a:lnTo>
                <a:lnTo>
                  <a:pt x="35589" y="4579"/>
                </a:lnTo>
                <a:lnTo>
                  <a:pt x="58272" y="0"/>
                </a:lnTo>
                <a:lnTo>
                  <a:pt x="1689146" y="0"/>
                </a:lnTo>
                <a:lnTo>
                  <a:pt x="1711828" y="4579"/>
                </a:lnTo>
                <a:lnTo>
                  <a:pt x="1730350" y="17067"/>
                </a:lnTo>
                <a:lnTo>
                  <a:pt x="1742838" y="35590"/>
                </a:lnTo>
                <a:lnTo>
                  <a:pt x="1747418" y="58272"/>
                </a:lnTo>
                <a:lnTo>
                  <a:pt x="1747418" y="291350"/>
                </a:lnTo>
                <a:lnTo>
                  <a:pt x="1742838" y="314032"/>
                </a:lnTo>
                <a:lnTo>
                  <a:pt x="1730350" y="332555"/>
                </a:lnTo>
                <a:lnTo>
                  <a:pt x="1711828" y="345043"/>
                </a:lnTo>
                <a:lnTo>
                  <a:pt x="1689146" y="349622"/>
                </a:lnTo>
                <a:lnTo>
                  <a:pt x="58272" y="349622"/>
                </a:lnTo>
                <a:lnTo>
                  <a:pt x="35589" y="345043"/>
                </a:lnTo>
                <a:lnTo>
                  <a:pt x="17067" y="332555"/>
                </a:lnTo>
                <a:lnTo>
                  <a:pt x="4579" y="314032"/>
                </a:lnTo>
                <a:lnTo>
                  <a:pt x="0" y="291350"/>
                </a:lnTo>
                <a:lnTo>
                  <a:pt x="0" y="58272"/>
                </a:lnTo>
                <a:close/>
              </a:path>
            </a:pathLst>
          </a:custGeom>
          <a:ln w="3000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600" y="279400"/>
            <a:ext cx="9601200" cy="894715"/>
            <a:chOff x="228600" y="279400"/>
            <a:chExt cx="9601200" cy="894715"/>
          </a:xfrm>
        </p:grpSpPr>
        <p:sp>
          <p:nvSpPr>
            <p:cNvPr id="3" name="object 3"/>
            <p:cNvSpPr/>
            <p:nvPr/>
          </p:nvSpPr>
          <p:spPr>
            <a:xfrm>
              <a:off x="228600" y="1158563"/>
              <a:ext cx="9601200" cy="0"/>
            </a:xfrm>
            <a:custGeom>
              <a:avLst/>
              <a:gdLst/>
              <a:ahLst/>
              <a:cxnLst/>
              <a:rect l="l" t="t" r="r" b="b"/>
              <a:pathLst>
                <a:path w="9601200">
                  <a:moveTo>
                    <a:pt x="0" y="0"/>
                  </a:moveTo>
                  <a:lnTo>
                    <a:pt x="9601199" y="1"/>
                  </a:lnTo>
                </a:path>
              </a:pathLst>
            </a:custGeom>
            <a:ln w="30003">
              <a:solidFill>
                <a:srgbClr val="431F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00" y="279400"/>
              <a:ext cx="9601200" cy="864235"/>
            </a:xfrm>
            <a:custGeom>
              <a:avLst/>
              <a:gdLst/>
              <a:ahLst/>
              <a:cxnLst/>
              <a:rect l="l" t="t" r="r" b="b"/>
              <a:pathLst>
                <a:path w="9601200" h="864235">
                  <a:moveTo>
                    <a:pt x="9601200" y="0"/>
                  </a:moveTo>
                  <a:lnTo>
                    <a:pt x="0" y="0"/>
                  </a:lnTo>
                  <a:lnTo>
                    <a:pt x="0" y="864107"/>
                  </a:lnTo>
                  <a:lnTo>
                    <a:pt x="9601200" y="864107"/>
                  </a:lnTo>
                  <a:lnTo>
                    <a:pt x="9601200" y="0"/>
                  </a:lnTo>
                  <a:close/>
                </a:path>
              </a:pathLst>
            </a:custGeom>
            <a:solidFill>
              <a:srgbClr val="E6E6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99226" y="2513584"/>
            <a:ext cx="8489950" cy="1899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Done</a:t>
            </a:r>
            <a:r>
              <a:rPr sz="2300" b="1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 building</a:t>
            </a:r>
            <a:r>
              <a:rPr sz="2300" b="1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blocks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Let’s</a:t>
            </a:r>
            <a:r>
              <a:rPr sz="2300" b="1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transition</a:t>
            </a:r>
            <a:r>
              <a:rPr sz="2300" b="1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b="1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300" b="1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decision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300" b="1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converting</a:t>
            </a:r>
            <a:r>
              <a:rPr sz="2300" b="1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300" b="1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300" b="1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300" b="1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Relational designs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algn="ctr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Recap</a:t>
            </a:r>
            <a:r>
              <a:rPr sz="3800" dirty="0"/>
              <a:t>:</a:t>
            </a:r>
            <a:r>
              <a:rPr sz="3800" spc="-229" dirty="0"/>
              <a:t> </a:t>
            </a:r>
            <a:r>
              <a:rPr sz="3800" spc="-120" dirty="0"/>
              <a:t>E</a:t>
            </a:r>
            <a:r>
              <a:rPr sz="3800" spc="-125" dirty="0"/>
              <a:t>n</a:t>
            </a:r>
            <a:r>
              <a:rPr sz="3800" spc="-120" dirty="0"/>
              <a:t>tit</a:t>
            </a:r>
            <a:r>
              <a:rPr sz="3800" dirty="0"/>
              <a:t>y</a:t>
            </a:r>
            <a:r>
              <a:rPr sz="3800" spc="-245" dirty="0"/>
              <a:t> </a:t>
            </a:r>
            <a:r>
              <a:rPr sz="3800" spc="-120" dirty="0"/>
              <a:t>v</a:t>
            </a:r>
            <a:r>
              <a:rPr sz="3800" spc="-114" dirty="0"/>
              <a:t>s</a:t>
            </a:r>
            <a:r>
              <a:rPr sz="3800" dirty="0"/>
              <a:t>.</a:t>
            </a:r>
            <a:r>
              <a:rPr sz="3800" spc="-235" dirty="0"/>
              <a:t> </a:t>
            </a:r>
            <a:r>
              <a:rPr sz="3800" spc="-114" dirty="0"/>
              <a:t>A</a:t>
            </a:r>
            <a:r>
              <a:rPr sz="3800" spc="-120" dirty="0"/>
              <a:t>ttri</a:t>
            </a:r>
            <a:r>
              <a:rPr sz="3800" spc="-125" dirty="0"/>
              <a:t>bu</a:t>
            </a:r>
            <a:r>
              <a:rPr sz="3800" spc="-120" dirty="0"/>
              <a:t>t</a:t>
            </a:r>
            <a:r>
              <a:rPr sz="3800" dirty="0"/>
              <a:t>e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609095" y="1242567"/>
            <a:ext cx="7952740" cy="729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75"/>
              </a:spcBef>
            </a:pPr>
            <a:r>
              <a:rPr sz="2300" b="1" spc="5" dirty="0">
                <a:solidFill>
                  <a:srgbClr val="292934"/>
                </a:solidFill>
                <a:latin typeface="Verdana"/>
                <a:cs typeface="Verdana"/>
              </a:rPr>
              <a:t>What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are main differences between entities and </a:t>
            </a:r>
            <a:r>
              <a:rPr sz="2300" b="1" spc="-7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attributes?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38" y="2252979"/>
            <a:ext cx="9121140" cy="4695825"/>
          </a:xfrm>
          <a:prstGeom prst="rect">
            <a:avLst/>
          </a:prstGeom>
          <a:ln w="20002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1019810" marR="451484" indent="-192405">
              <a:lnSpc>
                <a:spcPts val="2300"/>
              </a:lnSpc>
              <a:spcBef>
                <a:spcPts val="1775"/>
              </a:spcBef>
              <a:buSzPct val="85714"/>
              <a:buFont typeface="Arial MT"/>
              <a:buChar char="•"/>
              <a:tabLst>
                <a:tab pos="1020444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Entities can model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situations that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attribute cannot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model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naturally</a:t>
            </a:r>
            <a:endParaRPr sz="2100">
              <a:latin typeface="Verdana"/>
              <a:cs typeface="Verdana"/>
            </a:endParaRPr>
          </a:p>
          <a:p>
            <a:pPr marL="1019810" indent="-192405">
              <a:lnSpc>
                <a:spcPct val="100000"/>
              </a:lnSpc>
              <a:spcBef>
                <a:spcPts val="1835"/>
              </a:spcBef>
              <a:buSzPct val="85714"/>
              <a:buFont typeface="Arial MT"/>
              <a:buChar char="•"/>
              <a:tabLst>
                <a:tab pos="1020444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participate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relationships</a:t>
            </a:r>
            <a:endParaRPr sz="2100">
              <a:latin typeface="Verdana"/>
              <a:cs typeface="Verdana"/>
            </a:endParaRPr>
          </a:p>
          <a:p>
            <a:pPr marL="1019810" indent="-192405">
              <a:lnSpc>
                <a:spcPct val="100000"/>
              </a:lnSpc>
              <a:spcBef>
                <a:spcPts val="1875"/>
              </a:spcBef>
              <a:buSzPct val="85714"/>
              <a:buFont typeface="Arial MT"/>
              <a:buChar char="•"/>
              <a:tabLst>
                <a:tab pos="1020444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292934"/>
              </a:buClr>
              <a:buFont typeface="Arial MT"/>
              <a:buChar char="•"/>
            </a:pPr>
            <a:endParaRPr sz="3100">
              <a:latin typeface="Verdana"/>
              <a:cs typeface="Verdana"/>
            </a:endParaRPr>
          </a:p>
          <a:p>
            <a:pPr marL="1019810" indent="-192405">
              <a:lnSpc>
                <a:spcPct val="100000"/>
              </a:lnSpc>
              <a:spcBef>
                <a:spcPts val="5"/>
              </a:spcBef>
              <a:buSzPct val="85714"/>
              <a:buFont typeface="Arial MT"/>
              <a:buChar char="•"/>
              <a:tabLst>
                <a:tab pos="1020444" algn="l"/>
              </a:tabLst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any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Design</a:t>
            </a:r>
            <a:r>
              <a:rPr spc="-250" dirty="0"/>
              <a:t> </a:t>
            </a:r>
            <a:r>
              <a:rPr spc="-100" dirty="0"/>
              <a:t>Decision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31343" y="3274570"/>
            <a:ext cx="1164590" cy="540385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29540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02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7133" y="3257425"/>
            <a:ext cx="1164590" cy="540385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28270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101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25805" y="3200288"/>
            <a:ext cx="1966595" cy="668020"/>
            <a:chOff x="4225805" y="3200288"/>
            <a:chExt cx="1966595" cy="668020"/>
          </a:xfrm>
        </p:grpSpPr>
        <p:sp>
          <p:nvSpPr>
            <p:cNvPr id="6" name="object 6"/>
            <p:cNvSpPr/>
            <p:nvPr/>
          </p:nvSpPr>
          <p:spPr>
            <a:xfrm>
              <a:off x="4230885" y="3205368"/>
              <a:ext cx="1520190" cy="657860"/>
            </a:xfrm>
            <a:custGeom>
              <a:avLst/>
              <a:gdLst/>
              <a:ahLst/>
              <a:cxnLst/>
              <a:rect l="l" t="t" r="r" b="b"/>
              <a:pathLst>
                <a:path w="1520189" h="657860">
                  <a:moveTo>
                    <a:pt x="759900" y="0"/>
                  </a:moveTo>
                  <a:lnTo>
                    <a:pt x="0" y="328899"/>
                  </a:lnTo>
                  <a:lnTo>
                    <a:pt x="759900" y="657799"/>
                  </a:lnTo>
                  <a:lnTo>
                    <a:pt x="1519801" y="328899"/>
                  </a:lnTo>
                  <a:lnTo>
                    <a:pt x="7599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30885" y="3205368"/>
              <a:ext cx="1520190" cy="657860"/>
            </a:xfrm>
            <a:custGeom>
              <a:avLst/>
              <a:gdLst/>
              <a:ahLst/>
              <a:cxnLst/>
              <a:rect l="l" t="t" r="r" b="b"/>
              <a:pathLst>
                <a:path w="1520189" h="657860">
                  <a:moveTo>
                    <a:pt x="0" y="328899"/>
                  </a:moveTo>
                  <a:lnTo>
                    <a:pt x="759900" y="0"/>
                  </a:lnTo>
                  <a:lnTo>
                    <a:pt x="1519801" y="328899"/>
                  </a:lnTo>
                  <a:lnTo>
                    <a:pt x="759900" y="657798"/>
                  </a:lnTo>
                  <a:lnTo>
                    <a:pt x="0" y="328899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50687" y="3527328"/>
              <a:ext cx="436880" cy="6985"/>
            </a:xfrm>
            <a:custGeom>
              <a:avLst/>
              <a:gdLst/>
              <a:ahLst/>
              <a:cxnLst/>
              <a:rect l="l" t="t" r="r" b="b"/>
              <a:pathLst>
                <a:path w="436879" h="6985">
                  <a:moveTo>
                    <a:pt x="436446" y="0"/>
                  </a:moveTo>
                  <a:lnTo>
                    <a:pt x="0" y="694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741612" y="3394455"/>
            <a:ext cx="47688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buy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2375" y="4228624"/>
            <a:ext cx="1164590" cy="540385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29540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02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vendor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05508" y="2225665"/>
            <a:ext cx="998219" cy="486409"/>
            <a:chOff x="4705508" y="2225665"/>
            <a:chExt cx="998219" cy="486409"/>
          </a:xfrm>
        </p:grpSpPr>
        <p:sp>
          <p:nvSpPr>
            <p:cNvPr id="12" name="object 12"/>
            <p:cNvSpPr/>
            <p:nvPr/>
          </p:nvSpPr>
          <p:spPr>
            <a:xfrm>
              <a:off x="4710508" y="2230666"/>
              <a:ext cx="988060" cy="476250"/>
            </a:xfrm>
            <a:custGeom>
              <a:avLst/>
              <a:gdLst/>
              <a:ahLst/>
              <a:cxnLst/>
              <a:rect l="l" t="t" r="r" b="b"/>
              <a:pathLst>
                <a:path w="988060" h="476250">
                  <a:moveTo>
                    <a:pt x="493866" y="0"/>
                  </a:moveTo>
                  <a:lnTo>
                    <a:pt x="431916" y="1854"/>
                  </a:lnTo>
                  <a:lnTo>
                    <a:pt x="372263" y="7270"/>
                  </a:lnTo>
                  <a:lnTo>
                    <a:pt x="315369" y="16024"/>
                  </a:lnTo>
                  <a:lnTo>
                    <a:pt x="261696" y="27892"/>
                  </a:lnTo>
                  <a:lnTo>
                    <a:pt x="211709" y="42652"/>
                  </a:lnTo>
                  <a:lnTo>
                    <a:pt x="165869" y="60081"/>
                  </a:lnTo>
                  <a:lnTo>
                    <a:pt x="124640" y="79955"/>
                  </a:lnTo>
                  <a:lnTo>
                    <a:pt x="88484" y="102051"/>
                  </a:lnTo>
                  <a:lnTo>
                    <a:pt x="57864" y="126147"/>
                  </a:lnTo>
                  <a:lnTo>
                    <a:pt x="15083" y="179443"/>
                  </a:lnTo>
                  <a:lnTo>
                    <a:pt x="0" y="238060"/>
                  </a:lnTo>
                  <a:lnTo>
                    <a:pt x="3847" y="267922"/>
                  </a:lnTo>
                  <a:lnTo>
                    <a:pt x="33242" y="324102"/>
                  </a:lnTo>
                  <a:lnTo>
                    <a:pt x="88484" y="374070"/>
                  </a:lnTo>
                  <a:lnTo>
                    <a:pt x="124640" y="396166"/>
                  </a:lnTo>
                  <a:lnTo>
                    <a:pt x="165869" y="416040"/>
                  </a:lnTo>
                  <a:lnTo>
                    <a:pt x="211709" y="433469"/>
                  </a:lnTo>
                  <a:lnTo>
                    <a:pt x="261696" y="448229"/>
                  </a:lnTo>
                  <a:lnTo>
                    <a:pt x="315369" y="460097"/>
                  </a:lnTo>
                  <a:lnTo>
                    <a:pt x="372263" y="468851"/>
                  </a:lnTo>
                  <a:lnTo>
                    <a:pt x="431916" y="474266"/>
                  </a:lnTo>
                  <a:lnTo>
                    <a:pt x="493866" y="476121"/>
                  </a:lnTo>
                  <a:lnTo>
                    <a:pt x="555815" y="474266"/>
                  </a:lnTo>
                  <a:lnTo>
                    <a:pt x="615468" y="468851"/>
                  </a:lnTo>
                  <a:lnTo>
                    <a:pt x="672362" y="460097"/>
                  </a:lnTo>
                  <a:lnTo>
                    <a:pt x="726034" y="448229"/>
                  </a:lnTo>
                  <a:lnTo>
                    <a:pt x="776022" y="433469"/>
                  </a:lnTo>
                  <a:lnTo>
                    <a:pt x="821862" y="416040"/>
                  </a:lnTo>
                  <a:lnTo>
                    <a:pt x="863091" y="396166"/>
                  </a:lnTo>
                  <a:lnTo>
                    <a:pt x="899247" y="374070"/>
                  </a:lnTo>
                  <a:lnTo>
                    <a:pt x="929868" y="349974"/>
                  </a:lnTo>
                  <a:lnTo>
                    <a:pt x="972649" y="296677"/>
                  </a:lnTo>
                  <a:lnTo>
                    <a:pt x="987732" y="238060"/>
                  </a:lnTo>
                  <a:lnTo>
                    <a:pt x="983884" y="208198"/>
                  </a:lnTo>
                  <a:lnTo>
                    <a:pt x="954489" y="152018"/>
                  </a:lnTo>
                  <a:lnTo>
                    <a:pt x="899247" y="102051"/>
                  </a:lnTo>
                  <a:lnTo>
                    <a:pt x="863091" y="79955"/>
                  </a:lnTo>
                  <a:lnTo>
                    <a:pt x="821862" y="60081"/>
                  </a:lnTo>
                  <a:lnTo>
                    <a:pt x="776022" y="42652"/>
                  </a:lnTo>
                  <a:lnTo>
                    <a:pt x="726034" y="27892"/>
                  </a:lnTo>
                  <a:lnTo>
                    <a:pt x="672362" y="16024"/>
                  </a:lnTo>
                  <a:lnTo>
                    <a:pt x="615468" y="7270"/>
                  </a:lnTo>
                  <a:lnTo>
                    <a:pt x="555815" y="1854"/>
                  </a:lnTo>
                  <a:lnTo>
                    <a:pt x="49386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10508" y="2230666"/>
              <a:ext cx="988060" cy="476250"/>
            </a:xfrm>
            <a:custGeom>
              <a:avLst/>
              <a:gdLst/>
              <a:ahLst/>
              <a:cxnLst/>
              <a:rect l="l" t="t" r="r" b="b"/>
              <a:pathLst>
                <a:path w="988060" h="476250">
                  <a:moveTo>
                    <a:pt x="0" y="238060"/>
                  </a:moveTo>
                  <a:lnTo>
                    <a:pt x="15083" y="179443"/>
                  </a:lnTo>
                  <a:lnTo>
                    <a:pt x="57864" y="126147"/>
                  </a:lnTo>
                  <a:lnTo>
                    <a:pt x="88484" y="102051"/>
                  </a:lnTo>
                  <a:lnTo>
                    <a:pt x="124640" y="79955"/>
                  </a:lnTo>
                  <a:lnTo>
                    <a:pt x="165870" y="60081"/>
                  </a:lnTo>
                  <a:lnTo>
                    <a:pt x="211709" y="42652"/>
                  </a:lnTo>
                  <a:lnTo>
                    <a:pt x="261697" y="27892"/>
                  </a:lnTo>
                  <a:lnTo>
                    <a:pt x="315369" y="16024"/>
                  </a:lnTo>
                  <a:lnTo>
                    <a:pt x="372263" y="7270"/>
                  </a:lnTo>
                  <a:lnTo>
                    <a:pt x="431916" y="1854"/>
                  </a:lnTo>
                  <a:lnTo>
                    <a:pt x="493866" y="0"/>
                  </a:lnTo>
                  <a:lnTo>
                    <a:pt x="555815" y="1854"/>
                  </a:lnTo>
                  <a:lnTo>
                    <a:pt x="615469" y="7270"/>
                  </a:lnTo>
                  <a:lnTo>
                    <a:pt x="672363" y="16024"/>
                  </a:lnTo>
                  <a:lnTo>
                    <a:pt x="726035" y="27892"/>
                  </a:lnTo>
                  <a:lnTo>
                    <a:pt x="776022" y="42652"/>
                  </a:lnTo>
                  <a:lnTo>
                    <a:pt x="821862" y="60081"/>
                  </a:lnTo>
                  <a:lnTo>
                    <a:pt x="863092" y="79955"/>
                  </a:lnTo>
                  <a:lnTo>
                    <a:pt x="899248" y="102051"/>
                  </a:lnTo>
                  <a:lnTo>
                    <a:pt x="929868" y="126147"/>
                  </a:lnTo>
                  <a:lnTo>
                    <a:pt x="972649" y="179443"/>
                  </a:lnTo>
                  <a:lnTo>
                    <a:pt x="987732" y="238060"/>
                  </a:lnTo>
                  <a:lnTo>
                    <a:pt x="983884" y="267922"/>
                  </a:lnTo>
                  <a:lnTo>
                    <a:pt x="954489" y="324102"/>
                  </a:lnTo>
                  <a:lnTo>
                    <a:pt x="899248" y="374069"/>
                  </a:lnTo>
                  <a:lnTo>
                    <a:pt x="863092" y="396166"/>
                  </a:lnTo>
                  <a:lnTo>
                    <a:pt x="821862" y="416040"/>
                  </a:lnTo>
                  <a:lnTo>
                    <a:pt x="776022" y="433468"/>
                  </a:lnTo>
                  <a:lnTo>
                    <a:pt x="726035" y="448228"/>
                  </a:lnTo>
                  <a:lnTo>
                    <a:pt x="672363" y="460097"/>
                  </a:lnTo>
                  <a:lnTo>
                    <a:pt x="615469" y="468850"/>
                  </a:lnTo>
                  <a:lnTo>
                    <a:pt x="555815" y="474266"/>
                  </a:lnTo>
                  <a:lnTo>
                    <a:pt x="493866" y="476121"/>
                  </a:lnTo>
                  <a:lnTo>
                    <a:pt x="431916" y="474266"/>
                  </a:lnTo>
                  <a:lnTo>
                    <a:pt x="372263" y="468850"/>
                  </a:lnTo>
                  <a:lnTo>
                    <a:pt x="315369" y="460097"/>
                  </a:lnTo>
                  <a:lnTo>
                    <a:pt x="261697" y="448228"/>
                  </a:lnTo>
                  <a:lnTo>
                    <a:pt x="211709" y="433468"/>
                  </a:lnTo>
                  <a:lnTo>
                    <a:pt x="165870" y="416040"/>
                  </a:lnTo>
                  <a:lnTo>
                    <a:pt x="124640" y="396166"/>
                  </a:lnTo>
                  <a:lnTo>
                    <a:pt x="88484" y="374069"/>
                  </a:lnTo>
                  <a:lnTo>
                    <a:pt x="57864" y="349974"/>
                  </a:lnTo>
                  <a:lnTo>
                    <a:pt x="15083" y="296677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960811" y="2315464"/>
            <a:ext cx="4889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97846" y="1626515"/>
            <a:ext cx="3179445" cy="907415"/>
            <a:chOff x="5797846" y="1626515"/>
            <a:chExt cx="3179445" cy="907415"/>
          </a:xfrm>
        </p:grpSpPr>
        <p:sp>
          <p:nvSpPr>
            <p:cNvPr id="16" name="object 16"/>
            <p:cNvSpPr/>
            <p:nvPr/>
          </p:nvSpPr>
          <p:spPr>
            <a:xfrm>
              <a:off x="5804513" y="1633183"/>
              <a:ext cx="3166110" cy="894080"/>
            </a:xfrm>
            <a:custGeom>
              <a:avLst/>
              <a:gdLst/>
              <a:ahLst/>
              <a:cxnLst/>
              <a:rect l="l" t="t" r="r" b="b"/>
              <a:pathLst>
                <a:path w="3166109" h="894080">
                  <a:moveTo>
                    <a:pt x="3165623" y="744764"/>
                  </a:moveTo>
                  <a:lnTo>
                    <a:pt x="370989" y="744764"/>
                  </a:lnTo>
                  <a:lnTo>
                    <a:pt x="378583" y="791846"/>
                  </a:lnTo>
                  <a:lnTo>
                    <a:pt x="399729" y="832735"/>
                  </a:lnTo>
                  <a:lnTo>
                    <a:pt x="431973" y="864980"/>
                  </a:lnTo>
                  <a:lnTo>
                    <a:pt x="472863" y="886126"/>
                  </a:lnTo>
                  <a:lnTo>
                    <a:pt x="519944" y="893720"/>
                  </a:lnTo>
                  <a:lnTo>
                    <a:pt x="3016669" y="893720"/>
                  </a:lnTo>
                  <a:lnTo>
                    <a:pt x="3063750" y="886126"/>
                  </a:lnTo>
                  <a:lnTo>
                    <a:pt x="3104639" y="864980"/>
                  </a:lnTo>
                  <a:lnTo>
                    <a:pt x="3136884" y="832735"/>
                  </a:lnTo>
                  <a:lnTo>
                    <a:pt x="3158029" y="791846"/>
                  </a:lnTo>
                  <a:lnTo>
                    <a:pt x="3165623" y="744764"/>
                  </a:lnTo>
                  <a:close/>
                </a:path>
                <a:path w="3166109" h="894080">
                  <a:moveTo>
                    <a:pt x="3016669" y="0"/>
                  </a:moveTo>
                  <a:lnTo>
                    <a:pt x="519944" y="0"/>
                  </a:lnTo>
                  <a:lnTo>
                    <a:pt x="472863" y="7593"/>
                  </a:lnTo>
                  <a:lnTo>
                    <a:pt x="431973" y="28740"/>
                  </a:lnTo>
                  <a:lnTo>
                    <a:pt x="399729" y="60984"/>
                  </a:lnTo>
                  <a:lnTo>
                    <a:pt x="378583" y="101875"/>
                  </a:lnTo>
                  <a:lnTo>
                    <a:pt x="370989" y="148957"/>
                  </a:lnTo>
                  <a:lnTo>
                    <a:pt x="370989" y="521337"/>
                  </a:lnTo>
                  <a:lnTo>
                    <a:pt x="0" y="823921"/>
                  </a:lnTo>
                  <a:lnTo>
                    <a:pt x="370989" y="744764"/>
                  </a:lnTo>
                  <a:lnTo>
                    <a:pt x="3165623" y="744764"/>
                  </a:lnTo>
                  <a:lnTo>
                    <a:pt x="3165623" y="148957"/>
                  </a:lnTo>
                  <a:lnTo>
                    <a:pt x="3158029" y="101875"/>
                  </a:lnTo>
                  <a:lnTo>
                    <a:pt x="3136884" y="60984"/>
                  </a:lnTo>
                  <a:lnTo>
                    <a:pt x="3104639" y="28740"/>
                  </a:lnTo>
                  <a:lnTo>
                    <a:pt x="3063750" y="7593"/>
                  </a:lnTo>
                  <a:lnTo>
                    <a:pt x="3016669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04514" y="1633183"/>
              <a:ext cx="3166110" cy="894080"/>
            </a:xfrm>
            <a:custGeom>
              <a:avLst/>
              <a:gdLst/>
              <a:ahLst/>
              <a:cxnLst/>
              <a:rect l="l" t="t" r="r" b="b"/>
              <a:pathLst>
                <a:path w="3166109" h="894080">
                  <a:moveTo>
                    <a:pt x="370989" y="148955"/>
                  </a:moveTo>
                  <a:lnTo>
                    <a:pt x="378582" y="101874"/>
                  </a:lnTo>
                  <a:lnTo>
                    <a:pt x="399728" y="60984"/>
                  </a:lnTo>
                  <a:lnTo>
                    <a:pt x="431973" y="28739"/>
                  </a:lnTo>
                  <a:lnTo>
                    <a:pt x="472863" y="7593"/>
                  </a:lnTo>
                  <a:lnTo>
                    <a:pt x="519944" y="0"/>
                  </a:lnTo>
                  <a:lnTo>
                    <a:pt x="836761" y="0"/>
                  </a:lnTo>
                  <a:lnTo>
                    <a:pt x="1535419" y="0"/>
                  </a:lnTo>
                  <a:lnTo>
                    <a:pt x="3016668" y="0"/>
                  </a:lnTo>
                  <a:lnTo>
                    <a:pt x="3063749" y="7593"/>
                  </a:lnTo>
                  <a:lnTo>
                    <a:pt x="3104639" y="28739"/>
                  </a:lnTo>
                  <a:lnTo>
                    <a:pt x="3136883" y="60984"/>
                  </a:lnTo>
                  <a:lnTo>
                    <a:pt x="3158029" y="101874"/>
                  </a:lnTo>
                  <a:lnTo>
                    <a:pt x="3165623" y="148955"/>
                  </a:lnTo>
                  <a:lnTo>
                    <a:pt x="3165623" y="521336"/>
                  </a:lnTo>
                  <a:lnTo>
                    <a:pt x="3165623" y="744767"/>
                  </a:lnTo>
                  <a:lnTo>
                    <a:pt x="3158029" y="791845"/>
                  </a:lnTo>
                  <a:lnTo>
                    <a:pt x="3136883" y="832735"/>
                  </a:lnTo>
                  <a:lnTo>
                    <a:pt x="3104639" y="864980"/>
                  </a:lnTo>
                  <a:lnTo>
                    <a:pt x="3063749" y="886126"/>
                  </a:lnTo>
                  <a:lnTo>
                    <a:pt x="3016668" y="893720"/>
                  </a:lnTo>
                  <a:lnTo>
                    <a:pt x="1535419" y="893720"/>
                  </a:lnTo>
                  <a:lnTo>
                    <a:pt x="836761" y="893720"/>
                  </a:lnTo>
                  <a:lnTo>
                    <a:pt x="519944" y="893720"/>
                  </a:lnTo>
                  <a:lnTo>
                    <a:pt x="472863" y="886126"/>
                  </a:lnTo>
                  <a:lnTo>
                    <a:pt x="431973" y="864980"/>
                  </a:lnTo>
                  <a:lnTo>
                    <a:pt x="399728" y="832735"/>
                  </a:lnTo>
                  <a:lnTo>
                    <a:pt x="378582" y="791845"/>
                  </a:lnTo>
                  <a:lnTo>
                    <a:pt x="370989" y="744764"/>
                  </a:lnTo>
                  <a:lnTo>
                    <a:pt x="0" y="823921"/>
                  </a:lnTo>
                  <a:lnTo>
                    <a:pt x="370989" y="521336"/>
                  </a:lnTo>
                  <a:lnTo>
                    <a:pt x="370989" y="148955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30800" y="1681479"/>
            <a:ext cx="2483485" cy="75692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547370">
              <a:lnSpc>
                <a:spcPct val="91200"/>
              </a:lnSpc>
              <a:spcBef>
                <a:spcPts val="280"/>
              </a:spcBef>
            </a:pP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For each tuple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Arial MT"/>
                <a:cs typeface="Arial MT"/>
              </a:rPr>
              <a:t>(person,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product, </a:t>
            </a:r>
            <a:r>
              <a:rPr sz="1700" spc="-15" dirty="0">
                <a:solidFill>
                  <a:srgbClr val="FFFFFF"/>
                </a:solidFill>
                <a:latin typeface="Arial MT"/>
                <a:cs typeface="Arial MT"/>
              </a:rPr>
              <a:t>vendor), </a:t>
            </a:r>
            <a:r>
              <a:rPr sz="1700" spc="-45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there</a:t>
            </a:r>
            <a:r>
              <a:rPr sz="17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7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7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r>
              <a:rPr sz="17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price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95043" y="3294292"/>
            <a:ext cx="1176020" cy="486409"/>
            <a:chOff x="995043" y="3294292"/>
            <a:chExt cx="1176020" cy="486409"/>
          </a:xfrm>
        </p:grpSpPr>
        <p:sp>
          <p:nvSpPr>
            <p:cNvPr id="20" name="object 20"/>
            <p:cNvSpPr/>
            <p:nvPr/>
          </p:nvSpPr>
          <p:spPr>
            <a:xfrm>
              <a:off x="1000123" y="3299372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60" h="476250">
                  <a:moveTo>
                    <a:pt x="582929" y="0"/>
                  </a:moveTo>
                  <a:lnTo>
                    <a:pt x="514947" y="1601"/>
                  </a:lnTo>
                  <a:lnTo>
                    <a:pt x="449268" y="6287"/>
                  </a:lnTo>
                  <a:lnTo>
                    <a:pt x="386331" y="13878"/>
                  </a:lnTo>
                  <a:lnTo>
                    <a:pt x="326571" y="24196"/>
                  </a:lnTo>
                  <a:lnTo>
                    <a:pt x="270427" y="37063"/>
                  </a:lnTo>
                  <a:lnTo>
                    <a:pt x="218336" y="52299"/>
                  </a:lnTo>
                  <a:lnTo>
                    <a:pt x="170736" y="69726"/>
                  </a:lnTo>
                  <a:lnTo>
                    <a:pt x="128063" y="89165"/>
                  </a:lnTo>
                  <a:lnTo>
                    <a:pt x="90755" y="110439"/>
                  </a:lnTo>
                  <a:lnTo>
                    <a:pt x="59249" y="133367"/>
                  </a:lnTo>
                  <a:lnTo>
                    <a:pt x="15395" y="183475"/>
                  </a:lnTo>
                  <a:lnTo>
                    <a:pt x="0" y="238060"/>
                  </a:lnTo>
                  <a:lnTo>
                    <a:pt x="3921" y="265823"/>
                  </a:lnTo>
                  <a:lnTo>
                    <a:pt x="33983" y="318348"/>
                  </a:lnTo>
                  <a:lnTo>
                    <a:pt x="90755" y="365681"/>
                  </a:lnTo>
                  <a:lnTo>
                    <a:pt x="128063" y="386954"/>
                  </a:lnTo>
                  <a:lnTo>
                    <a:pt x="170736" y="406394"/>
                  </a:lnTo>
                  <a:lnTo>
                    <a:pt x="218336" y="423821"/>
                  </a:lnTo>
                  <a:lnTo>
                    <a:pt x="270427" y="439057"/>
                  </a:lnTo>
                  <a:lnTo>
                    <a:pt x="326571" y="451923"/>
                  </a:lnTo>
                  <a:lnTo>
                    <a:pt x="386331" y="462241"/>
                  </a:lnTo>
                  <a:lnTo>
                    <a:pt x="449268" y="469833"/>
                  </a:lnTo>
                  <a:lnTo>
                    <a:pt x="514947" y="474518"/>
                  </a:lnTo>
                  <a:lnTo>
                    <a:pt x="582929" y="476120"/>
                  </a:lnTo>
                  <a:lnTo>
                    <a:pt x="650911" y="474518"/>
                  </a:lnTo>
                  <a:lnTo>
                    <a:pt x="716589" y="469833"/>
                  </a:lnTo>
                  <a:lnTo>
                    <a:pt x="779527" y="462241"/>
                  </a:lnTo>
                  <a:lnTo>
                    <a:pt x="839287" y="451923"/>
                  </a:lnTo>
                  <a:lnTo>
                    <a:pt x="895431" y="439057"/>
                  </a:lnTo>
                  <a:lnTo>
                    <a:pt x="947522" y="423821"/>
                  </a:lnTo>
                  <a:lnTo>
                    <a:pt x="995123" y="406394"/>
                  </a:lnTo>
                  <a:lnTo>
                    <a:pt x="1037796" y="386954"/>
                  </a:lnTo>
                  <a:lnTo>
                    <a:pt x="1075104" y="365681"/>
                  </a:lnTo>
                  <a:lnTo>
                    <a:pt x="1106609" y="342752"/>
                  </a:lnTo>
                  <a:lnTo>
                    <a:pt x="1150463" y="292645"/>
                  </a:lnTo>
                  <a:lnTo>
                    <a:pt x="1165859" y="238060"/>
                  </a:lnTo>
                  <a:lnTo>
                    <a:pt x="1161937" y="210297"/>
                  </a:lnTo>
                  <a:lnTo>
                    <a:pt x="1131875" y="157772"/>
                  </a:lnTo>
                  <a:lnTo>
                    <a:pt x="1075104" y="110439"/>
                  </a:lnTo>
                  <a:lnTo>
                    <a:pt x="1037796" y="89165"/>
                  </a:lnTo>
                  <a:lnTo>
                    <a:pt x="995123" y="69726"/>
                  </a:lnTo>
                  <a:lnTo>
                    <a:pt x="947522" y="52299"/>
                  </a:lnTo>
                  <a:lnTo>
                    <a:pt x="895431" y="37063"/>
                  </a:lnTo>
                  <a:lnTo>
                    <a:pt x="839287" y="24196"/>
                  </a:lnTo>
                  <a:lnTo>
                    <a:pt x="779527" y="13878"/>
                  </a:lnTo>
                  <a:lnTo>
                    <a:pt x="716589" y="6287"/>
                  </a:lnTo>
                  <a:lnTo>
                    <a:pt x="650911" y="1601"/>
                  </a:lnTo>
                  <a:lnTo>
                    <a:pt x="5829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00123" y="3299372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60" h="476250">
                  <a:moveTo>
                    <a:pt x="0" y="238060"/>
                  </a:moveTo>
                  <a:lnTo>
                    <a:pt x="15395" y="183475"/>
                  </a:lnTo>
                  <a:lnTo>
                    <a:pt x="59249" y="133367"/>
                  </a:lnTo>
                  <a:lnTo>
                    <a:pt x="90755" y="110439"/>
                  </a:lnTo>
                  <a:lnTo>
                    <a:pt x="128063" y="89165"/>
                  </a:lnTo>
                  <a:lnTo>
                    <a:pt x="170736" y="69726"/>
                  </a:lnTo>
                  <a:lnTo>
                    <a:pt x="218336" y="52299"/>
                  </a:lnTo>
                  <a:lnTo>
                    <a:pt x="270427" y="37063"/>
                  </a:lnTo>
                  <a:lnTo>
                    <a:pt x="326571" y="24196"/>
                  </a:lnTo>
                  <a:lnTo>
                    <a:pt x="386331" y="13878"/>
                  </a:lnTo>
                  <a:lnTo>
                    <a:pt x="449269" y="6287"/>
                  </a:lnTo>
                  <a:lnTo>
                    <a:pt x="514947" y="1601"/>
                  </a:lnTo>
                  <a:lnTo>
                    <a:pt x="582929" y="0"/>
                  </a:lnTo>
                  <a:lnTo>
                    <a:pt x="650911" y="1601"/>
                  </a:lnTo>
                  <a:lnTo>
                    <a:pt x="716589" y="6287"/>
                  </a:lnTo>
                  <a:lnTo>
                    <a:pt x="779527" y="13878"/>
                  </a:lnTo>
                  <a:lnTo>
                    <a:pt x="839287" y="24196"/>
                  </a:lnTo>
                  <a:lnTo>
                    <a:pt x="895431" y="37063"/>
                  </a:lnTo>
                  <a:lnTo>
                    <a:pt x="947522" y="52299"/>
                  </a:lnTo>
                  <a:lnTo>
                    <a:pt x="995122" y="69726"/>
                  </a:lnTo>
                  <a:lnTo>
                    <a:pt x="1037795" y="89165"/>
                  </a:lnTo>
                  <a:lnTo>
                    <a:pt x="1075103" y="110439"/>
                  </a:lnTo>
                  <a:lnTo>
                    <a:pt x="1106609" y="133367"/>
                  </a:lnTo>
                  <a:lnTo>
                    <a:pt x="1150463" y="183475"/>
                  </a:lnTo>
                  <a:lnTo>
                    <a:pt x="1165858" y="238060"/>
                  </a:lnTo>
                  <a:lnTo>
                    <a:pt x="1161937" y="265823"/>
                  </a:lnTo>
                  <a:lnTo>
                    <a:pt x="1131874" y="318348"/>
                  </a:lnTo>
                  <a:lnTo>
                    <a:pt x="1075103" y="365682"/>
                  </a:lnTo>
                  <a:lnTo>
                    <a:pt x="1037795" y="386955"/>
                  </a:lnTo>
                  <a:lnTo>
                    <a:pt x="995122" y="406395"/>
                  </a:lnTo>
                  <a:lnTo>
                    <a:pt x="947522" y="423822"/>
                  </a:lnTo>
                  <a:lnTo>
                    <a:pt x="895431" y="439058"/>
                  </a:lnTo>
                  <a:lnTo>
                    <a:pt x="839287" y="451924"/>
                  </a:lnTo>
                  <a:lnTo>
                    <a:pt x="779527" y="462242"/>
                  </a:lnTo>
                  <a:lnTo>
                    <a:pt x="716589" y="469834"/>
                  </a:lnTo>
                  <a:lnTo>
                    <a:pt x="650911" y="474519"/>
                  </a:lnTo>
                  <a:lnTo>
                    <a:pt x="582929" y="476121"/>
                  </a:lnTo>
                  <a:lnTo>
                    <a:pt x="514947" y="474519"/>
                  </a:lnTo>
                  <a:lnTo>
                    <a:pt x="449269" y="469834"/>
                  </a:lnTo>
                  <a:lnTo>
                    <a:pt x="386331" y="462242"/>
                  </a:lnTo>
                  <a:lnTo>
                    <a:pt x="326571" y="451924"/>
                  </a:lnTo>
                  <a:lnTo>
                    <a:pt x="270427" y="439058"/>
                  </a:lnTo>
                  <a:lnTo>
                    <a:pt x="218336" y="423822"/>
                  </a:lnTo>
                  <a:lnTo>
                    <a:pt x="170736" y="406395"/>
                  </a:lnTo>
                  <a:lnTo>
                    <a:pt x="128063" y="386955"/>
                  </a:lnTo>
                  <a:lnTo>
                    <a:pt x="90755" y="365682"/>
                  </a:lnTo>
                  <a:lnTo>
                    <a:pt x="59249" y="342753"/>
                  </a:lnTo>
                  <a:lnTo>
                    <a:pt x="15395" y="292645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90426" y="3529188"/>
            <a:ext cx="3444240" cy="1211580"/>
            <a:chOff x="3790426" y="3529188"/>
            <a:chExt cx="3444240" cy="1211580"/>
          </a:xfrm>
        </p:grpSpPr>
        <p:sp>
          <p:nvSpPr>
            <p:cNvPr id="23" name="object 23"/>
            <p:cNvSpPr/>
            <p:nvPr/>
          </p:nvSpPr>
          <p:spPr>
            <a:xfrm>
              <a:off x="3795506" y="3534268"/>
              <a:ext cx="435609" cy="10795"/>
            </a:xfrm>
            <a:custGeom>
              <a:avLst/>
              <a:gdLst/>
              <a:ahLst/>
              <a:cxnLst/>
              <a:rect l="l" t="t" r="r" b="b"/>
              <a:pathLst>
                <a:path w="435610" h="10795">
                  <a:moveTo>
                    <a:pt x="435379" y="0"/>
                  </a:moveTo>
                  <a:lnTo>
                    <a:pt x="0" y="10204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84457" y="3863167"/>
              <a:ext cx="6350" cy="365760"/>
            </a:xfrm>
            <a:custGeom>
              <a:avLst/>
              <a:gdLst/>
              <a:ahLst/>
              <a:cxnLst/>
              <a:rect l="l" t="t" r="r" b="b"/>
              <a:pathLst>
                <a:path w="6350" h="365760">
                  <a:moveTo>
                    <a:pt x="0" y="365457"/>
                  </a:moveTo>
                  <a:lnTo>
                    <a:pt x="6329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63612" y="4259487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582929" y="0"/>
                  </a:moveTo>
                  <a:lnTo>
                    <a:pt x="514947" y="1601"/>
                  </a:lnTo>
                  <a:lnTo>
                    <a:pt x="449269" y="6287"/>
                  </a:lnTo>
                  <a:lnTo>
                    <a:pt x="386331" y="13878"/>
                  </a:lnTo>
                  <a:lnTo>
                    <a:pt x="326571" y="24196"/>
                  </a:lnTo>
                  <a:lnTo>
                    <a:pt x="270427" y="37063"/>
                  </a:lnTo>
                  <a:lnTo>
                    <a:pt x="218336" y="52299"/>
                  </a:lnTo>
                  <a:lnTo>
                    <a:pt x="170736" y="69726"/>
                  </a:lnTo>
                  <a:lnTo>
                    <a:pt x="128063" y="89165"/>
                  </a:lnTo>
                  <a:lnTo>
                    <a:pt x="90755" y="110439"/>
                  </a:lnTo>
                  <a:lnTo>
                    <a:pt x="59249" y="133367"/>
                  </a:lnTo>
                  <a:lnTo>
                    <a:pt x="15395" y="183475"/>
                  </a:lnTo>
                  <a:lnTo>
                    <a:pt x="0" y="238060"/>
                  </a:lnTo>
                  <a:lnTo>
                    <a:pt x="3921" y="265823"/>
                  </a:lnTo>
                  <a:lnTo>
                    <a:pt x="33983" y="318348"/>
                  </a:lnTo>
                  <a:lnTo>
                    <a:pt x="90755" y="365681"/>
                  </a:lnTo>
                  <a:lnTo>
                    <a:pt x="128063" y="386954"/>
                  </a:lnTo>
                  <a:lnTo>
                    <a:pt x="170736" y="406394"/>
                  </a:lnTo>
                  <a:lnTo>
                    <a:pt x="218336" y="423821"/>
                  </a:lnTo>
                  <a:lnTo>
                    <a:pt x="270427" y="439057"/>
                  </a:lnTo>
                  <a:lnTo>
                    <a:pt x="326571" y="451923"/>
                  </a:lnTo>
                  <a:lnTo>
                    <a:pt x="386331" y="462241"/>
                  </a:lnTo>
                  <a:lnTo>
                    <a:pt x="449269" y="469833"/>
                  </a:lnTo>
                  <a:lnTo>
                    <a:pt x="514947" y="474518"/>
                  </a:lnTo>
                  <a:lnTo>
                    <a:pt x="582929" y="476120"/>
                  </a:lnTo>
                  <a:lnTo>
                    <a:pt x="650911" y="474518"/>
                  </a:lnTo>
                  <a:lnTo>
                    <a:pt x="716590" y="469833"/>
                  </a:lnTo>
                  <a:lnTo>
                    <a:pt x="779527" y="462241"/>
                  </a:lnTo>
                  <a:lnTo>
                    <a:pt x="839287" y="451923"/>
                  </a:lnTo>
                  <a:lnTo>
                    <a:pt x="895431" y="439057"/>
                  </a:lnTo>
                  <a:lnTo>
                    <a:pt x="947522" y="423821"/>
                  </a:lnTo>
                  <a:lnTo>
                    <a:pt x="995122" y="406394"/>
                  </a:lnTo>
                  <a:lnTo>
                    <a:pt x="1037795" y="386954"/>
                  </a:lnTo>
                  <a:lnTo>
                    <a:pt x="1075103" y="365681"/>
                  </a:lnTo>
                  <a:lnTo>
                    <a:pt x="1106609" y="342752"/>
                  </a:lnTo>
                  <a:lnTo>
                    <a:pt x="1150463" y="292645"/>
                  </a:lnTo>
                  <a:lnTo>
                    <a:pt x="1165858" y="238060"/>
                  </a:lnTo>
                  <a:lnTo>
                    <a:pt x="1161936" y="210297"/>
                  </a:lnTo>
                  <a:lnTo>
                    <a:pt x="1131874" y="157772"/>
                  </a:lnTo>
                  <a:lnTo>
                    <a:pt x="1075103" y="110439"/>
                  </a:lnTo>
                  <a:lnTo>
                    <a:pt x="1037795" y="89165"/>
                  </a:lnTo>
                  <a:lnTo>
                    <a:pt x="995122" y="69726"/>
                  </a:lnTo>
                  <a:lnTo>
                    <a:pt x="947522" y="52299"/>
                  </a:lnTo>
                  <a:lnTo>
                    <a:pt x="895431" y="37063"/>
                  </a:lnTo>
                  <a:lnTo>
                    <a:pt x="839287" y="24196"/>
                  </a:lnTo>
                  <a:lnTo>
                    <a:pt x="779527" y="13878"/>
                  </a:lnTo>
                  <a:lnTo>
                    <a:pt x="716590" y="6287"/>
                  </a:lnTo>
                  <a:lnTo>
                    <a:pt x="650911" y="1601"/>
                  </a:lnTo>
                  <a:lnTo>
                    <a:pt x="5829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63612" y="4259487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0" y="238060"/>
                  </a:moveTo>
                  <a:lnTo>
                    <a:pt x="15395" y="183475"/>
                  </a:lnTo>
                  <a:lnTo>
                    <a:pt x="59249" y="133367"/>
                  </a:lnTo>
                  <a:lnTo>
                    <a:pt x="90755" y="110439"/>
                  </a:lnTo>
                  <a:lnTo>
                    <a:pt x="128063" y="89165"/>
                  </a:lnTo>
                  <a:lnTo>
                    <a:pt x="170736" y="69726"/>
                  </a:lnTo>
                  <a:lnTo>
                    <a:pt x="218336" y="52299"/>
                  </a:lnTo>
                  <a:lnTo>
                    <a:pt x="270427" y="37063"/>
                  </a:lnTo>
                  <a:lnTo>
                    <a:pt x="326571" y="24196"/>
                  </a:lnTo>
                  <a:lnTo>
                    <a:pt x="386331" y="13878"/>
                  </a:lnTo>
                  <a:lnTo>
                    <a:pt x="449269" y="6287"/>
                  </a:lnTo>
                  <a:lnTo>
                    <a:pt x="514947" y="1601"/>
                  </a:lnTo>
                  <a:lnTo>
                    <a:pt x="582929" y="0"/>
                  </a:lnTo>
                  <a:lnTo>
                    <a:pt x="650911" y="1601"/>
                  </a:lnTo>
                  <a:lnTo>
                    <a:pt x="716589" y="6287"/>
                  </a:lnTo>
                  <a:lnTo>
                    <a:pt x="779527" y="13878"/>
                  </a:lnTo>
                  <a:lnTo>
                    <a:pt x="839287" y="24196"/>
                  </a:lnTo>
                  <a:lnTo>
                    <a:pt x="895431" y="37063"/>
                  </a:lnTo>
                  <a:lnTo>
                    <a:pt x="947522" y="52299"/>
                  </a:lnTo>
                  <a:lnTo>
                    <a:pt x="995122" y="69726"/>
                  </a:lnTo>
                  <a:lnTo>
                    <a:pt x="1037795" y="89165"/>
                  </a:lnTo>
                  <a:lnTo>
                    <a:pt x="1075103" y="110439"/>
                  </a:lnTo>
                  <a:lnTo>
                    <a:pt x="1106609" y="133367"/>
                  </a:lnTo>
                  <a:lnTo>
                    <a:pt x="1150463" y="183475"/>
                  </a:lnTo>
                  <a:lnTo>
                    <a:pt x="1165858" y="238060"/>
                  </a:lnTo>
                  <a:lnTo>
                    <a:pt x="1161937" y="265823"/>
                  </a:lnTo>
                  <a:lnTo>
                    <a:pt x="1131874" y="318348"/>
                  </a:lnTo>
                  <a:lnTo>
                    <a:pt x="1075103" y="365682"/>
                  </a:lnTo>
                  <a:lnTo>
                    <a:pt x="1037795" y="386955"/>
                  </a:lnTo>
                  <a:lnTo>
                    <a:pt x="995122" y="406395"/>
                  </a:lnTo>
                  <a:lnTo>
                    <a:pt x="947522" y="423822"/>
                  </a:lnTo>
                  <a:lnTo>
                    <a:pt x="895431" y="439058"/>
                  </a:lnTo>
                  <a:lnTo>
                    <a:pt x="839287" y="451924"/>
                  </a:lnTo>
                  <a:lnTo>
                    <a:pt x="779527" y="462242"/>
                  </a:lnTo>
                  <a:lnTo>
                    <a:pt x="716589" y="469834"/>
                  </a:lnTo>
                  <a:lnTo>
                    <a:pt x="650911" y="474519"/>
                  </a:lnTo>
                  <a:lnTo>
                    <a:pt x="582929" y="476121"/>
                  </a:lnTo>
                  <a:lnTo>
                    <a:pt x="514947" y="474519"/>
                  </a:lnTo>
                  <a:lnTo>
                    <a:pt x="449269" y="469834"/>
                  </a:lnTo>
                  <a:lnTo>
                    <a:pt x="386331" y="462242"/>
                  </a:lnTo>
                  <a:lnTo>
                    <a:pt x="326571" y="451924"/>
                  </a:lnTo>
                  <a:lnTo>
                    <a:pt x="270427" y="439058"/>
                  </a:lnTo>
                  <a:lnTo>
                    <a:pt x="218336" y="423822"/>
                  </a:lnTo>
                  <a:lnTo>
                    <a:pt x="170736" y="406395"/>
                  </a:lnTo>
                  <a:lnTo>
                    <a:pt x="128063" y="386955"/>
                  </a:lnTo>
                  <a:lnTo>
                    <a:pt x="90755" y="365682"/>
                  </a:lnTo>
                  <a:lnTo>
                    <a:pt x="59249" y="342753"/>
                  </a:lnTo>
                  <a:lnTo>
                    <a:pt x="15395" y="292645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57177" y="3388359"/>
            <a:ext cx="8934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pe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165982" y="3537433"/>
            <a:ext cx="465455" cy="7620"/>
          </a:xfrm>
          <a:custGeom>
            <a:avLst/>
            <a:gdLst/>
            <a:ahLst/>
            <a:cxnLst/>
            <a:rect l="l" t="t" r="r" b="b"/>
            <a:pathLst>
              <a:path w="465455" h="7620">
                <a:moveTo>
                  <a:pt x="465361" y="7040"/>
                </a:moveTo>
                <a:lnTo>
                  <a:pt x="0" y="0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7801601" y="3294292"/>
            <a:ext cx="1176020" cy="486409"/>
            <a:chOff x="7801601" y="3294292"/>
            <a:chExt cx="1176020" cy="486409"/>
          </a:xfrm>
        </p:grpSpPr>
        <p:sp>
          <p:nvSpPr>
            <p:cNvPr id="30" name="object 30"/>
            <p:cNvSpPr/>
            <p:nvPr/>
          </p:nvSpPr>
          <p:spPr>
            <a:xfrm>
              <a:off x="7806681" y="3299372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582929" y="0"/>
                  </a:moveTo>
                  <a:lnTo>
                    <a:pt x="514948" y="1601"/>
                  </a:lnTo>
                  <a:lnTo>
                    <a:pt x="449269" y="6287"/>
                  </a:lnTo>
                  <a:lnTo>
                    <a:pt x="386332" y="13878"/>
                  </a:lnTo>
                  <a:lnTo>
                    <a:pt x="326572" y="24196"/>
                  </a:lnTo>
                  <a:lnTo>
                    <a:pt x="270428" y="37063"/>
                  </a:lnTo>
                  <a:lnTo>
                    <a:pt x="218337" y="52299"/>
                  </a:lnTo>
                  <a:lnTo>
                    <a:pt x="170736" y="69726"/>
                  </a:lnTo>
                  <a:lnTo>
                    <a:pt x="128063" y="89165"/>
                  </a:lnTo>
                  <a:lnTo>
                    <a:pt x="90755" y="110439"/>
                  </a:lnTo>
                  <a:lnTo>
                    <a:pt x="59249" y="133367"/>
                  </a:lnTo>
                  <a:lnTo>
                    <a:pt x="15395" y="183475"/>
                  </a:lnTo>
                  <a:lnTo>
                    <a:pt x="0" y="238060"/>
                  </a:lnTo>
                  <a:lnTo>
                    <a:pt x="3921" y="265823"/>
                  </a:lnTo>
                  <a:lnTo>
                    <a:pt x="33984" y="318348"/>
                  </a:lnTo>
                  <a:lnTo>
                    <a:pt x="90755" y="365681"/>
                  </a:lnTo>
                  <a:lnTo>
                    <a:pt x="128063" y="386954"/>
                  </a:lnTo>
                  <a:lnTo>
                    <a:pt x="170736" y="406394"/>
                  </a:lnTo>
                  <a:lnTo>
                    <a:pt x="218337" y="423821"/>
                  </a:lnTo>
                  <a:lnTo>
                    <a:pt x="270428" y="439057"/>
                  </a:lnTo>
                  <a:lnTo>
                    <a:pt x="326572" y="451923"/>
                  </a:lnTo>
                  <a:lnTo>
                    <a:pt x="386332" y="462241"/>
                  </a:lnTo>
                  <a:lnTo>
                    <a:pt x="449269" y="469833"/>
                  </a:lnTo>
                  <a:lnTo>
                    <a:pt x="514948" y="474518"/>
                  </a:lnTo>
                  <a:lnTo>
                    <a:pt x="582929" y="476120"/>
                  </a:lnTo>
                  <a:lnTo>
                    <a:pt x="650912" y="474518"/>
                  </a:lnTo>
                  <a:lnTo>
                    <a:pt x="716590" y="469833"/>
                  </a:lnTo>
                  <a:lnTo>
                    <a:pt x="779528" y="462241"/>
                  </a:lnTo>
                  <a:lnTo>
                    <a:pt x="839288" y="451923"/>
                  </a:lnTo>
                  <a:lnTo>
                    <a:pt x="895432" y="439057"/>
                  </a:lnTo>
                  <a:lnTo>
                    <a:pt x="947523" y="423821"/>
                  </a:lnTo>
                  <a:lnTo>
                    <a:pt x="995123" y="406394"/>
                  </a:lnTo>
                  <a:lnTo>
                    <a:pt x="1037796" y="386954"/>
                  </a:lnTo>
                  <a:lnTo>
                    <a:pt x="1075104" y="365681"/>
                  </a:lnTo>
                  <a:lnTo>
                    <a:pt x="1106610" y="342752"/>
                  </a:lnTo>
                  <a:lnTo>
                    <a:pt x="1150464" y="292645"/>
                  </a:lnTo>
                  <a:lnTo>
                    <a:pt x="1165859" y="238060"/>
                  </a:lnTo>
                  <a:lnTo>
                    <a:pt x="1161938" y="210297"/>
                  </a:lnTo>
                  <a:lnTo>
                    <a:pt x="1131876" y="157772"/>
                  </a:lnTo>
                  <a:lnTo>
                    <a:pt x="1075104" y="110439"/>
                  </a:lnTo>
                  <a:lnTo>
                    <a:pt x="1037796" y="89165"/>
                  </a:lnTo>
                  <a:lnTo>
                    <a:pt x="995123" y="69726"/>
                  </a:lnTo>
                  <a:lnTo>
                    <a:pt x="947523" y="52299"/>
                  </a:lnTo>
                  <a:lnTo>
                    <a:pt x="895432" y="37063"/>
                  </a:lnTo>
                  <a:lnTo>
                    <a:pt x="839288" y="24196"/>
                  </a:lnTo>
                  <a:lnTo>
                    <a:pt x="779528" y="13878"/>
                  </a:lnTo>
                  <a:lnTo>
                    <a:pt x="716590" y="6287"/>
                  </a:lnTo>
                  <a:lnTo>
                    <a:pt x="650912" y="1601"/>
                  </a:lnTo>
                  <a:lnTo>
                    <a:pt x="5829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06681" y="3299372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0" y="238060"/>
                  </a:moveTo>
                  <a:lnTo>
                    <a:pt x="15395" y="183475"/>
                  </a:lnTo>
                  <a:lnTo>
                    <a:pt x="59249" y="133367"/>
                  </a:lnTo>
                  <a:lnTo>
                    <a:pt x="90755" y="110439"/>
                  </a:lnTo>
                  <a:lnTo>
                    <a:pt x="128063" y="89165"/>
                  </a:lnTo>
                  <a:lnTo>
                    <a:pt x="170736" y="69726"/>
                  </a:lnTo>
                  <a:lnTo>
                    <a:pt x="218336" y="52299"/>
                  </a:lnTo>
                  <a:lnTo>
                    <a:pt x="270427" y="37063"/>
                  </a:lnTo>
                  <a:lnTo>
                    <a:pt x="326571" y="24196"/>
                  </a:lnTo>
                  <a:lnTo>
                    <a:pt x="386331" y="13878"/>
                  </a:lnTo>
                  <a:lnTo>
                    <a:pt x="449269" y="6287"/>
                  </a:lnTo>
                  <a:lnTo>
                    <a:pt x="514947" y="1601"/>
                  </a:lnTo>
                  <a:lnTo>
                    <a:pt x="582929" y="0"/>
                  </a:lnTo>
                  <a:lnTo>
                    <a:pt x="650911" y="1601"/>
                  </a:lnTo>
                  <a:lnTo>
                    <a:pt x="716589" y="6287"/>
                  </a:lnTo>
                  <a:lnTo>
                    <a:pt x="779527" y="13878"/>
                  </a:lnTo>
                  <a:lnTo>
                    <a:pt x="839287" y="24196"/>
                  </a:lnTo>
                  <a:lnTo>
                    <a:pt x="895431" y="37063"/>
                  </a:lnTo>
                  <a:lnTo>
                    <a:pt x="947522" y="52299"/>
                  </a:lnTo>
                  <a:lnTo>
                    <a:pt x="995122" y="69726"/>
                  </a:lnTo>
                  <a:lnTo>
                    <a:pt x="1037795" y="89165"/>
                  </a:lnTo>
                  <a:lnTo>
                    <a:pt x="1075103" y="110439"/>
                  </a:lnTo>
                  <a:lnTo>
                    <a:pt x="1106609" y="133367"/>
                  </a:lnTo>
                  <a:lnTo>
                    <a:pt x="1150463" y="183475"/>
                  </a:lnTo>
                  <a:lnTo>
                    <a:pt x="1165858" y="238060"/>
                  </a:lnTo>
                  <a:lnTo>
                    <a:pt x="1161937" y="265823"/>
                  </a:lnTo>
                  <a:lnTo>
                    <a:pt x="1131874" y="318348"/>
                  </a:lnTo>
                  <a:lnTo>
                    <a:pt x="1075103" y="365682"/>
                  </a:lnTo>
                  <a:lnTo>
                    <a:pt x="1037795" y="386955"/>
                  </a:lnTo>
                  <a:lnTo>
                    <a:pt x="995122" y="406395"/>
                  </a:lnTo>
                  <a:lnTo>
                    <a:pt x="947522" y="423822"/>
                  </a:lnTo>
                  <a:lnTo>
                    <a:pt x="895431" y="439058"/>
                  </a:lnTo>
                  <a:lnTo>
                    <a:pt x="839287" y="451924"/>
                  </a:lnTo>
                  <a:lnTo>
                    <a:pt x="779527" y="462242"/>
                  </a:lnTo>
                  <a:lnTo>
                    <a:pt x="716589" y="469834"/>
                  </a:lnTo>
                  <a:lnTo>
                    <a:pt x="650911" y="474519"/>
                  </a:lnTo>
                  <a:lnTo>
                    <a:pt x="582929" y="476121"/>
                  </a:lnTo>
                  <a:lnTo>
                    <a:pt x="514947" y="474519"/>
                  </a:lnTo>
                  <a:lnTo>
                    <a:pt x="449269" y="469834"/>
                  </a:lnTo>
                  <a:lnTo>
                    <a:pt x="386331" y="462242"/>
                  </a:lnTo>
                  <a:lnTo>
                    <a:pt x="326571" y="451924"/>
                  </a:lnTo>
                  <a:lnTo>
                    <a:pt x="270427" y="439058"/>
                  </a:lnTo>
                  <a:lnTo>
                    <a:pt x="218336" y="423822"/>
                  </a:lnTo>
                  <a:lnTo>
                    <a:pt x="170736" y="406395"/>
                  </a:lnTo>
                  <a:lnTo>
                    <a:pt x="128063" y="386955"/>
                  </a:lnTo>
                  <a:lnTo>
                    <a:pt x="90755" y="365682"/>
                  </a:lnTo>
                  <a:lnTo>
                    <a:pt x="59249" y="342753"/>
                  </a:lnTo>
                  <a:lnTo>
                    <a:pt x="15395" y="292645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933733" y="3388359"/>
            <a:ext cx="95376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oduc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351295" y="3527327"/>
            <a:ext cx="455930" cy="10160"/>
          </a:xfrm>
          <a:custGeom>
            <a:avLst/>
            <a:gdLst/>
            <a:ahLst/>
            <a:cxnLst/>
            <a:rect l="l" t="t" r="r" b="b"/>
            <a:pathLst>
              <a:path w="455929" h="10160">
                <a:moveTo>
                  <a:pt x="455386" y="10105"/>
                </a:moveTo>
                <a:lnTo>
                  <a:pt x="0" y="0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220668" y="4348479"/>
            <a:ext cx="8934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v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endo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566538" y="4497547"/>
            <a:ext cx="497205" cy="1270"/>
          </a:xfrm>
          <a:custGeom>
            <a:avLst/>
            <a:gdLst/>
            <a:ahLst/>
            <a:cxnLst/>
            <a:rect l="l" t="t" r="r" b="b"/>
            <a:pathLst>
              <a:path w="497204" h="1270">
                <a:moveTo>
                  <a:pt x="497074" y="0"/>
                </a:moveTo>
                <a:lnTo>
                  <a:pt x="0" y="979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171340" y="1921607"/>
            <a:ext cx="445134" cy="414020"/>
          </a:xfrm>
          <a:custGeom>
            <a:avLst/>
            <a:gdLst/>
            <a:ahLst/>
            <a:cxnLst/>
            <a:rect l="l" t="t" r="r" b="b"/>
            <a:pathLst>
              <a:path w="445135" h="414019">
                <a:moveTo>
                  <a:pt x="192067" y="299097"/>
                </a:moveTo>
                <a:lnTo>
                  <a:pt x="181367" y="303316"/>
                </a:lnTo>
                <a:lnTo>
                  <a:pt x="173029" y="311240"/>
                </a:lnTo>
                <a:lnTo>
                  <a:pt x="168205" y="322134"/>
                </a:lnTo>
                <a:lnTo>
                  <a:pt x="167985" y="334046"/>
                </a:lnTo>
                <a:lnTo>
                  <a:pt x="172204" y="344747"/>
                </a:lnTo>
                <a:lnTo>
                  <a:pt x="180127" y="353085"/>
                </a:lnTo>
                <a:lnTo>
                  <a:pt x="191021" y="357908"/>
                </a:lnTo>
                <a:lnTo>
                  <a:pt x="444740" y="414019"/>
                </a:lnTo>
                <a:lnTo>
                  <a:pt x="439120" y="395658"/>
                </a:lnTo>
                <a:lnTo>
                  <a:pt x="380639" y="395658"/>
                </a:lnTo>
                <a:lnTo>
                  <a:pt x="299113" y="320357"/>
                </a:lnTo>
                <a:lnTo>
                  <a:pt x="203979" y="299317"/>
                </a:lnTo>
                <a:lnTo>
                  <a:pt x="192067" y="299097"/>
                </a:lnTo>
                <a:close/>
              </a:path>
              <a:path w="445135" h="414019">
                <a:moveTo>
                  <a:pt x="299113" y="320357"/>
                </a:moveTo>
                <a:lnTo>
                  <a:pt x="380639" y="395658"/>
                </a:lnTo>
                <a:lnTo>
                  <a:pt x="392886" y="382398"/>
                </a:lnTo>
                <a:lnTo>
                  <a:pt x="372306" y="382398"/>
                </a:lnTo>
                <a:lnTo>
                  <a:pt x="357254" y="333215"/>
                </a:lnTo>
                <a:lnTo>
                  <a:pt x="299113" y="320357"/>
                </a:lnTo>
                <a:close/>
              </a:path>
              <a:path w="445135" h="414019">
                <a:moveTo>
                  <a:pt x="343082" y="144476"/>
                </a:moveTo>
                <a:lnTo>
                  <a:pt x="331224" y="145639"/>
                </a:lnTo>
                <a:lnTo>
                  <a:pt x="320747" y="151311"/>
                </a:lnTo>
                <a:lnTo>
                  <a:pt x="313509" y="160251"/>
                </a:lnTo>
                <a:lnTo>
                  <a:pt x="310152" y="171252"/>
                </a:lnTo>
                <a:lnTo>
                  <a:pt x="311315" y="183109"/>
                </a:lnTo>
                <a:lnTo>
                  <a:pt x="339828" y="276275"/>
                </a:lnTo>
                <a:lnTo>
                  <a:pt x="421354" y="351576"/>
                </a:lnTo>
                <a:lnTo>
                  <a:pt x="380639" y="395658"/>
                </a:lnTo>
                <a:lnTo>
                  <a:pt x="439120" y="395658"/>
                </a:lnTo>
                <a:lnTo>
                  <a:pt x="368696" y="165548"/>
                </a:lnTo>
                <a:lnTo>
                  <a:pt x="363023" y="155071"/>
                </a:lnTo>
                <a:lnTo>
                  <a:pt x="354083" y="147833"/>
                </a:lnTo>
                <a:lnTo>
                  <a:pt x="343082" y="144476"/>
                </a:lnTo>
                <a:close/>
              </a:path>
              <a:path w="445135" h="414019">
                <a:moveTo>
                  <a:pt x="357254" y="333215"/>
                </a:moveTo>
                <a:lnTo>
                  <a:pt x="372306" y="382398"/>
                </a:lnTo>
                <a:lnTo>
                  <a:pt x="407475" y="344322"/>
                </a:lnTo>
                <a:lnTo>
                  <a:pt x="357254" y="333215"/>
                </a:lnTo>
                <a:close/>
              </a:path>
              <a:path w="445135" h="414019">
                <a:moveTo>
                  <a:pt x="339828" y="276275"/>
                </a:moveTo>
                <a:lnTo>
                  <a:pt x="357254" y="333215"/>
                </a:lnTo>
                <a:lnTo>
                  <a:pt x="407475" y="344322"/>
                </a:lnTo>
                <a:lnTo>
                  <a:pt x="372306" y="382398"/>
                </a:lnTo>
                <a:lnTo>
                  <a:pt x="392886" y="382398"/>
                </a:lnTo>
                <a:lnTo>
                  <a:pt x="421354" y="351576"/>
                </a:lnTo>
                <a:lnTo>
                  <a:pt x="339828" y="276275"/>
                </a:lnTo>
                <a:close/>
              </a:path>
              <a:path w="445135" h="414019">
                <a:moveTo>
                  <a:pt x="40714" y="0"/>
                </a:moveTo>
                <a:lnTo>
                  <a:pt x="0" y="44081"/>
                </a:lnTo>
                <a:lnTo>
                  <a:pt x="299113" y="320357"/>
                </a:lnTo>
                <a:lnTo>
                  <a:pt x="357254" y="333215"/>
                </a:lnTo>
                <a:lnTo>
                  <a:pt x="339828" y="276275"/>
                </a:lnTo>
                <a:lnTo>
                  <a:pt x="4071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152016" y="1411223"/>
            <a:ext cx="2975610" cy="6629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2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Should “price”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an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attribute?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Design</a:t>
            </a:r>
            <a:r>
              <a:rPr spc="-240" dirty="0"/>
              <a:t> </a:t>
            </a:r>
            <a:r>
              <a:rPr spc="-100" dirty="0"/>
              <a:t>Decision</a:t>
            </a:r>
            <a:r>
              <a:rPr spc="-235" dirty="0"/>
              <a:t> </a:t>
            </a:r>
            <a:r>
              <a:rPr spc="-10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4819" y="3840479"/>
            <a:ext cx="8753475" cy="6381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36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Since “price”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just the actual amount, treating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it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as an attribute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adequate.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need to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make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an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18523" y="1355625"/>
            <a:ext cx="1021715" cy="486409"/>
            <a:chOff x="6018523" y="1355625"/>
            <a:chExt cx="1021715" cy="486409"/>
          </a:xfrm>
        </p:grpSpPr>
        <p:sp>
          <p:nvSpPr>
            <p:cNvPr id="5" name="object 5"/>
            <p:cNvSpPr/>
            <p:nvPr/>
          </p:nvSpPr>
          <p:spPr>
            <a:xfrm>
              <a:off x="6023603" y="1360705"/>
              <a:ext cx="1011555" cy="476250"/>
            </a:xfrm>
            <a:custGeom>
              <a:avLst/>
              <a:gdLst/>
              <a:ahLst/>
              <a:cxnLst/>
              <a:rect l="l" t="t" r="r" b="b"/>
              <a:pathLst>
                <a:path w="1011554" h="476250">
                  <a:moveTo>
                    <a:pt x="505777" y="0"/>
                  </a:moveTo>
                  <a:lnTo>
                    <a:pt x="442333" y="1854"/>
                  </a:lnTo>
                  <a:lnTo>
                    <a:pt x="381242" y="7270"/>
                  </a:lnTo>
                  <a:lnTo>
                    <a:pt x="322975" y="16024"/>
                  </a:lnTo>
                  <a:lnTo>
                    <a:pt x="268009" y="27892"/>
                  </a:lnTo>
                  <a:lnTo>
                    <a:pt x="216816" y="42652"/>
                  </a:lnTo>
                  <a:lnTo>
                    <a:pt x="169870" y="60081"/>
                  </a:lnTo>
                  <a:lnTo>
                    <a:pt x="127646" y="79955"/>
                  </a:lnTo>
                  <a:lnTo>
                    <a:pt x="90618" y="102051"/>
                  </a:lnTo>
                  <a:lnTo>
                    <a:pt x="59259" y="126147"/>
                  </a:lnTo>
                  <a:lnTo>
                    <a:pt x="15446" y="179443"/>
                  </a:lnTo>
                  <a:lnTo>
                    <a:pt x="0" y="238060"/>
                  </a:lnTo>
                  <a:lnTo>
                    <a:pt x="3940" y="267921"/>
                  </a:lnTo>
                  <a:lnTo>
                    <a:pt x="34044" y="324101"/>
                  </a:lnTo>
                  <a:lnTo>
                    <a:pt x="90618" y="374069"/>
                  </a:lnTo>
                  <a:lnTo>
                    <a:pt x="127646" y="396165"/>
                  </a:lnTo>
                  <a:lnTo>
                    <a:pt x="169870" y="416039"/>
                  </a:lnTo>
                  <a:lnTo>
                    <a:pt x="216816" y="433467"/>
                  </a:lnTo>
                  <a:lnTo>
                    <a:pt x="268009" y="448227"/>
                  </a:lnTo>
                  <a:lnTo>
                    <a:pt x="322975" y="460096"/>
                  </a:lnTo>
                  <a:lnTo>
                    <a:pt x="381242" y="468849"/>
                  </a:lnTo>
                  <a:lnTo>
                    <a:pt x="442333" y="474265"/>
                  </a:lnTo>
                  <a:lnTo>
                    <a:pt x="505777" y="476120"/>
                  </a:lnTo>
                  <a:lnTo>
                    <a:pt x="569221" y="474265"/>
                  </a:lnTo>
                  <a:lnTo>
                    <a:pt x="630313" y="468849"/>
                  </a:lnTo>
                  <a:lnTo>
                    <a:pt x="688579" y="460096"/>
                  </a:lnTo>
                  <a:lnTo>
                    <a:pt x="743546" y="448227"/>
                  </a:lnTo>
                  <a:lnTo>
                    <a:pt x="794739" y="433467"/>
                  </a:lnTo>
                  <a:lnTo>
                    <a:pt x="841685" y="416039"/>
                  </a:lnTo>
                  <a:lnTo>
                    <a:pt x="883909" y="396165"/>
                  </a:lnTo>
                  <a:lnTo>
                    <a:pt x="920937" y="374069"/>
                  </a:lnTo>
                  <a:lnTo>
                    <a:pt x="952296" y="349973"/>
                  </a:lnTo>
                  <a:lnTo>
                    <a:pt x="996109" y="296676"/>
                  </a:lnTo>
                  <a:lnTo>
                    <a:pt x="1011556" y="238060"/>
                  </a:lnTo>
                  <a:lnTo>
                    <a:pt x="1007615" y="208198"/>
                  </a:lnTo>
                  <a:lnTo>
                    <a:pt x="977511" y="152018"/>
                  </a:lnTo>
                  <a:lnTo>
                    <a:pt x="920937" y="102051"/>
                  </a:lnTo>
                  <a:lnTo>
                    <a:pt x="883909" y="79955"/>
                  </a:lnTo>
                  <a:lnTo>
                    <a:pt x="841685" y="60081"/>
                  </a:lnTo>
                  <a:lnTo>
                    <a:pt x="794739" y="42652"/>
                  </a:lnTo>
                  <a:lnTo>
                    <a:pt x="743546" y="27892"/>
                  </a:lnTo>
                  <a:lnTo>
                    <a:pt x="688579" y="16024"/>
                  </a:lnTo>
                  <a:lnTo>
                    <a:pt x="630313" y="7270"/>
                  </a:lnTo>
                  <a:lnTo>
                    <a:pt x="569221" y="1854"/>
                  </a:lnTo>
                  <a:lnTo>
                    <a:pt x="505777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23603" y="1360705"/>
              <a:ext cx="1011555" cy="476250"/>
            </a:xfrm>
            <a:custGeom>
              <a:avLst/>
              <a:gdLst/>
              <a:ahLst/>
              <a:cxnLst/>
              <a:rect l="l" t="t" r="r" b="b"/>
              <a:pathLst>
                <a:path w="1011554" h="476250">
                  <a:moveTo>
                    <a:pt x="0" y="238060"/>
                  </a:moveTo>
                  <a:lnTo>
                    <a:pt x="15446" y="179443"/>
                  </a:lnTo>
                  <a:lnTo>
                    <a:pt x="59259" y="126147"/>
                  </a:lnTo>
                  <a:lnTo>
                    <a:pt x="90618" y="102051"/>
                  </a:lnTo>
                  <a:lnTo>
                    <a:pt x="127646" y="79955"/>
                  </a:lnTo>
                  <a:lnTo>
                    <a:pt x="169870" y="60081"/>
                  </a:lnTo>
                  <a:lnTo>
                    <a:pt x="216816" y="42652"/>
                  </a:lnTo>
                  <a:lnTo>
                    <a:pt x="268009" y="27892"/>
                  </a:lnTo>
                  <a:lnTo>
                    <a:pt x="322975" y="16024"/>
                  </a:lnTo>
                  <a:lnTo>
                    <a:pt x="381242" y="7270"/>
                  </a:lnTo>
                  <a:lnTo>
                    <a:pt x="442334" y="1854"/>
                  </a:lnTo>
                  <a:lnTo>
                    <a:pt x="505778" y="0"/>
                  </a:lnTo>
                  <a:lnTo>
                    <a:pt x="569221" y="1854"/>
                  </a:lnTo>
                  <a:lnTo>
                    <a:pt x="630313" y="7270"/>
                  </a:lnTo>
                  <a:lnTo>
                    <a:pt x="688580" y="16024"/>
                  </a:lnTo>
                  <a:lnTo>
                    <a:pt x="743547" y="27892"/>
                  </a:lnTo>
                  <a:lnTo>
                    <a:pt x="794740" y="42652"/>
                  </a:lnTo>
                  <a:lnTo>
                    <a:pt x="841685" y="60081"/>
                  </a:lnTo>
                  <a:lnTo>
                    <a:pt x="883909" y="79955"/>
                  </a:lnTo>
                  <a:lnTo>
                    <a:pt x="920937" y="102051"/>
                  </a:lnTo>
                  <a:lnTo>
                    <a:pt x="952296" y="126147"/>
                  </a:lnTo>
                  <a:lnTo>
                    <a:pt x="996109" y="179443"/>
                  </a:lnTo>
                  <a:lnTo>
                    <a:pt x="1011556" y="238060"/>
                  </a:lnTo>
                  <a:lnTo>
                    <a:pt x="1007615" y="267922"/>
                  </a:lnTo>
                  <a:lnTo>
                    <a:pt x="977511" y="324102"/>
                  </a:lnTo>
                  <a:lnTo>
                    <a:pt x="920937" y="374069"/>
                  </a:lnTo>
                  <a:lnTo>
                    <a:pt x="883909" y="396166"/>
                  </a:lnTo>
                  <a:lnTo>
                    <a:pt x="841685" y="416040"/>
                  </a:lnTo>
                  <a:lnTo>
                    <a:pt x="794740" y="433468"/>
                  </a:lnTo>
                  <a:lnTo>
                    <a:pt x="743547" y="448228"/>
                  </a:lnTo>
                  <a:lnTo>
                    <a:pt x="688580" y="460097"/>
                  </a:lnTo>
                  <a:lnTo>
                    <a:pt x="630313" y="468850"/>
                  </a:lnTo>
                  <a:lnTo>
                    <a:pt x="569221" y="474266"/>
                  </a:lnTo>
                  <a:lnTo>
                    <a:pt x="505778" y="476121"/>
                  </a:lnTo>
                  <a:lnTo>
                    <a:pt x="442334" y="474266"/>
                  </a:lnTo>
                  <a:lnTo>
                    <a:pt x="381242" y="468850"/>
                  </a:lnTo>
                  <a:lnTo>
                    <a:pt x="322975" y="460097"/>
                  </a:lnTo>
                  <a:lnTo>
                    <a:pt x="268009" y="448228"/>
                  </a:lnTo>
                  <a:lnTo>
                    <a:pt x="216816" y="433468"/>
                  </a:lnTo>
                  <a:lnTo>
                    <a:pt x="169870" y="416040"/>
                  </a:lnTo>
                  <a:lnTo>
                    <a:pt x="127646" y="396166"/>
                  </a:lnTo>
                  <a:lnTo>
                    <a:pt x="90618" y="374069"/>
                  </a:lnTo>
                  <a:lnTo>
                    <a:pt x="59259" y="349974"/>
                  </a:lnTo>
                  <a:lnTo>
                    <a:pt x="15446" y="296677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17070" y="2157681"/>
            <a:ext cx="1164590" cy="4419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62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35697" y="2140536"/>
            <a:ext cx="1164590" cy="4419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61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56023" y="2083399"/>
            <a:ext cx="1885314" cy="586740"/>
            <a:chOff x="4256023" y="2083399"/>
            <a:chExt cx="1885314" cy="586740"/>
          </a:xfrm>
        </p:grpSpPr>
        <p:sp>
          <p:nvSpPr>
            <p:cNvPr id="10" name="object 10"/>
            <p:cNvSpPr/>
            <p:nvPr/>
          </p:nvSpPr>
          <p:spPr>
            <a:xfrm>
              <a:off x="4261103" y="2088479"/>
              <a:ext cx="1520190" cy="576580"/>
            </a:xfrm>
            <a:custGeom>
              <a:avLst/>
              <a:gdLst/>
              <a:ahLst/>
              <a:cxnLst/>
              <a:rect l="l" t="t" r="r" b="b"/>
              <a:pathLst>
                <a:path w="1520189" h="576580">
                  <a:moveTo>
                    <a:pt x="759900" y="0"/>
                  </a:moveTo>
                  <a:lnTo>
                    <a:pt x="0" y="288036"/>
                  </a:lnTo>
                  <a:lnTo>
                    <a:pt x="759900" y="576072"/>
                  </a:lnTo>
                  <a:lnTo>
                    <a:pt x="1519801" y="288036"/>
                  </a:lnTo>
                  <a:lnTo>
                    <a:pt x="7599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61103" y="2088479"/>
              <a:ext cx="1520190" cy="576580"/>
            </a:xfrm>
            <a:custGeom>
              <a:avLst/>
              <a:gdLst/>
              <a:ahLst/>
              <a:cxnLst/>
              <a:rect l="l" t="t" r="r" b="b"/>
              <a:pathLst>
                <a:path w="1520189" h="576580">
                  <a:moveTo>
                    <a:pt x="0" y="288035"/>
                  </a:moveTo>
                  <a:lnTo>
                    <a:pt x="759900" y="0"/>
                  </a:lnTo>
                  <a:lnTo>
                    <a:pt x="1519801" y="288035"/>
                  </a:lnTo>
                  <a:lnTo>
                    <a:pt x="759900" y="576071"/>
                  </a:lnTo>
                  <a:lnTo>
                    <a:pt x="0" y="28803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80905" y="2361364"/>
              <a:ext cx="354965" cy="15240"/>
            </a:xfrm>
            <a:custGeom>
              <a:avLst/>
              <a:gdLst/>
              <a:ahLst/>
              <a:cxnLst/>
              <a:rect l="l" t="t" r="r" b="b"/>
              <a:pathLst>
                <a:path w="354964" h="15239">
                  <a:moveTo>
                    <a:pt x="354791" y="0"/>
                  </a:moveTo>
                  <a:lnTo>
                    <a:pt x="0" y="15151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58757" y="2208784"/>
            <a:ext cx="47688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buy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36666" y="2923136"/>
            <a:ext cx="1164590" cy="4419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62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vendor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49352" y="2143112"/>
            <a:ext cx="1176020" cy="486409"/>
            <a:chOff x="1149352" y="2143112"/>
            <a:chExt cx="1176020" cy="486409"/>
          </a:xfrm>
        </p:grpSpPr>
        <p:sp>
          <p:nvSpPr>
            <p:cNvPr id="16" name="object 16"/>
            <p:cNvSpPr/>
            <p:nvPr/>
          </p:nvSpPr>
          <p:spPr>
            <a:xfrm>
              <a:off x="1154432" y="2148192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60" h="476250">
                  <a:moveTo>
                    <a:pt x="582929" y="0"/>
                  </a:moveTo>
                  <a:lnTo>
                    <a:pt x="514947" y="1601"/>
                  </a:lnTo>
                  <a:lnTo>
                    <a:pt x="449268" y="6287"/>
                  </a:lnTo>
                  <a:lnTo>
                    <a:pt x="386331" y="13878"/>
                  </a:lnTo>
                  <a:lnTo>
                    <a:pt x="326571" y="24196"/>
                  </a:lnTo>
                  <a:lnTo>
                    <a:pt x="270427" y="37063"/>
                  </a:lnTo>
                  <a:lnTo>
                    <a:pt x="218336" y="52299"/>
                  </a:lnTo>
                  <a:lnTo>
                    <a:pt x="170736" y="69726"/>
                  </a:lnTo>
                  <a:lnTo>
                    <a:pt x="128063" y="89165"/>
                  </a:lnTo>
                  <a:lnTo>
                    <a:pt x="90755" y="110439"/>
                  </a:lnTo>
                  <a:lnTo>
                    <a:pt x="59249" y="133367"/>
                  </a:lnTo>
                  <a:lnTo>
                    <a:pt x="15395" y="183475"/>
                  </a:lnTo>
                  <a:lnTo>
                    <a:pt x="0" y="238060"/>
                  </a:lnTo>
                  <a:lnTo>
                    <a:pt x="3921" y="265823"/>
                  </a:lnTo>
                  <a:lnTo>
                    <a:pt x="33984" y="318348"/>
                  </a:lnTo>
                  <a:lnTo>
                    <a:pt x="90755" y="365682"/>
                  </a:lnTo>
                  <a:lnTo>
                    <a:pt x="128063" y="386955"/>
                  </a:lnTo>
                  <a:lnTo>
                    <a:pt x="170736" y="406395"/>
                  </a:lnTo>
                  <a:lnTo>
                    <a:pt x="218336" y="423822"/>
                  </a:lnTo>
                  <a:lnTo>
                    <a:pt x="270427" y="439058"/>
                  </a:lnTo>
                  <a:lnTo>
                    <a:pt x="326571" y="451924"/>
                  </a:lnTo>
                  <a:lnTo>
                    <a:pt x="386331" y="462243"/>
                  </a:lnTo>
                  <a:lnTo>
                    <a:pt x="449268" y="469834"/>
                  </a:lnTo>
                  <a:lnTo>
                    <a:pt x="514947" y="474520"/>
                  </a:lnTo>
                  <a:lnTo>
                    <a:pt x="582929" y="476121"/>
                  </a:lnTo>
                  <a:lnTo>
                    <a:pt x="650911" y="474520"/>
                  </a:lnTo>
                  <a:lnTo>
                    <a:pt x="716589" y="469834"/>
                  </a:lnTo>
                  <a:lnTo>
                    <a:pt x="779527" y="462243"/>
                  </a:lnTo>
                  <a:lnTo>
                    <a:pt x="839287" y="451924"/>
                  </a:lnTo>
                  <a:lnTo>
                    <a:pt x="895431" y="439058"/>
                  </a:lnTo>
                  <a:lnTo>
                    <a:pt x="947522" y="423822"/>
                  </a:lnTo>
                  <a:lnTo>
                    <a:pt x="995123" y="406395"/>
                  </a:lnTo>
                  <a:lnTo>
                    <a:pt x="1037796" y="386955"/>
                  </a:lnTo>
                  <a:lnTo>
                    <a:pt x="1075104" y="365682"/>
                  </a:lnTo>
                  <a:lnTo>
                    <a:pt x="1106609" y="342753"/>
                  </a:lnTo>
                  <a:lnTo>
                    <a:pt x="1150463" y="292645"/>
                  </a:lnTo>
                  <a:lnTo>
                    <a:pt x="1165859" y="238060"/>
                  </a:lnTo>
                  <a:lnTo>
                    <a:pt x="1161937" y="210297"/>
                  </a:lnTo>
                  <a:lnTo>
                    <a:pt x="1131875" y="157772"/>
                  </a:lnTo>
                  <a:lnTo>
                    <a:pt x="1075104" y="110439"/>
                  </a:lnTo>
                  <a:lnTo>
                    <a:pt x="1037796" y="89165"/>
                  </a:lnTo>
                  <a:lnTo>
                    <a:pt x="995123" y="69726"/>
                  </a:lnTo>
                  <a:lnTo>
                    <a:pt x="947522" y="52299"/>
                  </a:lnTo>
                  <a:lnTo>
                    <a:pt x="895431" y="37063"/>
                  </a:lnTo>
                  <a:lnTo>
                    <a:pt x="839287" y="24196"/>
                  </a:lnTo>
                  <a:lnTo>
                    <a:pt x="779527" y="13878"/>
                  </a:lnTo>
                  <a:lnTo>
                    <a:pt x="716589" y="6287"/>
                  </a:lnTo>
                  <a:lnTo>
                    <a:pt x="650911" y="1601"/>
                  </a:lnTo>
                  <a:lnTo>
                    <a:pt x="5829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54432" y="2148192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60" h="476250">
                  <a:moveTo>
                    <a:pt x="0" y="238060"/>
                  </a:moveTo>
                  <a:lnTo>
                    <a:pt x="15395" y="183475"/>
                  </a:lnTo>
                  <a:lnTo>
                    <a:pt x="59249" y="133367"/>
                  </a:lnTo>
                  <a:lnTo>
                    <a:pt x="90755" y="110439"/>
                  </a:lnTo>
                  <a:lnTo>
                    <a:pt x="128063" y="89165"/>
                  </a:lnTo>
                  <a:lnTo>
                    <a:pt x="170736" y="69726"/>
                  </a:lnTo>
                  <a:lnTo>
                    <a:pt x="218336" y="52299"/>
                  </a:lnTo>
                  <a:lnTo>
                    <a:pt x="270427" y="37063"/>
                  </a:lnTo>
                  <a:lnTo>
                    <a:pt x="326571" y="24196"/>
                  </a:lnTo>
                  <a:lnTo>
                    <a:pt x="386331" y="13878"/>
                  </a:lnTo>
                  <a:lnTo>
                    <a:pt x="449269" y="6287"/>
                  </a:lnTo>
                  <a:lnTo>
                    <a:pt x="514947" y="1601"/>
                  </a:lnTo>
                  <a:lnTo>
                    <a:pt x="582929" y="0"/>
                  </a:lnTo>
                  <a:lnTo>
                    <a:pt x="650911" y="1601"/>
                  </a:lnTo>
                  <a:lnTo>
                    <a:pt x="716589" y="6287"/>
                  </a:lnTo>
                  <a:lnTo>
                    <a:pt x="779527" y="13878"/>
                  </a:lnTo>
                  <a:lnTo>
                    <a:pt x="839287" y="24196"/>
                  </a:lnTo>
                  <a:lnTo>
                    <a:pt x="895431" y="37063"/>
                  </a:lnTo>
                  <a:lnTo>
                    <a:pt x="947522" y="52299"/>
                  </a:lnTo>
                  <a:lnTo>
                    <a:pt x="995122" y="69726"/>
                  </a:lnTo>
                  <a:lnTo>
                    <a:pt x="1037795" y="89165"/>
                  </a:lnTo>
                  <a:lnTo>
                    <a:pt x="1075103" y="110439"/>
                  </a:lnTo>
                  <a:lnTo>
                    <a:pt x="1106609" y="133367"/>
                  </a:lnTo>
                  <a:lnTo>
                    <a:pt x="1150463" y="183475"/>
                  </a:lnTo>
                  <a:lnTo>
                    <a:pt x="1165858" y="238060"/>
                  </a:lnTo>
                  <a:lnTo>
                    <a:pt x="1161937" y="265823"/>
                  </a:lnTo>
                  <a:lnTo>
                    <a:pt x="1131874" y="318348"/>
                  </a:lnTo>
                  <a:lnTo>
                    <a:pt x="1075103" y="365682"/>
                  </a:lnTo>
                  <a:lnTo>
                    <a:pt x="1037795" y="386955"/>
                  </a:lnTo>
                  <a:lnTo>
                    <a:pt x="995122" y="406395"/>
                  </a:lnTo>
                  <a:lnTo>
                    <a:pt x="947522" y="423822"/>
                  </a:lnTo>
                  <a:lnTo>
                    <a:pt x="895431" y="439058"/>
                  </a:lnTo>
                  <a:lnTo>
                    <a:pt x="839287" y="451924"/>
                  </a:lnTo>
                  <a:lnTo>
                    <a:pt x="779527" y="462242"/>
                  </a:lnTo>
                  <a:lnTo>
                    <a:pt x="716589" y="469834"/>
                  </a:lnTo>
                  <a:lnTo>
                    <a:pt x="650911" y="474519"/>
                  </a:lnTo>
                  <a:lnTo>
                    <a:pt x="582929" y="476121"/>
                  </a:lnTo>
                  <a:lnTo>
                    <a:pt x="514947" y="474519"/>
                  </a:lnTo>
                  <a:lnTo>
                    <a:pt x="449269" y="469834"/>
                  </a:lnTo>
                  <a:lnTo>
                    <a:pt x="386331" y="462242"/>
                  </a:lnTo>
                  <a:lnTo>
                    <a:pt x="326571" y="451924"/>
                  </a:lnTo>
                  <a:lnTo>
                    <a:pt x="270427" y="439058"/>
                  </a:lnTo>
                  <a:lnTo>
                    <a:pt x="218336" y="423822"/>
                  </a:lnTo>
                  <a:lnTo>
                    <a:pt x="170736" y="406395"/>
                  </a:lnTo>
                  <a:lnTo>
                    <a:pt x="128063" y="386955"/>
                  </a:lnTo>
                  <a:lnTo>
                    <a:pt x="90755" y="365682"/>
                  </a:lnTo>
                  <a:lnTo>
                    <a:pt x="59249" y="342753"/>
                  </a:lnTo>
                  <a:lnTo>
                    <a:pt x="15395" y="292645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876154" y="2371435"/>
            <a:ext cx="3272790" cy="1012825"/>
            <a:chOff x="3876154" y="2371435"/>
            <a:chExt cx="3272790" cy="1012825"/>
          </a:xfrm>
        </p:grpSpPr>
        <p:sp>
          <p:nvSpPr>
            <p:cNvPr id="19" name="object 19"/>
            <p:cNvSpPr/>
            <p:nvPr/>
          </p:nvSpPr>
          <p:spPr>
            <a:xfrm>
              <a:off x="3881234" y="2376515"/>
              <a:ext cx="380365" cy="2540"/>
            </a:xfrm>
            <a:custGeom>
              <a:avLst/>
              <a:gdLst/>
              <a:ahLst/>
              <a:cxnLst/>
              <a:rect l="l" t="t" r="r" b="b"/>
              <a:pathLst>
                <a:path w="380364" h="2539">
                  <a:moveTo>
                    <a:pt x="379870" y="0"/>
                  </a:moveTo>
                  <a:lnTo>
                    <a:pt x="0" y="1993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18748" y="2664551"/>
              <a:ext cx="2540" cy="259079"/>
            </a:xfrm>
            <a:custGeom>
              <a:avLst/>
              <a:gdLst/>
              <a:ahLst/>
              <a:cxnLst/>
              <a:rect l="l" t="t" r="r" b="b"/>
              <a:pathLst>
                <a:path w="2539" h="259080">
                  <a:moveTo>
                    <a:pt x="0" y="258584"/>
                  </a:moveTo>
                  <a:lnTo>
                    <a:pt x="2256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77886" y="2902559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582929" y="0"/>
                  </a:moveTo>
                  <a:lnTo>
                    <a:pt x="514947" y="1601"/>
                  </a:lnTo>
                  <a:lnTo>
                    <a:pt x="449269" y="6287"/>
                  </a:lnTo>
                  <a:lnTo>
                    <a:pt x="386331" y="13878"/>
                  </a:lnTo>
                  <a:lnTo>
                    <a:pt x="326571" y="24196"/>
                  </a:lnTo>
                  <a:lnTo>
                    <a:pt x="270427" y="37063"/>
                  </a:lnTo>
                  <a:lnTo>
                    <a:pt x="218336" y="52299"/>
                  </a:lnTo>
                  <a:lnTo>
                    <a:pt x="170736" y="69726"/>
                  </a:lnTo>
                  <a:lnTo>
                    <a:pt x="128063" y="89166"/>
                  </a:lnTo>
                  <a:lnTo>
                    <a:pt x="90755" y="110439"/>
                  </a:lnTo>
                  <a:lnTo>
                    <a:pt x="59249" y="133367"/>
                  </a:lnTo>
                  <a:lnTo>
                    <a:pt x="15395" y="183476"/>
                  </a:lnTo>
                  <a:lnTo>
                    <a:pt x="0" y="238061"/>
                  </a:lnTo>
                  <a:lnTo>
                    <a:pt x="3921" y="265824"/>
                  </a:lnTo>
                  <a:lnTo>
                    <a:pt x="33983" y="318349"/>
                  </a:lnTo>
                  <a:lnTo>
                    <a:pt x="90755" y="365682"/>
                  </a:lnTo>
                  <a:lnTo>
                    <a:pt x="128063" y="386955"/>
                  </a:lnTo>
                  <a:lnTo>
                    <a:pt x="170736" y="406395"/>
                  </a:lnTo>
                  <a:lnTo>
                    <a:pt x="218336" y="423822"/>
                  </a:lnTo>
                  <a:lnTo>
                    <a:pt x="270427" y="439058"/>
                  </a:lnTo>
                  <a:lnTo>
                    <a:pt x="326571" y="451924"/>
                  </a:lnTo>
                  <a:lnTo>
                    <a:pt x="386331" y="462243"/>
                  </a:lnTo>
                  <a:lnTo>
                    <a:pt x="449269" y="469834"/>
                  </a:lnTo>
                  <a:lnTo>
                    <a:pt x="514947" y="474520"/>
                  </a:lnTo>
                  <a:lnTo>
                    <a:pt x="582929" y="476121"/>
                  </a:lnTo>
                  <a:lnTo>
                    <a:pt x="650911" y="474520"/>
                  </a:lnTo>
                  <a:lnTo>
                    <a:pt x="716590" y="469834"/>
                  </a:lnTo>
                  <a:lnTo>
                    <a:pt x="779527" y="462243"/>
                  </a:lnTo>
                  <a:lnTo>
                    <a:pt x="839287" y="451924"/>
                  </a:lnTo>
                  <a:lnTo>
                    <a:pt x="895431" y="439058"/>
                  </a:lnTo>
                  <a:lnTo>
                    <a:pt x="947522" y="423822"/>
                  </a:lnTo>
                  <a:lnTo>
                    <a:pt x="995123" y="406395"/>
                  </a:lnTo>
                  <a:lnTo>
                    <a:pt x="1037796" y="386955"/>
                  </a:lnTo>
                  <a:lnTo>
                    <a:pt x="1075104" y="365682"/>
                  </a:lnTo>
                  <a:lnTo>
                    <a:pt x="1106610" y="342754"/>
                  </a:lnTo>
                  <a:lnTo>
                    <a:pt x="1150464" y="292646"/>
                  </a:lnTo>
                  <a:lnTo>
                    <a:pt x="1165859" y="238061"/>
                  </a:lnTo>
                  <a:lnTo>
                    <a:pt x="1161938" y="210298"/>
                  </a:lnTo>
                  <a:lnTo>
                    <a:pt x="1131875" y="157773"/>
                  </a:lnTo>
                  <a:lnTo>
                    <a:pt x="1075104" y="110439"/>
                  </a:lnTo>
                  <a:lnTo>
                    <a:pt x="1037796" y="89166"/>
                  </a:lnTo>
                  <a:lnTo>
                    <a:pt x="995123" y="69726"/>
                  </a:lnTo>
                  <a:lnTo>
                    <a:pt x="947522" y="52299"/>
                  </a:lnTo>
                  <a:lnTo>
                    <a:pt x="895431" y="37063"/>
                  </a:lnTo>
                  <a:lnTo>
                    <a:pt x="839287" y="24196"/>
                  </a:lnTo>
                  <a:lnTo>
                    <a:pt x="779527" y="13878"/>
                  </a:lnTo>
                  <a:lnTo>
                    <a:pt x="716590" y="6287"/>
                  </a:lnTo>
                  <a:lnTo>
                    <a:pt x="650911" y="1601"/>
                  </a:lnTo>
                  <a:lnTo>
                    <a:pt x="5829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77886" y="2902559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0" y="238060"/>
                  </a:moveTo>
                  <a:lnTo>
                    <a:pt x="15395" y="183475"/>
                  </a:lnTo>
                  <a:lnTo>
                    <a:pt x="59249" y="133367"/>
                  </a:lnTo>
                  <a:lnTo>
                    <a:pt x="90755" y="110439"/>
                  </a:lnTo>
                  <a:lnTo>
                    <a:pt x="128063" y="89165"/>
                  </a:lnTo>
                  <a:lnTo>
                    <a:pt x="170736" y="69726"/>
                  </a:lnTo>
                  <a:lnTo>
                    <a:pt x="218336" y="52299"/>
                  </a:lnTo>
                  <a:lnTo>
                    <a:pt x="270427" y="37063"/>
                  </a:lnTo>
                  <a:lnTo>
                    <a:pt x="326571" y="24196"/>
                  </a:lnTo>
                  <a:lnTo>
                    <a:pt x="386331" y="13878"/>
                  </a:lnTo>
                  <a:lnTo>
                    <a:pt x="449269" y="6287"/>
                  </a:lnTo>
                  <a:lnTo>
                    <a:pt x="514947" y="1601"/>
                  </a:lnTo>
                  <a:lnTo>
                    <a:pt x="582929" y="0"/>
                  </a:lnTo>
                  <a:lnTo>
                    <a:pt x="650911" y="1601"/>
                  </a:lnTo>
                  <a:lnTo>
                    <a:pt x="716589" y="6287"/>
                  </a:lnTo>
                  <a:lnTo>
                    <a:pt x="779527" y="13878"/>
                  </a:lnTo>
                  <a:lnTo>
                    <a:pt x="839287" y="24196"/>
                  </a:lnTo>
                  <a:lnTo>
                    <a:pt x="895431" y="37063"/>
                  </a:lnTo>
                  <a:lnTo>
                    <a:pt x="947522" y="52299"/>
                  </a:lnTo>
                  <a:lnTo>
                    <a:pt x="995122" y="69726"/>
                  </a:lnTo>
                  <a:lnTo>
                    <a:pt x="1037795" y="89165"/>
                  </a:lnTo>
                  <a:lnTo>
                    <a:pt x="1075103" y="110439"/>
                  </a:lnTo>
                  <a:lnTo>
                    <a:pt x="1106609" y="133367"/>
                  </a:lnTo>
                  <a:lnTo>
                    <a:pt x="1150463" y="183475"/>
                  </a:lnTo>
                  <a:lnTo>
                    <a:pt x="1165858" y="238060"/>
                  </a:lnTo>
                  <a:lnTo>
                    <a:pt x="1161937" y="265823"/>
                  </a:lnTo>
                  <a:lnTo>
                    <a:pt x="1131874" y="318348"/>
                  </a:lnTo>
                  <a:lnTo>
                    <a:pt x="1075103" y="365682"/>
                  </a:lnTo>
                  <a:lnTo>
                    <a:pt x="1037795" y="386955"/>
                  </a:lnTo>
                  <a:lnTo>
                    <a:pt x="995122" y="406395"/>
                  </a:lnTo>
                  <a:lnTo>
                    <a:pt x="947522" y="423822"/>
                  </a:lnTo>
                  <a:lnTo>
                    <a:pt x="895431" y="439058"/>
                  </a:lnTo>
                  <a:lnTo>
                    <a:pt x="839287" y="451924"/>
                  </a:lnTo>
                  <a:lnTo>
                    <a:pt x="779527" y="462242"/>
                  </a:lnTo>
                  <a:lnTo>
                    <a:pt x="716589" y="469834"/>
                  </a:lnTo>
                  <a:lnTo>
                    <a:pt x="650911" y="474519"/>
                  </a:lnTo>
                  <a:lnTo>
                    <a:pt x="582929" y="476121"/>
                  </a:lnTo>
                  <a:lnTo>
                    <a:pt x="514947" y="474519"/>
                  </a:lnTo>
                  <a:lnTo>
                    <a:pt x="449269" y="469834"/>
                  </a:lnTo>
                  <a:lnTo>
                    <a:pt x="386331" y="462242"/>
                  </a:lnTo>
                  <a:lnTo>
                    <a:pt x="326571" y="451924"/>
                  </a:lnTo>
                  <a:lnTo>
                    <a:pt x="270427" y="439058"/>
                  </a:lnTo>
                  <a:lnTo>
                    <a:pt x="218336" y="423822"/>
                  </a:lnTo>
                  <a:lnTo>
                    <a:pt x="170736" y="406395"/>
                  </a:lnTo>
                  <a:lnTo>
                    <a:pt x="128063" y="386955"/>
                  </a:lnTo>
                  <a:lnTo>
                    <a:pt x="90755" y="365682"/>
                  </a:lnTo>
                  <a:lnTo>
                    <a:pt x="59249" y="342753"/>
                  </a:lnTo>
                  <a:lnTo>
                    <a:pt x="15395" y="292645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11487" y="2239264"/>
            <a:ext cx="8934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pe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320291" y="2378509"/>
            <a:ext cx="396875" cy="8255"/>
          </a:xfrm>
          <a:custGeom>
            <a:avLst/>
            <a:gdLst/>
            <a:ahLst/>
            <a:cxnLst/>
            <a:rect l="l" t="t" r="r" b="b"/>
            <a:pathLst>
              <a:path w="396875" h="8255">
                <a:moveTo>
                  <a:pt x="396779" y="0"/>
                </a:moveTo>
                <a:lnTo>
                  <a:pt x="0" y="7743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7681583" y="2125965"/>
            <a:ext cx="1176020" cy="486409"/>
            <a:chOff x="7681583" y="2125965"/>
            <a:chExt cx="1176020" cy="486409"/>
          </a:xfrm>
        </p:grpSpPr>
        <p:sp>
          <p:nvSpPr>
            <p:cNvPr id="26" name="object 26"/>
            <p:cNvSpPr/>
            <p:nvPr/>
          </p:nvSpPr>
          <p:spPr>
            <a:xfrm>
              <a:off x="7686663" y="2131045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582929" y="0"/>
                  </a:moveTo>
                  <a:lnTo>
                    <a:pt x="514947" y="1601"/>
                  </a:lnTo>
                  <a:lnTo>
                    <a:pt x="449269" y="6287"/>
                  </a:lnTo>
                  <a:lnTo>
                    <a:pt x="386331" y="13878"/>
                  </a:lnTo>
                  <a:lnTo>
                    <a:pt x="326571" y="24196"/>
                  </a:lnTo>
                  <a:lnTo>
                    <a:pt x="270427" y="37063"/>
                  </a:lnTo>
                  <a:lnTo>
                    <a:pt x="218336" y="52299"/>
                  </a:lnTo>
                  <a:lnTo>
                    <a:pt x="170736" y="69726"/>
                  </a:lnTo>
                  <a:lnTo>
                    <a:pt x="128063" y="89166"/>
                  </a:lnTo>
                  <a:lnTo>
                    <a:pt x="90755" y="110439"/>
                  </a:lnTo>
                  <a:lnTo>
                    <a:pt x="59249" y="133367"/>
                  </a:lnTo>
                  <a:lnTo>
                    <a:pt x="15395" y="183476"/>
                  </a:lnTo>
                  <a:lnTo>
                    <a:pt x="0" y="238061"/>
                  </a:lnTo>
                  <a:lnTo>
                    <a:pt x="3921" y="265824"/>
                  </a:lnTo>
                  <a:lnTo>
                    <a:pt x="33983" y="318349"/>
                  </a:lnTo>
                  <a:lnTo>
                    <a:pt x="90755" y="365682"/>
                  </a:lnTo>
                  <a:lnTo>
                    <a:pt x="128063" y="386955"/>
                  </a:lnTo>
                  <a:lnTo>
                    <a:pt x="170736" y="406395"/>
                  </a:lnTo>
                  <a:lnTo>
                    <a:pt x="218336" y="423822"/>
                  </a:lnTo>
                  <a:lnTo>
                    <a:pt x="270427" y="439058"/>
                  </a:lnTo>
                  <a:lnTo>
                    <a:pt x="326571" y="451924"/>
                  </a:lnTo>
                  <a:lnTo>
                    <a:pt x="386331" y="462243"/>
                  </a:lnTo>
                  <a:lnTo>
                    <a:pt x="449269" y="469834"/>
                  </a:lnTo>
                  <a:lnTo>
                    <a:pt x="514947" y="474520"/>
                  </a:lnTo>
                  <a:lnTo>
                    <a:pt x="582929" y="476121"/>
                  </a:lnTo>
                  <a:lnTo>
                    <a:pt x="650911" y="474520"/>
                  </a:lnTo>
                  <a:lnTo>
                    <a:pt x="716590" y="469834"/>
                  </a:lnTo>
                  <a:lnTo>
                    <a:pt x="779527" y="462243"/>
                  </a:lnTo>
                  <a:lnTo>
                    <a:pt x="839287" y="451924"/>
                  </a:lnTo>
                  <a:lnTo>
                    <a:pt x="895431" y="439058"/>
                  </a:lnTo>
                  <a:lnTo>
                    <a:pt x="947522" y="423822"/>
                  </a:lnTo>
                  <a:lnTo>
                    <a:pt x="995122" y="406395"/>
                  </a:lnTo>
                  <a:lnTo>
                    <a:pt x="1037795" y="386955"/>
                  </a:lnTo>
                  <a:lnTo>
                    <a:pt x="1075103" y="365682"/>
                  </a:lnTo>
                  <a:lnTo>
                    <a:pt x="1106609" y="342754"/>
                  </a:lnTo>
                  <a:lnTo>
                    <a:pt x="1150463" y="292646"/>
                  </a:lnTo>
                  <a:lnTo>
                    <a:pt x="1165858" y="238061"/>
                  </a:lnTo>
                  <a:lnTo>
                    <a:pt x="1161936" y="210298"/>
                  </a:lnTo>
                  <a:lnTo>
                    <a:pt x="1131874" y="157773"/>
                  </a:lnTo>
                  <a:lnTo>
                    <a:pt x="1075103" y="110439"/>
                  </a:lnTo>
                  <a:lnTo>
                    <a:pt x="1037795" y="89166"/>
                  </a:lnTo>
                  <a:lnTo>
                    <a:pt x="995122" y="69726"/>
                  </a:lnTo>
                  <a:lnTo>
                    <a:pt x="947522" y="52299"/>
                  </a:lnTo>
                  <a:lnTo>
                    <a:pt x="895431" y="37063"/>
                  </a:lnTo>
                  <a:lnTo>
                    <a:pt x="839287" y="24196"/>
                  </a:lnTo>
                  <a:lnTo>
                    <a:pt x="779527" y="13878"/>
                  </a:lnTo>
                  <a:lnTo>
                    <a:pt x="716590" y="6287"/>
                  </a:lnTo>
                  <a:lnTo>
                    <a:pt x="650911" y="1601"/>
                  </a:lnTo>
                  <a:lnTo>
                    <a:pt x="5829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86663" y="2131045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0" y="238060"/>
                  </a:moveTo>
                  <a:lnTo>
                    <a:pt x="15395" y="183475"/>
                  </a:lnTo>
                  <a:lnTo>
                    <a:pt x="59249" y="133367"/>
                  </a:lnTo>
                  <a:lnTo>
                    <a:pt x="90755" y="110439"/>
                  </a:lnTo>
                  <a:lnTo>
                    <a:pt x="128063" y="89165"/>
                  </a:lnTo>
                  <a:lnTo>
                    <a:pt x="170736" y="69726"/>
                  </a:lnTo>
                  <a:lnTo>
                    <a:pt x="218336" y="52299"/>
                  </a:lnTo>
                  <a:lnTo>
                    <a:pt x="270427" y="37063"/>
                  </a:lnTo>
                  <a:lnTo>
                    <a:pt x="326571" y="24196"/>
                  </a:lnTo>
                  <a:lnTo>
                    <a:pt x="386331" y="13878"/>
                  </a:lnTo>
                  <a:lnTo>
                    <a:pt x="449269" y="6287"/>
                  </a:lnTo>
                  <a:lnTo>
                    <a:pt x="514947" y="1601"/>
                  </a:lnTo>
                  <a:lnTo>
                    <a:pt x="582929" y="0"/>
                  </a:lnTo>
                  <a:lnTo>
                    <a:pt x="650911" y="1601"/>
                  </a:lnTo>
                  <a:lnTo>
                    <a:pt x="716589" y="6287"/>
                  </a:lnTo>
                  <a:lnTo>
                    <a:pt x="779527" y="13878"/>
                  </a:lnTo>
                  <a:lnTo>
                    <a:pt x="839287" y="24196"/>
                  </a:lnTo>
                  <a:lnTo>
                    <a:pt x="895431" y="37063"/>
                  </a:lnTo>
                  <a:lnTo>
                    <a:pt x="947522" y="52299"/>
                  </a:lnTo>
                  <a:lnTo>
                    <a:pt x="995122" y="69726"/>
                  </a:lnTo>
                  <a:lnTo>
                    <a:pt x="1037795" y="89165"/>
                  </a:lnTo>
                  <a:lnTo>
                    <a:pt x="1075103" y="110439"/>
                  </a:lnTo>
                  <a:lnTo>
                    <a:pt x="1106609" y="133367"/>
                  </a:lnTo>
                  <a:lnTo>
                    <a:pt x="1150463" y="183475"/>
                  </a:lnTo>
                  <a:lnTo>
                    <a:pt x="1165858" y="238060"/>
                  </a:lnTo>
                  <a:lnTo>
                    <a:pt x="1161937" y="265823"/>
                  </a:lnTo>
                  <a:lnTo>
                    <a:pt x="1131874" y="318348"/>
                  </a:lnTo>
                  <a:lnTo>
                    <a:pt x="1075103" y="365682"/>
                  </a:lnTo>
                  <a:lnTo>
                    <a:pt x="1037795" y="386955"/>
                  </a:lnTo>
                  <a:lnTo>
                    <a:pt x="995122" y="406395"/>
                  </a:lnTo>
                  <a:lnTo>
                    <a:pt x="947522" y="423822"/>
                  </a:lnTo>
                  <a:lnTo>
                    <a:pt x="895431" y="439058"/>
                  </a:lnTo>
                  <a:lnTo>
                    <a:pt x="839287" y="451924"/>
                  </a:lnTo>
                  <a:lnTo>
                    <a:pt x="779527" y="462242"/>
                  </a:lnTo>
                  <a:lnTo>
                    <a:pt x="716589" y="469834"/>
                  </a:lnTo>
                  <a:lnTo>
                    <a:pt x="650911" y="474519"/>
                  </a:lnTo>
                  <a:lnTo>
                    <a:pt x="582929" y="476121"/>
                  </a:lnTo>
                  <a:lnTo>
                    <a:pt x="514947" y="474519"/>
                  </a:lnTo>
                  <a:lnTo>
                    <a:pt x="449269" y="469834"/>
                  </a:lnTo>
                  <a:lnTo>
                    <a:pt x="386331" y="462242"/>
                  </a:lnTo>
                  <a:lnTo>
                    <a:pt x="326571" y="451924"/>
                  </a:lnTo>
                  <a:lnTo>
                    <a:pt x="270427" y="439058"/>
                  </a:lnTo>
                  <a:lnTo>
                    <a:pt x="218336" y="423822"/>
                  </a:lnTo>
                  <a:lnTo>
                    <a:pt x="170736" y="406395"/>
                  </a:lnTo>
                  <a:lnTo>
                    <a:pt x="128063" y="386955"/>
                  </a:lnTo>
                  <a:lnTo>
                    <a:pt x="90755" y="365682"/>
                  </a:lnTo>
                  <a:lnTo>
                    <a:pt x="59249" y="342753"/>
                  </a:lnTo>
                  <a:lnTo>
                    <a:pt x="15395" y="292645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813716" y="2220976"/>
            <a:ext cx="95376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oduc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01906" y="1431543"/>
            <a:ext cx="7359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amount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99859" y="2361363"/>
            <a:ext cx="387350" cy="8255"/>
          </a:xfrm>
          <a:custGeom>
            <a:avLst/>
            <a:gdLst/>
            <a:ahLst/>
            <a:cxnLst/>
            <a:rect l="l" t="t" r="r" b="b"/>
            <a:pathLst>
              <a:path w="387350" h="8255">
                <a:moveTo>
                  <a:pt x="386804" y="7743"/>
                </a:moveTo>
                <a:lnTo>
                  <a:pt x="0" y="0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117797" y="2992120"/>
            <a:ext cx="8934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v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endo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600829" y="3140621"/>
            <a:ext cx="377190" cy="3810"/>
          </a:xfrm>
          <a:custGeom>
            <a:avLst/>
            <a:gdLst/>
            <a:ahLst/>
            <a:cxnLst/>
            <a:rect l="l" t="t" r="r" b="b"/>
            <a:pathLst>
              <a:path w="377189" h="3810">
                <a:moveTo>
                  <a:pt x="377057" y="0"/>
                </a:moveTo>
                <a:lnTo>
                  <a:pt x="0" y="3342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441469" y="1376672"/>
            <a:ext cx="1164590" cy="4419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625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price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605633" y="1597500"/>
            <a:ext cx="418465" cy="1270"/>
          </a:xfrm>
          <a:custGeom>
            <a:avLst/>
            <a:gdLst/>
            <a:ahLst/>
            <a:cxnLst/>
            <a:rect l="l" t="t" r="r" b="b"/>
            <a:pathLst>
              <a:path w="418464" h="1269">
                <a:moveTo>
                  <a:pt x="417970" y="1267"/>
                </a:moveTo>
                <a:lnTo>
                  <a:pt x="0" y="0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1593532" y="1333545"/>
            <a:ext cx="3435350" cy="760095"/>
            <a:chOff x="1593532" y="1333545"/>
            <a:chExt cx="3435350" cy="760095"/>
          </a:xfrm>
        </p:grpSpPr>
        <p:sp>
          <p:nvSpPr>
            <p:cNvPr id="36" name="object 36"/>
            <p:cNvSpPr/>
            <p:nvPr/>
          </p:nvSpPr>
          <p:spPr>
            <a:xfrm>
              <a:off x="5021004" y="1818327"/>
              <a:ext cx="3175" cy="270510"/>
            </a:xfrm>
            <a:custGeom>
              <a:avLst/>
              <a:gdLst/>
              <a:ahLst/>
              <a:cxnLst/>
              <a:rect l="l" t="t" r="r" b="b"/>
              <a:pathLst>
                <a:path w="3175" h="270510">
                  <a:moveTo>
                    <a:pt x="0" y="270152"/>
                  </a:moveTo>
                  <a:lnTo>
                    <a:pt x="2547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600199" y="1340213"/>
              <a:ext cx="2709545" cy="480059"/>
            </a:xfrm>
            <a:custGeom>
              <a:avLst/>
              <a:gdLst/>
              <a:ahLst/>
              <a:cxnLst/>
              <a:rect l="l" t="t" r="r" b="b"/>
              <a:pathLst>
                <a:path w="2709545" h="480060">
                  <a:moveTo>
                    <a:pt x="2285998" y="0"/>
                  </a:moveTo>
                  <a:lnTo>
                    <a:pt x="80011" y="0"/>
                  </a:lnTo>
                  <a:lnTo>
                    <a:pt x="48867" y="6287"/>
                  </a:lnTo>
                  <a:lnTo>
                    <a:pt x="23434" y="23434"/>
                  </a:lnTo>
                  <a:lnTo>
                    <a:pt x="6287" y="48867"/>
                  </a:lnTo>
                  <a:lnTo>
                    <a:pt x="0" y="80011"/>
                  </a:lnTo>
                  <a:lnTo>
                    <a:pt x="0" y="400050"/>
                  </a:lnTo>
                  <a:lnTo>
                    <a:pt x="6287" y="431193"/>
                  </a:lnTo>
                  <a:lnTo>
                    <a:pt x="23434" y="456625"/>
                  </a:lnTo>
                  <a:lnTo>
                    <a:pt x="48867" y="473772"/>
                  </a:lnTo>
                  <a:lnTo>
                    <a:pt x="80011" y="480060"/>
                  </a:lnTo>
                  <a:lnTo>
                    <a:pt x="2285998" y="480060"/>
                  </a:lnTo>
                  <a:lnTo>
                    <a:pt x="2317142" y="473772"/>
                  </a:lnTo>
                  <a:lnTo>
                    <a:pt x="2342574" y="456625"/>
                  </a:lnTo>
                  <a:lnTo>
                    <a:pt x="2359721" y="431193"/>
                  </a:lnTo>
                  <a:lnTo>
                    <a:pt x="2366008" y="400050"/>
                  </a:lnTo>
                  <a:lnTo>
                    <a:pt x="2366008" y="200025"/>
                  </a:lnTo>
                  <a:lnTo>
                    <a:pt x="2634535" y="200025"/>
                  </a:lnTo>
                  <a:lnTo>
                    <a:pt x="2366008" y="80011"/>
                  </a:lnTo>
                  <a:lnTo>
                    <a:pt x="2359721" y="48867"/>
                  </a:lnTo>
                  <a:lnTo>
                    <a:pt x="2342574" y="23434"/>
                  </a:lnTo>
                  <a:lnTo>
                    <a:pt x="2317142" y="6287"/>
                  </a:lnTo>
                  <a:lnTo>
                    <a:pt x="2285998" y="0"/>
                  </a:lnTo>
                  <a:close/>
                </a:path>
                <a:path w="2709545" h="480060">
                  <a:moveTo>
                    <a:pt x="2634535" y="200025"/>
                  </a:moveTo>
                  <a:lnTo>
                    <a:pt x="2366008" y="200025"/>
                  </a:lnTo>
                  <a:lnTo>
                    <a:pt x="2709150" y="233372"/>
                  </a:lnTo>
                  <a:lnTo>
                    <a:pt x="2634535" y="200025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600199" y="1340213"/>
              <a:ext cx="2709545" cy="480059"/>
            </a:xfrm>
            <a:custGeom>
              <a:avLst/>
              <a:gdLst/>
              <a:ahLst/>
              <a:cxnLst/>
              <a:rect l="l" t="t" r="r" b="b"/>
              <a:pathLst>
                <a:path w="2709545" h="480060">
                  <a:moveTo>
                    <a:pt x="0" y="80010"/>
                  </a:moveTo>
                  <a:lnTo>
                    <a:pt x="6287" y="48867"/>
                  </a:lnTo>
                  <a:lnTo>
                    <a:pt x="23434" y="23434"/>
                  </a:lnTo>
                  <a:lnTo>
                    <a:pt x="48866" y="6287"/>
                  </a:lnTo>
                  <a:lnTo>
                    <a:pt x="80010" y="0"/>
                  </a:lnTo>
                  <a:lnTo>
                    <a:pt x="1380171" y="0"/>
                  </a:lnTo>
                  <a:lnTo>
                    <a:pt x="1971674" y="0"/>
                  </a:lnTo>
                  <a:lnTo>
                    <a:pt x="2285997" y="0"/>
                  </a:lnTo>
                  <a:lnTo>
                    <a:pt x="2317141" y="6287"/>
                  </a:lnTo>
                  <a:lnTo>
                    <a:pt x="2342574" y="23434"/>
                  </a:lnTo>
                  <a:lnTo>
                    <a:pt x="2359721" y="48867"/>
                  </a:lnTo>
                  <a:lnTo>
                    <a:pt x="2366008" y="80010"/>
                  </a:lnTo>
                  <a:lnTo>
                    <a:pt x="2709149" y="233372"/>
                  </a:lnTo>
                  <a:lnTo>
                    <a:pt x="2366008" y="200024"/>
                  </a:lnTo>
                  <a:lnTo>
                    <a:pt x="2366008" y="400049"/>
                  </a:lnTo>
                  <a:lnTo>
                    <a:pt x="2359721" y="431192"/>
                  </a:lnTo>
                  <a:lnTo>
                    <a:pt x="2342574" y="456625"/>
                  </a:lnTo>
                  <a:lnTo>
                    <a:pt x="2317141" y="473772"/>
                  </a:lnTo>
                  <a:lnTo>
                    <a:pt x="2285997" y="480059"/>
                  </a:lnTo>
                  <a:lnTo>
                    <a:pt x="1971674" y="480059"/>
                  </a:lnTo>
                  <a:lnTo>
                    <a:pt x="1380171" y="480059"/>
                  </a:lnTo>
                  <a:lnTo>
                    <a:pt x="80010" y="480059"/>
                  </a:lnTo>
                  <a:lnTo>
                    <a:pt x="48866" y="473772"/>
                  </a:lnTo>
                  <a:lnTo>
                    <a:pt x="23434" y="456625"/>
                  </a:lnTo>
                  <a:lnTo>
                    <a:pt x="6287" y="431192"/>
                  </a:lnTo>
                  <a:lnTo>
                    <a:pt x="0" y="400049"/>
                  </a:lnTo>
                  <a:lnTo>
                    <a:pt x="0" y="200024"/>
                  </a:lnTo>
                  <a:lnTo>
                    <a:pt x="0" y="80010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892061" y="1413255"/>
            <a:ext cx="178371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“price”</a:t>
            </a:r>
            <a:r>
              <a:rPr sz="17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17070" y="5740995"/>
            <a:ext cx="1164590" cy="4419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63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35697" y="5740995"/>
            <a:ext cx="1164590" cy="4419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226060">
              <a:lnSpc>
                <a:spcPct val="100000"/>
              </a:lnSpc>
              <a:spcBef>
                <a:spcPts val="63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256023" y="5666713"/>
            <a:ext cx="1527175" cy="586740"/>
            <a:chOff x="4256023" y="5666713"/>
            <a:chExt cx="1527175" cy="586740"/>
          </a:xfrm>
        </p:grpSpPr>
        <p:sp>
          <p:nvSpPr>
            <p:cNvPr id="43" name="object 43"/>
            <p:cNvSpPr/>
            <p:nvPr/>
          </p:nvSpPr>
          <p:spPr>
            <a:xfrm>
              <a:off x="4261103" y="5671793"/>
              <a:ext cx="1517015" cy="576580"/>
            </a:xfrm>
            <a:custGeom>
              <a:avLst/>
              <a:gdLst/>
              <a:ahLst/>
              <a:cxnLst/>
              <a:rect l="l" t="t" r="r" b="b"/>
              <a:pathLst>
                <a:path w="1517014" h="576579">
                  <a:moveTo>
                    <a:pt x="758494" y="0"/>
                  </a:moveTo>
                  <a:lnTo>
                    <a:pt x="0" y="288036"/>
                  </a:lnTo>
                  <a:lnTo>
                    <a:pt x="758494" y="576072"/>
                  </a:lnTo>
                  <a:lnTo>
                    <a:pt x="1516989" y="288036"/>
                  </a:lnTo>
                  <a:lnTo>
                    <a:pt x="75849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261103" y="5671793"/>
              <a:ext cx="1517015" cy="576580"/>
            </a:xfrm>
            <a:custGeom>
              <a:avLst/>
              <a:gdLst/>
              <a:ahLst/>
              <a:cxnLst/>
              <a:rect l="l" t="t" r="r" b="b"/>
              <a:pathLst>
                <a:path w="1517014" h="576579">
                  <a:moveTo>
                    <a:pt x="0" y="288035"/>
                  </a:moveTo>
                  <a:lnTo>
                    <a:pt x="758494" y="0"/>
                  </a:lnTo>
                  <a:lnTo>
                    <a:pt x="1516989" y="288035"/>
                  </a:lnTo>
                  <a:lnTo>
                    <a:pt x="758494" y="576071"/>
                  </a:lnTo>
                  <a:lnTo>
                    <a:pt x="0" y="28803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436666" y="6506450"/>
            <a:ext cx="1164590" cy="4419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625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vendor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516450" y="4921794"/>
            <a:ext cx="998219" cy="486409"/>
            <a:chOff x="4516450" y="4921794"/>
            <a:chExt cx="998219" cy="486409"/>
          </a:xfrm>
        </p:grpSpPr>
        <p:sp>
          <p:nvSpPr>
            <p:cNvPr id="47" name="object 47"/>
            <p:cNvSpPr/>
            <p:nvPr/>
          </p:nvSpPr>
          <p:spPr>
            <a:xfrm>
              <a:off x="4521530" y="4926874"/>
              <a:ext cx="988060" cy="476250"/>
            </a:xfrm>
            <a:custGeom>
              <a:avLst/>
              <a:gdLst/>
              <a:ahLst/>
              <a:cxnLst/>
              <a:rect l="l" t="t" r="r" b="b"/>
              <a:pathLst>
                <a:path w="988060" h="476250">
                  <a:moveTo>
                    <a:pt x="493866" y="0"/>
                  </a:moveTo>
                  <a:lnTo>
                    <a:pt x="431916" y="1854"/>
                  </a:lnTo>
                  <a:lnTo>
                    <a:pt x="372263" y="7270"/>
                  </a:lnTo>
                  <a:lnTo>
                    <a:pt x="315369" y="16024"/>
                  </a:lnTo>
                  <a:lnTo>
                    <a:pt x="261696" y="27892"/>
                  </a:lnTo>
                  <a:lnTo>
                    <a:pt x="211709" y="42652"/>
                  </a:lnTo>
                  <a:lnTo>
                    <a:pt x="165869" y="60080"/>
                  </a:lnTo>
                  <a:lnTo>
                    <a:pt x="124640" y="79954"/>
                  </a:lnTo>
                  <a:lnTo>
                    <a:pt x="88484" y="102050"/>
                  </a:lnTo>
                  <a:lnTo>
                    <a:pt x="57864" y="126146"/>
                  </a:lnTo>
                  <a:lnTo>
                    <a:pt x="15083" y="179443"/>
                  </a:lnTo>
                  <a:lnTo>
                    <a:pt x="0" y="238060"/>
                  </a:lnTo>
                  <a:lnTo>
                    <a:pt x="3847" y="267921"/>
                  </a:lnTo>
                  <a:lnTo>
                    <a:pt x="33242" y="324101"/>
                  </a:lnTo>
                  <a:lnTo>
                    <a:pt x="88484" y="374069"/>
                  </a:lnTo>
                  <a:lnTo>
                    <a:pt x="124640" y="396165"/>
                  </a:lnTo>
                  <a:lnTo>
                    <a:pt x="165869" y="416039"/>
                  </a:lnTo>
                  <a:lnTo>
                    <a:pt x="211709" y="433467"/>
                  </a:lnTo>
                  <a:lnTo>
                    <a:pt x="261696" y="448227"/>
                  </a:lnTo>
                  <a:lnTo>
                    <a:pt x="315369" y="460096"/>
                  </a:lnTo>
                  <a:lnTo>
                    <a:pt x="372263" y="468849"/>
                  </a:lnTo>
                  <a:lnTo>
                    <a:pt x="431916" y="474265"/>
                  </a:lnTo>
                  <a:lnTo>
                    <a:pt x="493866" y="476120"/>
                  </a:lnTo>
                  <a:lnTo>
                    <a:pt x="555815" y="474265"/>
                  </a:lnTo>
                  <a:lnTo>
                    <a:pt x="615469" y="468849"/>
                  </a:lnTo>
                  <a:lnTo>
                    <a:pt x="672363" y="460096"/>
                  </a:lnTo>
                  <a:lnTo>
                    <a:pt x="726035" y="448227"/>
                  </a:lnTo>
                  <a:lnTo>
                    <a:pt x="776022" y="433467"/>
                  </a:lnTo>
                  <a:lnTo>
                    <a:pt x="821862" y="416039"/>
                  </a:lnTo>
                  <a:lnTo>
                    <a:pt x="863091" y="396165"/>
                  </a:lnTo>
                  <a:lnTo>
                    <a:pt x="899248" y="374069"/>
                  </a:lnTo>
                  <a:lnTo>
                    <a:pt x="929868" y="349973"/>
                  </a:lnTo>
                  <a:lnTo>
                    <a:pt x="972649" y="296676"/>
                  </a:lnTo>
                  <a:lnTo>
                    <a:pt x="987732" y="238060"/>
                  </a:lnTo>
                  <a:lnTo>
                    <a:pt x="983884" y="208198"/>
                  </a:lnTo>
                  <a:lnTo>
                    <a:pt x="954489" y="152018"/>
                  </a:lnTo>
                  <a:lnTo>
                    <a:pt x="899248" y="102050"/>
                  </a:lnTo>
                  <a:lnTo>
                    <a:pt x="863091" y="79954"/>
                  </a:lnTo>
                  <a:lnTo>
                    <a:pt x="821862" y="60080"/>
                  </a:lnTo>
                  <a:lnTo>
                    <a:pt x="776022" y="42652"/>
                  </a:lnTo>
                  <a:lnTo>
                    <a:pt x="726035" y="27892"/>
                  </a:lnTo>
                  <a:lnTo>
                    <a:pt x="672363" y="16024"/>
                  </a:lnTo>
                  <a:lnTo>
                    <a:pt x="615469" y="7270"/>
                  </a:lnTo>
                  <a:lnTo>
                    <a:pt x="555815" y="1854"/>
                  </a:lnTo>
                  <a:lnTo>
                    <a:pt x="49386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521530" y="4926874"/>
              <a:ext cx="988060" cy="476250"/>
            </a:xfrm>
            <a:custGeom>
              <a:avLst/>
              <a:gdLst/>
              <a:ahLst/>
              <a:cxnLst/>
              <a:rect l="l" t="t" r="r" b="b"/>
              <a:pathLst>
                <a:path w="988060" h="476250">
                  <a:moveTo>
                    <a:pt x="0" y="238060"/>
                  </a:moveTo>
                  <a:lnTo>
                    <a:pt x="15083" y="179443"/>
                  </a:lnTo>
                  <a:lnTo>
                    <a:pt x="57864" y="126147"/>
                  </a:lnTo>
                  <a:lnTo>
                    <a:pt x="88484" y="102051"/>
                  </a:lnTo>
                  <a:lnTo>
                    <a:pt x="124640" y="79955"/>
                  </a:lnTo>
                  <a:lnTo>
                    <a:pt x="165870" y="60081"/>
                  </a:lnTo>
                  <a:lnTo>
                    <a:pt x="211709" y="42652"/>
                  </a:lnTo>
                  <a:lnTo>
                    <a:pt x="261697" y="27892"/>
                  </a:lnTo>
                  <a:lnTo>
                    <a:pt x="315369" y="16024"/>
                  </a:lnTo>
                  <a:lnTo>
                    <a:pt x="372263" y="7270"/>
                  </a:lnTo>
                  <a:lnTo>
                    <a:pt x="431916" y="1854"/>
                  </a:lnTo>
                  <a:lnTo>
                    <a:pt x="493866" y="0"/>
                  </a:lnTo>
                  <a:lnTo>
                    <a:pt x="555815" y="1854"/>
                  </a:lnTo>
                  <a:lnTo>
                    <a:pt x="615469" y="7270"/>
                  </a:lnTo>
                  <a:lnTo>
                    <a:pt x="672363" y="16024"/>
                  </a:lnTo>
                  <a:lnTo>
                    <a:pt x="726035" y="27892"/>
                  </a:lnTo>
                  <a:lnTo>
                    <a:pt x="776022" y="42652"/>
                  </a:lnTo>
                  <a:lnTo>
                    <a:pt x="821862" y="60081"/>
                  </a:lnTo>
                  <a:lnTo>
                    <a:pt x="863092" y="79955"/>
                  </a:lnTo>
                  <a:lnTo>
                    <a:pt x="899248" y="102051"/>
                  </a:lnTo>
                  <a:lnTo>
                    <a:pt x="929868" y="126147"/>
                  </a:lnTo>
                  <a:lnTo>
                    <a:pt x="972649" y="179443"/>
                  </a:lnTo>
                  <a:lnTo>
                    <a:pt x="987732" y="238060"/>
                  </a:lnTo>
                  <a:lnTo>
                    <a:pt x="983884" y="267922"/>
                  </a:lnTo>
                  <a:lnTo>
                    <a:pt x="954489" y="324102"/>
                  </a:lnTo>
                  <a:lnTo>
                    <a:pt x="899248" y="374069"/>
                  </a:lnTo>
                  <a:lnTo>
                    <a:pt x="863092" y="396166"/>
                  </a:lnTo>
                  <a:lnTo>
                    <a:pt x="821862" y="416040"/>
                  </a:lnTo>
                  <a:lnTo>
                    <a:pt x="776022" y="433468"/>
                  </a:lnTo>
                  <a:lnTo>
                    <a:pt x="726035" y="448228"/>
                  </a:lnTo>
                  <a:lnTo>
                    <a:pt x="672363" y="460097"/>
                  </a:lnTo>
                  <a:lnTo>
                    <a:pt x="615469" y="468850"/>
                  </a:lnTo>
                  <a:lnTo>
                    <a:pt x="555815" y="474266"/>
                  </a:lnTo>
                  <a:lnTo>
                    <a:pt x="493866" y="476121"/>
                  </a:lnTo>
                  <a:lnTo>
                    <a:pt x="431916" y="474266"/>
                  </a:lnTo>
                  <a:lnTo>
                    <a:pt x="372263" y="468850"/>
                  </a:lnTo>
                  <a:lnTo>
                    <a:pt x="315369" y="460097"/>
                  </a:lnTo>
                  <a:lnTo>
                    <a:pt x="261697" y="448228"/>
                  </a:lnTo>
                  <a:lnTo>
                    <a:pt x="211709" y="433468"/>
                  </a:lnTo>
                  <a:lnTo>
                    <a:pt x="165870" y="416040"/>
                  </a:lnTo>
                  <a:lnTo>
                    <a:pt x="124640" y="396166"/>
                  </a:lnTo>
                  <a:lnTo>
                    <a:pt x="88484" y="374069"/>
                  </a:lnTo>
                  <a:lnTo>
                    <a:pt x="57864" y="349974"/>
                  </a:lnTo>
                  <a:lnTo>
                    <a:pt x="15083" y="296677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771834" y="5009896"/>
            <a:ext cx="4889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149352" y="5726426"/>
            <a:ext cx="1176020" cy="486409"/>
            <a:chOff x="1149352" y="5726426"/>
            <a:chExt cx="1176020" cy="486409"/>
          </a:xfrm>
        </p:grpSpPr>
        <p:sp>
          <p:nvSpPr>
            <p:cNvPr id="51" name="object 51"/>
            <p:cNvSpPr/>
            <p:nvPr/>
          </p:nvSpPr>
          <p:spPr>
            <a:xfrm>
              <a:off x="1154432" y="5731506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60" h="476250">
                  <a:moveTo>
                    <a:pt x="582929" y="0"/>
                  </a:moveTo>
                  <a:lnTo>
                    <a:pt x="514947" y="1601"/>
                  </a:lnTo>
                  <a:lnTo>
                    <a:pt x="449268" y="6287"/>
                  </a:lnTo>
                  <a:lnTo>
                    <a:pt x="386331" y="13878"/>
                  </a:lnTo>
                  <a:lnTo>
                    <a:pt x="326571" y="24196"/>
                  </a:lnTo>
                  <a:lnTo>
                    <a:pt x="270427" y="37063"/>
                  </a:lnTo>
                  <a:lnTo>
                    <a:pt x="218336" y="52299"/>
                  </a:lnTo>
                  <a:lnTo>
                    <a:pt x="170736" y="69726"/>
                  </a:lnTo>
                  <a:lnTo>
                    <a:pt x="128063" y="89165"/>
                  </a:lnTo>
                  <a:lnTo>
                    <a:pt x="90755" y="110439"/>
                  </a:lnTo>
                  <a:lnTo>
                    <a:pt x="59249" y="133367"/>
                  </a:lnTo>
                  <a:lnTo>
                    <a:pt x="15395" y="183475"/>
                  </a:lnTo>
                  <a:lnTo>
                    <a:pt x="0" y="238060"/>
                  </a:lnTo>
                  <a:lnTo>
                    <a:pt x="3921" y="265823"/>
                  </a:lnTo>
                  <a:lnTo>
                    <a:pt x="33984" y="318348"/>
                  </a:lnTo>
                  <a:lnTo>
                    <a:pt x="90755" y="365682"/>
                  </a:lnTo>
                  <a:lnTo>
                    <a:pt x="128063" y="386955"/>
                  </a:lnTo>
                  <a:lnTo>
                    <a:pt x="170736" y="406395"/>
                  </a:lnTo>
                  <a:lnTo>
                    <a:pt x="218336" y="423822"/>
                  </a:lnTo>
                  <a:lnTo>
                    <a:pt x="270427" y="439058"/>
                  </a:lnTo>
                  <a:lnTo>
                    <a:pt x="326571" y="451924"/>
                  </a:lnTo>
                  <a:lnTo>
                    <a:pt x="386331" y="462243"/>
                  </a:lnTo>
                  <a:lnTo>
                    <a:pt x="449268" y="469834"/>
                  </a:lnTo>
                  <a:lnTo>
                    <a:pt x="514947" y="474520"/>
                  </a:lnTo>
                  <a:lnTo>
                    <a:pt x="582929" y="476121"/>
                  </a:lnTo>
                  <a:lnTo>
                    <a:pt x="650911" y="474520"/>
                  </a:lnTo>
                  <a:lnTo>
                    <a:pt x="716589" y="469834"/>
                  </a:lnTo>
                  <a:lnTo>
                    <a:pt x="779527" y="462243"/>
                  </a:lnTo>
                  <a:lnTo>
                    <a:pt x="839287" y="451924"/>
                  </a:lnTo>
                  <a:lnTo>
                    <a:pt x="895431" y="439058"/>
                  </a:lnTo>
                  <a:lnTo>
                    <a:pt x="947522" y="423822"/>
                  </a:lnTo>
                  <a:lnTo>
                    <a:pt x="995123" y="406395"/>
                  </a:lnTo>
                  <a:lnTo>
                    <a:pt x="1037796" y="386955"/>
                  </a:lnTo>
                  <a:lnTo>
                    <a:pt x="1075104" y="365682"/>
                  </a:lnTo>
                  <a:lnTo>
                    <a:pt x="1106609" y="342753"/>
                  </a:lnTo>
                  <a:lnTo>
                    <a:pt x="1150463" y="292645"/>
                  </a:lnTo>
                  <a:lnTo>
                    <a:pt x="1165859" y="238060"/>
                  </a:lnTo>
                  <a:lnTo>
                    <a:pt x="1161937" y="210297"/>
                  </a:lnTo>
                  <a:lnTo>
                    <a:pt x="1131875" y="157772"/>
                  </a:lnTo>
                  <a:lnTo>
                    <a:pt x="1075104" y="110439"/>
                  </a:lnTo>
                  <a:lnTo>
                    <a:pt x="1037796" y="89165"/>
                  </a:lnTo>
                  <a:lnTo>
                    <a:pt x="995123" y="69726"/>
                  </a:lnTo>
                  <a:lnTo>
                    <a:pt x="947522" y="52299"/>
                  </a:lnTo>
                  <a:lnTo>
                    <a:pt x="895431" y="37063"/>
                  </a:lnTo>
                  <a:lnTo>
                    <a:pt x="839287" y="24196"/>
                  </a:lnTo>
                  <a:lnTo>
                    <a:pt x="779527" y="13878"/>
                  </a:lnTo>
                  <a:lnTo>
                    <a:pt x="716589" y="6287"/>
                  </a:lnTo>
                  <a:lnTo>
                    <a:pt x="650911" y="1601"/>
                  </a:lnTo>
                  <a:lnTo>
                    <a:pt x="5829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54432" y="5731506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60" h="476250">
                  <a:moveTo>
                    <a:pt x="0" y="238060"/>
                  </a:moveTo>
                  <a:lnTo>
                    <a:pt x="15395" y="183475"/>
                  </a:lnTo>
                  <a:lnTo>
                    <a:pt x="59249" y="133367"/>
                  </a:lnTo>
                  <a:lnTo>
                    <a:pt x="90755" y="110439"/>
                  </a:lnTo>
                  <a:lnTo>
                    <a:pt x="128063" y="89165"/>
                  </a:lnTo>
                  <a:lnTo>
                    <a:pt x="170736" y="69726"/>
                  </a:lnTo>
                  <a:lnTo>
                    <a:pt x="218336" y="52299"/>
                  </a:lnTo>
                  <a:lnTo>
                    <a:pt x="270427" y="37063"/>
                  </a:lnTo>
                  <a:lnTo>
                    <a:pt x="326571" y="24196"/>
                  </a:lnTo>
                  <a:lnTo>
                    <a:pt x="386331" y="13878"/>
                  </a:lnTo>
                  <a:lnTo>
                    <a:pt x="449269" y="6287"/>
                  </a:lnTo>
                  <a:lnTo>
                    <a:pt x="514947" y="1601"/>
                  </a:lnTo>
                  <a:lnTo>
                    <a:pt x="582929" y="0"/>
                  </a:lnTo>
                  <a:lnTo>
                    <a:pt x="650911" y="1601"/>
                  </a:lnTo>
                  <a:lnTo>
                    <a:pt x="716589" y="6287"/>
                  </a:lnTo>
                  <a:lnTo>
                    <a:pt x="779527" y="13878"/>
                  </a:lnTo>
                  <a:lnTo>
                    <a:pt x="839287" y="24196"/>
                  </a:lnTo>
                  <a:lnTo>
                    <a:pt x="895431" y="37063"/>
                  </a:lnTo>
                  <a:lnTo>
                    <a:pt x="947522" y="52299"/>
                  </a:lnTo>
                  <a:lnTo>
                    <a:pt x="995122" y="69726"/>
                  </a:lnTo>
                  <a:lnTo>
                    <a:pt x="1037795" y="89165"/>
                  </a:lnTo>
                  <a:lnTo>
                    <a:pt x="1075103" y="110439"/>
                  </a:lnTo>
                  <a:lnTo>
                    <a:pt x="1106609" y="133367"/>
                  </a:lnTo>
                  <a:lnTo>
                    <a:pt x="1150463" y="183475"/>
                  </a:lnTo>
                  <a:lnTo>
                    <a:pt x="1165858" y="238060"/>
                  </a:lnTo>
                  <a:lnTo>
                    <a:pt x="1161937" y="265823"/>
                  </a:lnTo>
                  <a:lnTo>
                    <a:pt x="1131874" y="318348"/>
                  </a:lnTo>
                  <a:lnTo>
                    <a:pt x="1075103" y="365682"/>
                  </a:lnTo>
                  <a:lnTo>
                    <a:pt x="1037795" y="386955"/>
                  </a:lnTo>
                  <a:lnTo>
                    <a:pt x="995122" y="406395"/>
                  </a:lnTo>
                  <a:lnTo>
                    <a:pt x="947522" y="423822"/>
                  </a:lnTo>
                  <a:lnTo>
                    <a:pt x="895431" y="439058"/>
                  </a:lnTo>
                  <a:lnTo>
                    <a:pt x="839287" y="451924"/>
                  </a:lnTo>
                  <a:lnTo>
                    <a:pt x="779527" y="462242"/>
                  </a:lnTo>
                  <a:lnTo>
                    <a:pt x="716589" y="469834"/>
                  </a:lnTo>
                  <a:lnTo>
                    <a:pt x="650911" y="474519"/>
                  </a:lnTo>
                  <a:lnTo>
                    <a:pt x="582929" y="476121"/>
                  </a:lnTo>
                  <a:lnTo>
                    <a:pt x="514947" y="474519"/>
                  </a:lnTo>
                  <a:lnTo>
                    <a:pt x="449269" y="469834"/>
                  </a:lnTo>
                  <a:lnTo>
                    <a:pt x="386331" y="462242"/>
                  </a:lnTo>
                  <a:lnTo>
                    <a:pt x="326571" y="451924"/>
                  </a:lnTo>
                  <a:lnTo>
                    <a:pt x="270427" y="439058"/>
                  </a:lnTo>
                  <a:lnTo>
                    <a:pt x="218336" y="423822"/>
                  </a:lnTo>
                  <a:lnTo>
                    <a:pt x="170736" y="406395"/>
                  </a:lnTo>
                  <a:lnTo>
                    <a:pt x="128063" y="386955"/>
                  </a:lnTo>
                  <a:lnTo>
                    <a:pt x="90755" y="365682"/>
                  </a:lnTo>
                  <a:lnTo>
                    <a:pt x="59249" y="342753"/>
                  </a:lnTo>
                  <a:lnTo>
                    <a:pt x="15395" y="292645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3" name="object 53"/>
          <p:cNvGrpSpPr/>
          <p:nvPr/>
        </p:nvGrpSpPr>
        <p:grpSpPr>
          <a:xfrm>
            <a:off x="1593532" y="4924746"/>
            <a:ext cx="4547235" cy="1586865"/>
            <a:chOff x="1593532" y="4924746"/>
            <a:chExt cx="4547235" cy="1586865"/>
          </a:xfrm>
        </p:grpSpPr>
        <p:sp>
          <p:nvSpPr>
            <p:cNvPr id="54" name="object 54"/>
            <p:cNvSpPr/>
            <p:nvPr/>
          </p:nvSpPr>
          <p:spPr>
            <a:xfrm>
              <a:off x="3881233" y="5959829"/>
              <a:ext cx="380365" cy="2540"/>
            </a:xfrm>
            <a:custGeom>
              <a:avLst/>
              <a:gdLst/>
              <a:ahLst/>
              <a:cxnLst/>
              <a:rect l="l" t="t" r="r" b="b"/>
              <a:pathLst>
                <a:path w="380364" h="2539">
                  <a:moveTo>
                    <a:pt x="379870" y="0"/>
                  </a:moveTo>
                  <a:lnTo>
                    <a:pt x="0" y="1993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015396" y="5402995"/>
              <a:ext cx="4445" cy="269240"/>
            </a:xfrm>
            <a:custGeom>
              <a:avLst/>
              <a:gdLst/>
              <a:ahLst/>
              <a:cxnLst/>
              <a:rect l="l" t="t" r="r" b="b"/>
              <a:pathLst>
                <a:path w="4445" h="269239">
                  <a:moveTo>
                    <a:pt x="4202" y="268797"/>
                  </a:moveTo>
                  <a:lnTo>
                    <a:pt x="0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261103" y="5959829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h="44450">
                  <a:moveTo>
                    <a:pt x="0" y="0"/>
                  </a:moveTo>
                  <a:lnTo>
                    <a:pt x="1" y="44029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778094" y="5959829"/>
              <a:ext cx="358140" cy="2540"/>
            </a:xfrm>
            <a:custGeom>
              <a:avLst/>
              <a:gdLst/>
              <a:ahLst/>
              <a:cxnLst/>
              <a:rect l="l" t="t" r="r" b="b"/>
              <a:pathLst>
                <a:path w="358139" h="2539">
                  <a:moveTo>
                    <a:pt x="357603" y="1993"/>
                  </a:moveTo>
                  <a:lnTo>
                    <a:pt x="0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018747" y="6247865"/>
              <a:ext cx="1270" cy="259079"/>
            </a:xfrm>
            <a:custGeom>
              <a:avLst/>
              <a:gdLst/>
              <a:ahLst/>
              <a:cxnLst/>
              <a:rect l="l" t="t" r="r" b="b"/>
              <a:pathLst>
                <a:path w="1270" h="259079">
                  <a:moveTo>
                    <a:pt x="0" y="258584"/>
                  </a:moveTo>
                  <a:lnTo>
                    <a:pt x="850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600199" y="4931413"/>
              <a:ext cx="2709545" cy="480059"/>
            </a:xfrm>
            <a:custGeom>
              <a:avLst/>
              <a:gdLst/>
              <a:ahLst/>
              <a:cxnLst/>
              <a:rect l="l" t="t" r="r" b="b"/>
              <a:pathLst>
                <a:path w="2709545" h="480060">
                  <a:moveTo>
                    <a:pt x="2285998" y="0"/>
                  </a:moveTo>
                  <a:lnTo>
                    <a:pt x="80011" y="0"/>
                  </a:lnTo>
                  <a:lnTo>
                    <a:pt x="48867" y="6287"/>
                  </a:lnTo>
                  <a:lnTo>
                    <a:pt x="23434" y="23434"/>
                  </a:lnTo>
                  <a:lnTo>
                    <a:pt x="6287" y="48867"/>
                  </a:lnTo>
                  <a:lnTo>
                    <a:pt x="0" y="80011"/>
                  </a:lnTo>
                  <a:lnTo>
                    <a:pt x="0" y="400050"/>
                  </a:lnTo>
                  <a:lnTo>
                    <a:pt x="6287" y="431193"/>
                  </a:lnTo>
                  <a:lnTo>
                    <a:pt x="23434" y="456625"/>
                  </a:lnTo>
                  <a:lnTo>
                    <a:pt x="48867" y="473772"/>
                  </a:lnTo>
                  <a:lnTo>
                    <a:pt x="80011" y="480060"/>
                  </a:lnTo>
                  <a:lnTo>
                    <a:pt x="2285998" y="480060"/>
                  </a:lnTo>
                  <a:lnTo>
                    <a:pt x="2317142" y="473772"/>
                  </a:lnTo>
                  <a:lnTo>
                    <a:pt x="2342574" y="456625"/>
                  </a:lnTo>
                  <a:lnTo>
                    <a:pt x="2359721" y="431193"/>
                  </a:lnTo>
                  <a:lnTo>
                    <a:pt x="2366008" y="400050"/>
                  </a:lnTo>
                  <a:lnTo>
                    <a:pt x="2366008" y="200025"/>
                  </a:lnTo>
                  <a:lnTo>
                    <a:pt x="2634535" y="200025"/>
                  </a:lnTo>
                  <a:lnTo>
                    <a:pt x="2366008" y="80011"/>
                  </a:lnTo>
                  <a:lnTo>
                    <a:pt x="2359721" y="48867"/>
                  </a:lnTo>
                  <a:lnTo>
                    <a:pt x="2342574" y="23434"/>
                  </a:lnTo>
                  <a:lnTo>
                    <a:pt x="2317142" y="6287"/>
                  </a:lnTo>
                  <a:lnTo>
                    <a:pt x="2285998" y="0"/>
                  </a:lnTo>
                  <a:close/>
                </a:path>
                <a:path w="2709545" h="480060">
                  <a:moveTo>
                    <a:pt x="2634535" y="200025"/>
                  </a:moveTo>
                  <a:lnTo>
                    <a:pt x="2366008" y="200025"/>
                  </a:lnTo>
                  <a:lnTo>
                    <a:pt x="2709150" y="233372"/>
                  </a:lnTo>
                  <a:lnTo>
                    <a:pt x="2634535" y="200025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600199" y="4931413"/>
              <a:ext cx="2709545" cy="480059"/>
            </a:xfrm>
            <a:custGeom>
              <a:avLst/>
              <a:gdLst/>
              <a:ahLst/>
              <a:cxnLst/>
              <a:rect l="l" t="t" r="r" b="b"/>
              <a:pathLst>
                <a:path w="2709545" h="480060">
                  <a:moveTo>
                    <a:pt x="0" y="80010"/>
                  </a:moveTo>
                  <a:lnTo>
                    <a:pt x="6287" y="48867"/>
                  </a:lnTo>
                  <a:lnTo>
                    <a:pt x="23434" y="23434"/>
                  </a:lnTo>
                  <a:lnTo>
                    <a:pt x="48866" y="6287"/>
                  </a:lnTo>
                  <a:lnTo>
                    <a:pt x="80010" y="0"/>
                  </a:lnTo>
                  <a:lnTo>
                    <a:pt x="1380171" y="0"/>
                  </a:lnTo>
                  <a:lnTo>
                    <a:pt x="1971674" y="0"/>
                  </a:lnTo>
                  <a:lnTo>
                    <a:pt x="2285997" y="0"/>
                  </a:lnTo>
                  <a:lnTo>
                    <a:pt x="2317141" y="6287"/>
                  </a:lnTo>
                  <a:lnTo>
                    <a:pt x="2342574" y="23434"/>
                  </a:lnTo>
                  <a:lnTo>
                    <a:pt x="2359721" y="48867"/>
                  </a:lnTo>
                  <a:lnTo>
                    <a:pt x="2366008" y="80010"/>
                  </a:lnTo>
                  <a:lnTo>
                    <a:pt x="2709149" y="233372"/>
                  </a:lnTo>
                  <a:lnTo>
                    <a:pt x="2366008" y="200024"/>
                  </a:lnTo>
                  <a:lnTo>
                    <a:pt x="2366008" y="400049"/>
                  </a:lnTo>
                  <a:lnTo>
                    <a:pt x="2359721" y="431192"/>
                  </a:lnTo>
                  <a:lnTo>
                    <a:pt x="2342574" y="456625"/>
                  </a:lnTo>
                  <a:lnTo>
                    <a:pt x="2317141" y="473772"/>
                  </a:lnTo>
                  <a:lnTo>
                    <a:pt x="2285997" y="480059"/>
                  </a:lnTo>
                  <a:lnTo>
                    <a:pt x="1971674" y="480059"/>
                  </a:lnTo>
                  <a:lnTo>
                    <a:pt x="1380171" y="480059"/>
                  </a:lnTo>
                  <a:lnTo>
                    <a:pt x="80010" y="480059"/>
                  </a:lnTo>
                  <a:lnTo>
                    <a:pt x="48866" y="473772"/>
                  </a:lnTo>
                  <a:lnTo>
                    <a:pt x="23434" y="456625"/>
                  </a:lnTo>
                  <a:lnTo>
                    <a:pt x="6287" y="431192"/>
                  </a:lnTo>
                  <a:lnTo>
                    <a:pt x="0" y="400049"/>
                  </a:lnTo>
                  <a:lnTo>
                    <a:pt x="0" y="200024"/>
                  </a:lnTo>
                  <a:lnTo>
                    <a:pt x="0" y="80010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311487" y="5820664"/>
            <a:ext cx="8934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pe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7681583" y="5709279"/>
            <a:ext cx="1176020" cy="486409"/>
            <a:chOff x="7681583" y="5709279"/>
            <a:chExt cx="1176020" cy="486409"/>
          </a:xfrm>
        </p:grpSpPr>
        <p:sp>
          <p:nvSpPr>
            <p:cNvPr id="63" name="object 63"/>
            <p:cNvSpPr/>
            <p:nvPr/>
          </p:nvSpPr>
          <p:spPr>
            <a:xfrm>
              <a:off x="7686663" y="5714359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582929" y="0"/>
                  </a:moveTo>
                  <a:lnTo>
                    <a:pt x="514947" y="1601"/>
                  </a:lnTo>
                  <a:lnTo>
                    <a:pt x="449269" y="6287"/>
                  </a:lnTo>
                  <a:lnTo>
                    <a:pt x="386331" y="13878"/>
                  </a:lnTo>
                  <a:lnTo>
                    <a:pt x="326571" y="24196"/>
                  </a:lnTo>
                  <a:lnTo>
                    <a:pt x="270427" y="37063"/>
                  </a:lnTo>
                  <a:lnTo>
                    <a:pt x="218336" y="52299"/>
                  </a:lnTo>
                  <a:lnTo>
                    <a:pt x="170736" y="69726"/>
                  </a:lnTo>
                  <a:lnTo>
                    <a:pt x="128063" y="89166"/>
                  </a:lnTo>
                  <a:lnTo>
                    <a:pt x="90755" y="110439"/>
                  </a:lnTo>
                  <a:lnTo>
                    <a:pt x="59249" y="133367"/>
                  </a:lnTo>
                  <a:lnTo>
                    <a:pt x="15395" y="183476"/>
                  </a:lnTo>
                  <a:lnTo>
                    <a:pt x="0" y="238061"/>
                  </a:lnTo>
                  <a:lnTo>
                    <a:pt x="3921" y="265824"/>
                  </a:lnTo>
                  <a:lnTo>
                    <a:pt x="33983" y="318349"/>
                  </a:lnTo>
                  <a:lnTo>
                    <a:pt x="90755" y="365682"/>
                  </a:lnTo>
                  <a:lnTo>
                    <a:pt x="128063" y="386955"/>
                  </a:lnTo>
                  <a:lnTo>
                    <a:pt x="170736" y="406395"/>
                  </a:lnTo>
                  <a:lnTo>
                    <a:pt x="218336" y="423822"/>
                  </a:lnTo>
                  <a:lnTo>
                    <a:pt x="270427" y="439058"/>
                  </a:lnTo>
                  <a:lnTo>
                    <a:pt x="326571" y="451924"/>
                  </a:lnTo>
                  <a:lnTo>
                    <a:pt x="386331" y="462243"/>
                  </a:lnTo>
                  <a:lnTo>
                    <a:pt x="449269" y="469834"/>
                  </a:lnTo>
                  <a:lnTo>
                    <a:pt x="514947" y="474520"/>
                  </a:lnTo>
                  <a:lnTo>
                    <a:pt x="582929" y="476121"/>
                  </a:lnTo>
                  <a:lnTo>
                    <a:pt x="650911" y="474520"/>
                  </a:lnTo>
                  <a:lnTo>
                    <a:pt x="716590" y="469834"/>
                  </a:lnTo>
                  <a:lnTo>
                    <a:pt x="779527" y="462243"/>
                  </a:lnTo>
                  <a:lnTo>
                    <a:pt x="839287" y="451924"/>
                  </a:lnTo>
                  <a:lnTo>
                    <a:pt x="895431" y="439058"/>
                  </a:lnTo>
                  <a:lnTo>
                    <a:pt x="947522" y="423822"/>
                  </a:lnTo>
                  <a:lnTo>
                    <a:pt x="995122" y="406395"/>
                  </a:lnTo>
                  <a:lnTo>
                    <a:pt x="1037795" y="386955"/>
                  </a:lnTo>
                  <a:lnTo>
                    <a:pt x="1075103" y="365682"/>
                  </a:lnTo>
                  <a:lnTo>
                    <a:pt x="1106609" y="342754"/>
                  </a:lnTo>
                  <a:lnTo>
                    <a:pt x="1150463" y="292646"/>
                  </a:lnTo>
                  <a:lnTo>
                    <a:pt x="1165858" y="238061"/>
                  </a:lnTo>
                  <a:lnTo>
                    <a:pt x="1161936" y="210298"/>
                  </a:lnTo>
                  <a:lnTo>
                    <a:pt x="1131874" y="157773"/>
                  </a:lnTo>
                  <a:lnTo>
                    <a:pt x="1075103" y="110439"/>
                  </a:lnTo>
                  <a:lnTo>
                    <a:pt x="1037795" y="89166"/>
                  </a:lnTo>
                  <a:lnTo>
                    <a:pt x="995122" y="69726"/>
                  </a:lnTo>
                  <a:lnTo>
                    <a:pt x="947522" y="52299"/>
                  </a:lnTo>
                  <a:lnTo>
                    <a:pt x="895431" y="37063"/>
                  </a:lnTo>
                  <a:lnTo>
                    <a:pt x="839287" y="24196"/>
                  </a:lnTo>
                  <a:lnTo>
                    <a:pt x="779527" y="13878"/>
                  </a:lnTo>
                  <a:lnTo>
                    <a:pt x="716590" y="6287"/>
                  </a:lnTo>
                  <a:lnTo>
                    <a:pt x="650911" y="1601"/>
                  </a:lnTo>
                  <a:lnTo>
                    <a:pt x="5829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686663" y="5714359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0" y="238060"/>
                  </a:moveTo>
                  <a:lnTo>
                    <a:pt x="15395" y="183475"/>
                  </a:lnTo>
                  <a:lnTo>
                    <a:pt x="59249" y="133367"/>
                  </a:lnTo>
                  <a:lnTo>
                    <a:pt x="90755" y="110439"/>
                  </a:lnTo>
                  <a:lnTo>
                    <a:pt x="128063" y="89165"/>
                  </a:lnTo>
                  <a:lnTo>
                    <a:pt x="170736" y="69726"/>
                  </a:lnTo>
                  <a:lnTo>
                    <a:pt x="218336" y="52299"/>
                  </a:lnTo>
                  <a:lnTo>
                    <a:pt x="270427" y="37063"/>
                  </a:lnTo>
                  <a:lnTo>
                    <a:pt x="326571" y="24196"/>
                  </a:lnTo>
                  <a:lnTo>
                    <a:pt x="386331" y="13878"/>
                  </a:lnTo>
                  <a:lnTo>
                    <a:pt x="449269" y="6287"/>
                  </a:lnTo>
                  <a:lnTo>
                    <a:pt x="514947" y="1601"/>
                  </a:lnTo>
                  <a:lnTo>
                    <a:pt x="582929" y="0"/>
                  </a:lnTo>
                  <a:lnTo>
                    <a:pt x="650911" y="1601"/>
                  </a:lnTo>
                  <a:lnTo>
                    <a:pt x="716589" y="6287"/>
                  </a:lnTo>
                  <a:lnTo>
                    <a:pt x="779527" y="13878"/>
                  </a:lnTo>
                  <a:lnTo>
                    <a:pt x="839287" y="24196"/>
                  </a:lnTo>
                  <a:lnTo>
                    <a:pt x="895431" y="37063"/>
                  </a:lnTo>
                  <a:lnTo>
                    <a:pt x="947522" y="52299"/>
                  </a:lnTo>
                  <a:lnTo>
                    <a:pt x="995122" y="69726"/>
                  </a:lnTo>
                  <a:lnTo>
                    <a:pt x="1037795" y="89165"/>
                  </a:lnTo>
                  <a:lnTo>
                    <a:pt x="1075103" y="110439"/>
                  </a:lnTo>
                  <a:lnTo>
                    <a:pt x="1106609" y="133367"/>
                  </a:lnTo>
                  <a:lnTo>
                    <a:pt x="1150463" y="183475"/>
                  </a:lnTo>
                  <a:lnTo>
                    <a:pt x="1165858" y="238060"/>
                  </a:lnTo>
                  <a:lnTo>
                    <a:pt x="1161937" y="265823"/>
                  </a:lnTo>
                  <a:lnTo>
                    <a:pt x="1131874" y="318348"/>
                  </a:lnTo>
                  <a:lnTo>
                    <a:pt x="1075103" y="365682"/>
                  </a:lnTo>
                  <a:lnTo>
                    <a:pt x="1037795" y="386955"/>
                  </a:lnTo>
                  <a:lnTo>
                    <a:pt x="995122" y="406395"/>
                  </a:lnTo>
                  <a:lnTo>
                    <a:pt x="947522" y="423822"/>
                  </a:lnTo>
                  <a:lnTo>
                    <a:pt x="895431" y="439058"/>
                  </a:lnTo>
                  <a:lnTo>
                    <a:pt x="839287" y="451924"/>
                  </a:lnTo>
                  <a:lnTo>
                    <a:pt x="779527" y="462242"/>
                  </a:lnTo>
                  <a:lnTo>
                    <a:pt x="716589" y="469834"/>
                  </a:lnTo>
                  <a:lnTo>
                    <a:pt x="650911" y="474519"/>
                  </a:lnTo>
                  <a:lnTo>
                    <a:pt x="582929" y="476121"/>
                  </a:lnTo>
                  <a:lnTo>
                    <a:pt x="514947" y="474519"/>
                  </a:lnTo>
                  <a:lnTo>
                    <a:pt x="449269" y="469834"/>
                  </a:lnTo>
                  <a:lnTo>
                    <a:pt x="386331" y="462242"/>
                  </a:lnTo>
                  <a:lnTo>
                    <a:pt x="326571" y="451924"/>
                  </a:lnTo>
                  <a:lnTo>
                    <a:pt x="270427" y="439058"/>
                  </a:lnTo>
                  <a:lnTo>
                    <a:pt x="218336" y="423822"/>
                  </a:lnTo>
                  <a:lnTo>
                    <a:pt x="170736" y="406395"/>
                  </a:lnTo>
                  <a:lnTo>
                    <a:pt x="128063" y="386955"/>
                  </a:lnTo>
                  <a:lnTo>
                    <a:pt x="90755" y="365682"/>
                  </a:lnTo>
                  <a:lnTo>
                    <a:pt x="59249" y="342753"/>
                  </a:lnTo>
                  <a:lnTo>
                    <a:pt x="15395" y="292645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7813716" y="5805423"/>
            <a:ext cx="95376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oduc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810843" y="5805423"/>
            <a:ext cx="47688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buy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299859" y="5952421"/>
            <a:ext cx="387350" cy="9525"/>
          </a:xfrm>
          <a:custGeom>
            <a:avLst/>
            <a:gdLst/>
            <a:ahLst/>
            <a:cxnLst/>
            <a:rect l="l" t="t" r="r" b="b"/>
            <a:pathLst>
              <a:path w="387350" h="9525">
                <a:moveTo>
                  <a:pt x="386804" y="0"/>
                </a:moveTo>
                <a:lnTo>
                  <a:pt x="0" y="9401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8" name="object 68"/>
          <p:cNvGrpSpPr/>
          <p:nvPr/>
        </p:nvGrpSpPr>
        <p:grpSpPr>
          <a:xfrm>
            <a:off x="6058529" y="6480793"/>
            <a:ext cx="1176020" cy="486409"/>
            <a:chOff x="6058529" y="6480793"/>
            <a:chExt cx="1176020" cy="486409"/>
          </a:xfrm>
        </p:grpSpPr>
        <p:sp>
          <p:nvSpPr>
            <p:cNvPr id="69" name="object 69"/>
            <p:cNvSpPr/>
            <p:nvPr/>
          </p:nvSpPr>
          <p:spPr>
            <a:xfrm>
              <a:off x="6063609" y="6485873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582930" y="0"/>
                  </a:moveTo>
                  <a:lnTo>
                    <a:pt x="514948" y="1601"/>
                  </a:lnTo>
                  <a:lnTo>
                    <a:pt x="449269" y="6287"/>
                  </a:lnTo>
                  <a:lnTo>
                    <a:pt x="386332" y="13878"/>
                  </a:lnTo>
                  <a:lnTo>
                    <a:pt x="326572" y="24196"/>
                  </a:lnTo>
                  <a:lnTo>
                    <a:pt x="270428" y="37063"/>
                  </a:lnTo>
                  <a:lnTo>
                    <a:pt x="218337" y="52299"/>
                  </a:lnTo>
                  <a:lnTo>
                    <a:pt x="170736" y="69726"/>
                  </a:lnTo>
                  <a:lnTo>
                    <a:pt x="128063" y="89166"/>
                  </a:lnTo>
                  <a:lnTo>
                    <a:pt x="90755" y="110439"/>
                  </a:lnTo>
                  <a:lnTo>
                    <a:pt x="59249" y="133368"/>
                  </a:lnTo>
                  <a:lnTo>
                    <a:pt x="15395" y="183476"/>
                  </a:lnTo>
                  <a:lnTo>
                    <a:pt x="0" y="238061"/>
                  </a:lnTo>
                  <a:lnTo>
                    <a:pt x="3921" y="265824"/>
                  </a:lnTo>
                  <a:lnTo>
                    <a:pt x="33984" y="318349"/>
                  </a:lnTo>
                  <a:lnTo>
                    <a:pt x="90755" y="365682"/>
                  </a:lnTo>
                  <a:lnTo>
                    <a:pt x="128063" y="386956"/>
                  </a:lnTo>
                  <a:lnTo>
                    <a:pt x="170736" y="406395"/>
                  </a:lnTo>
                  <a:lnTo>
                    <a:pt x="218337" y="423822"/>
                  </a:lnTo>
                  <a:lnTo>
                    <a:pt x="270428" y="439058"/>
                  </a:lnTo>
                  <a:lnTo>
                    <a:pt x="326572" y="451925"/>
                  </a:lnTo>
                  <a:lnTo>
                    <a:pt x="386332" y="462243"/>
                  </a:lnTo>
                  <a:lnTo>
                    <a:pt x="449269" y="469834"/>
                  </a:lnTo>
                  <a:lnTo>
                    <a:pt x="514948" y="474520"/>
                  </a:lnTo>
                  <a:lnTo>
                    <a:pt x="582930" y="476121"/>
                  </a:lnTo>
                  <a:lnTo>
                    <a:pt x="650911" y="474520"/>
                  </a:lnTo>
                  <a:lnTo>
                    <a:pt x="716590" y="469834"/>
                  </a:lnTo>
                  <a:lnTo>
                    <a:pt x="779527" y="462243"/>
                  </a:lnTo>
                  <a:lnTo>
                    <a:pt x="839287" y="451925"/>
                  </a:lnTo>
                  <a:lnTo>
                    <a:pt x="895431" y="439058"/>
                  </a:lnTo>
                  <a:lnTo>
                    <a:pt x="947522" y="423822"/>
                  </a:lnTo>
                  <a:lnTo>
                    <a:pt x="995123" y="406395"/>
                  </a:lnTo>
                  <a:lnTo>
                    <a:pt x="1037796" y="386956"/>
                  </a:lnTo>
                  <a:lnTo>
                    <a:pt x="1075104" y="365682"/>
                  </a:lnTo>
                  <a:lnTo>
                    <a:pt x="1106610" y="342754"/>
                  </a:lnTo>
                  <a:lnTo>
                    <a:pt x="1150464" y="292646"/>
                  </a:lnTo>
                  <a:lnTo>
                    <a:pt x="1165860" y="238061"/>
                  </a:lnTo>
                  <a:lnTo>
                    <a:pt x="1161938" y="210298"/>
                  </a:lnTo>
                  <a:lnTo>
                    <a:pt x="1131875" y="157773"/>
                  </a:lnTo>
                  <a:lnTo>
                    <a:pt x="1075104" y="110439"/>
                  </a:lnTo>
                  <a:lnTo>
                    <a:pt x="1037796" y="89166"/>
                  </a:lnTo>
                  <a:lnTo>
                    <a:pt x="995123" y="69726"/>
                  </a:lnTo>
                  <a:lnTo>
                    <a:pt x="947522" y="52299"/>
                  </a:lnTo>
                  <a:lnTo>
                    <a:pt x="895431" y="37063"/>
                  </a:lnTo>
                  <a:lnTo>
                    <a:pt x="839287" y="24196"/>
                  </a:lnTo>
                  <a:lnTo>
                    <a:pt x="779527" y="13878"/>
                  </a:lnTo>
                  <a:lnTo>
                    <a:pt x="716590" y="6287"/>
                  </a:lnTo>
                  <a:lnTo>
                    <a:pt x="650911" y="1601"/>
                  </a:lnTo>
                  <a:lnTo>
                    <a:pt x="5829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063609" y="6485873"/>
              <a:ext cx="1165860" cy="476250"/>
            </a:xfrm>
            <a:custGeom>
              <a:avLst/>
              <a:gdLst/>
              <a:ahLst/>
              <a:cxnLst/>
              <a:rect l="l" t="t" r="r" b="b"/>
              <a:pathLst>
                <a:path w="1165859" h="476250">
                  <a:moveTo>
                    <a:pt x="0" y="238060"/>
                  </a:moveTo>
                  <a:lnTo>
                    <a:pt x="15395" y="183475"/>
                  </a:lnTo>
                  <a:lnTo>
                    <a:pt x="59249" y="133367"/>
                  </a:lnTo>
                  <a:lnTo>
                    <a:pt x="90755" y="110439"/>
                  </a:lnTo>
                  <a:lnTo>
                    <a:pt x="128063" y="89165"/>
                  </a:lnTo>
                  <a:lnTo>
                    <a:pt x="170736" y="69726"/>
                  </a:lnTo>
                  <a:lnTo>
                    <a:pt x="218336" y="52299"/>
                  </a:lnTo>
                  <a:lnTo>
                    <a:pt x="270427" y="37063"/>
                  </a:lnTo>
                  <a:lnTo>
                    <a:pt x="326571" y="24196"/>
                  </a:lnTo>
                  <a:lnTo>
                    <a:pt x="386331" y="13878"/>
                  </a:lnTo>
                  <a:lnTo>
                    <a:pt x="449269" y="6287"/>
                  </a:lnTo>
                  <a:lnTo>
                    <a:pt x="514947" y="1601"/>
                  </a:lnTo>
                  <a:lnTo>
                    <a:pt x="582929" y="0"/>
                  </a:lnTo>
                  <a:lnTo>
                    <a:pt x="650911" y="1601"/>
                  </a:lnTo>
                  <a:lnTo>
                    <a:pt x="716589" y="6287"/>
                  </a:lnTo>
                  <a:lnTo>
                    <a:pt x="779527" y="13878"/>
                  </a:lnTo>
                  <a:lnTo>
                    <a:pt x="839287" y="24196"/>
                  </a:lnTo>
                  <a:lnTo>
                    <a:pt x="895431" y="37063"/>
                  </a:lnTo>
                  <a:lnTo>
                    <a:pt x="947522" y="52299"/>
                  </a:lnTo>
                  <a:lnTo>
                    <a:pt x="995122" y="69726"/>
                  </a:lnTo>
                  <a:lnTo>
                    <a:pt x="1037795" y="89165"/>
                  </a:lnTo>
                  <a:lnTo>
                    <a:pt x="1075103" y="110439"/>
                  </a:lnTo>
                  <a:lnTo>
                    <a:pt x="1106609" y="133367"/>
                  </a:lnTo>
                  <a:lnTo>
                    <a:pt x="1150463" y="183475"/>
                  </a:lnTo>
                  <a:lnTo>
                    <a:pt x="1165858" y="238060"/>
                  </a:lnTo>
                  <a:lnTo>
                    <a:pt x="1161937" y="265823"/>
                  </a:lnTo>
                  <a:lnTo>
                    <a:pt x="1131874" y="318348"/>
                  </a:lnTo>
                  <a:lnTo>
                    <a:pt x="1075103" y="365682"/>
                  </a:lnTo>
                  <a:lnTo>
                    <a:pt x="1037795" y="386955"/>
                  </a:lnTo>
                  <a:lnTo>
                    <a:pt x="995122" y="406395"/>
                  </a:lnTo>
                  <a:lnTo>
                    <a:pt x="947522" y="423822"/>
                  </a:lnTo>
                  <a:lnTo>
                    <a:pt x="895431" y="439058"/>
                  </a:lnTo>
                  <a:lnTo>
                    <a:pt x="839287" y="451924"/>
                  </a:lnTo>
                  <a:lnTo>
                    <a:pt x="779527" y="462242"/>
                  </a:lnTo>
                  <a:lnTo>
                    <a:pt x="716589" y="469834"/>
                  </a:lnTo>
                  <a:lnTo>
                    <a:pt x="650911" y="474519"/>
                  </a:lnTo>
                  <a:lnTo>
                    <a:pt x="582929" y="476121"/>
                  </a:lnTo>
                  <a:lnTo>
                    <a:pt x="514947" y="474519"/>
                  </a:lnTo>
                  <a:lnTo>
                    <a:pt x="449269" y="469834"/>
                  </a:lnTo>
                  <a:lnTo>
                    <a:pt x="386331" y="462242"/>
                  </a:lnTo>
                  <a:lnTo>
                    <a:pt x="326571" y="451924"/>
                  </a:lnTo>
                  <a:lnTo>
                    <a:pt x="270427" y="439058"/>
                  </a:lnTo>
                  <a:lnTo>
                    <a:pt x="218336" y="423822"/>
                  </a:lnTo>
                  <a:lnTo>
                    <a:pt x="170736" y="406395"/>
                  </a:lnTo>
                  <a:lnTo>
                    <a:pt x="128063" y="386955"/>
                  </a:lnTo>
                  <a:lnTo>
                    <a:pt x="90755" y="365682"/>
                  </a:lnTo>
                  <a:lnTo>
                    <a:pt x="59249" y="342753"/>
                  </a:lnTo>
                  <a:lnTo>
                    <a:pt x="15395" y="292645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220665" y="6576568"/>
            <a:ext cx="89344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v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endo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600828" y="6723935"/>
            <a:ext cx="462915" cy="3810"/>
          </a:xfrm>
          <a:custGeom>
            <a:avLst/>
            <a:gdLst/>
            <a:ahLst/>
            <a:cxnLst/>
            <a:rect l="l" t="t" r="r" b="b"/>
            <a:pathLst>
              <a:path w="462914" h="3809">
                <a:moveTo>
                  <a:pt x="462781" y="0"/>
                </a:moveTo>
                <a:lnTo>
                  <a:pt x="0" y="3342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2320291" y="5961823"/>
            <a:ext cx="396875" cy="8255"/>
          </a:xfrm>
          <a:custGeom>
            <a:avLst/>
            <a:gdLst/>
            <a:ahLst/>
            <a:cxnLst/>
            <a:rect l="l" t="t" r="r" b="b"/>
            <a:pathLst>
              <a:path w="396875" h="8254">
                <a:moveTo>
                  <a:pt x="396779" y="0"/>
                </a:moveTo>
                <a:lnTo>
                  <a:pt x="0" y="7743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1761211" y="5003800"/>
            <a:ext cx="20459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“price”</a:t>
            </a:r>
            <a:r>
              <a:rPr sz="17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7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Decisions</a:t>
            </a:r>
            <a:r>
              <a:rPr spc="-245" dirty="0"/>
              <a:t> </a:t>
            </a:r>
            <a:r>
              <a:rPr spc="-55" dirty="0"/>
              <a:t>to</a:t>
            </a:r>
            <a:r>
              <a:rPr spc="-235" dirty="0"/>
              <a:t> </a:t>
            </a:r>
            <a:r>
              <a:rPr spc="-105" dirty="0"/>
              <a:t>Make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456" y="1100955"/>
            <a:ext cx="3678554" cy="141795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204470" indent="-192405">
              <a:lnSpc>
                <a:spcPct val="100000"/>
              </a:lnSpc>
              <a:spcBef>
                <a:spcPts val="1240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vs.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2300">
              <a:latin typeface="Verdana"/>
              <a:cs typeface="Verdana"/>
            </a:endParaRPr>
          </a:p>
          <a:p>
            <a:pPr marL="555625" lvl="1" indent="-243840">
              <a:lnSpc>
                <a:spcPct val="100000"/>
              </a:lnSpc>
              <a:spcBef>
                <a:spcPts val="1040"/>
              </a:spcBef>
              <a:buSzPct val="85714"/>
              <a:buFont typeface="Arial MT"/>
              <a:buChar char="•"/>
              <a:tabLst>
                <a:tab pos="555625" algn="l"/>
                <a:tab pos="556260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Has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  <a:p>
            <a:pPr marL="555625" lvl="1" indent="-243840">
              <a:lnSpc>
                <a:spcPct val="100000"/>
              </a:lnSpc>
              <a:spcBef>
                <a:spcPts val="980"/>
              </a:spcBef>
              <a:buSzPct val="85714"/>
              <a:buFont typeface="Arial MT"/>
              <a:buChar char="•"/>
              <a:tabLst>
                <a:tab pos="555625" algn="l"/>
                <a:tab pos="556260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17937" y="1603247"/>
            <a:ext cx="1642110" cy="91566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6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7456" y="3110991"/>
            <a:ext cx="45199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 indent="-192405">
              <a:lnSpc>
                <a:spcPct val="1000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vs.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7494" y="3444240"/>
            <a:ext cx="1894205" cy="9398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55904" indent="-243840">
              <a:lnSpc>
                <a:spcPct val="100000"/>
              </a:lnSpc>
              <a:spcBef>
                <a:spcPts val="1180"/>
              </a:spcBef>
              <a:buSzPct val="85714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>
              <a:latin typeface="Verdana"/>
              <a:cs typeface="Verdana"/>
            </a:endParaRPr>
          </a:p>
          <a:p>
            <a:pPr marL="255904" indent="-243840">
              <a:lnSpc>
                <a:spcPct val="100000"/>
              </a:lnSpc>
              <a:spcBef>
                <a:spcPts val="1080"/>
              </a:spcBef>
              <a:buSzPct val="85714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7936" y="3444240"/>
            <a:ext cx="5039995" cy="123253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180"/>
              </a:spcBef>
            </a:pP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nouns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(students,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faculty,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loads,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…)</a:t>
            </a:r>
            <a:endParaRPr sz="2100">
              <a:latin typeface="Verdana"/>
              <a:cs typeface="Verdana"/>
            </a:endParaRPr>
          </a:p>
          <a:p>
            <a:pPr marL="368935" marR="859155" indent="-356870">
              <a:lnSpc>
                <a:spcPts val="2300"/>
              </a:lnSpc>
              <a:spcBef>
                <a:spcPts val="1340"/>
              </a:spcBef>
            </a:pP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possession verbs (teaches,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advises,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owns,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works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80" dirty="0">
                <a:solidFill>
                  <a:srgbClr val="292934"/>
                </a:solidFill>
                <a:latin typeface="Verdana"/>
                <a:cs typeface="Verdana"/>
              </a:rPr>
              <a:t>for,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…)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7456" y="5290312"/>
            <a:ext cx="5109210" cy="109220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04470" indent="-192405">
              <a:lnSpc>
                <a:spcPct val="100000"/>
              </a:lnSpc>
              <a:spcBef>
                <a:spcPts val="1540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Binary</a:t>
            </a:r>
            <a:r>
              <a:rPr sz="2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vs.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n-ary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relationship sets</a:t>
            </a:r>
            <a:endParaRPr sz="23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1440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Specialization</a:t>
            </a:r>
            <a:r>
              <a:rPr sz="2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/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generalization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Rules</a:t>
            </a:r>
            <a:r>
              <a:rPr spc="-240" dirty="0"/>
              <a:t> </a:t>
            </a:r>
            <a:r>
              <a:rPr spc="-55" dirty="0"/>
              <a:t>of</a:t>
            </a:r>
            <a:r>
              <a:rPr spc="-240" dirty="0"/>
              <a:t> </a:t>
            </a:r>
            <a:r>
              <a:rPr spc="-90" dirty="0"/>
              <a:t>Thumb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108" y="1138935"/>
            <a:ext cx="7900034" cy="4180204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04470" indent="-192405">
              <a:lnSpc>
                <a:spcPct val="100000"/>
              </a:lnSpc>
              <a:spcBef>
                <a:spcPts val="940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Pick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 the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right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endParaRPr sz="23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840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spc="-20" dirty="0">
                <a:solidFill>
                  <a:srgbClr val="292934"/>
                </a:solidFill>
                <a:latin typeface="Verdana"/>
                <a:cs typeface="Verdana"/>
              </a:rPr>
              <a:t>Keep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simple</a:t>
            </a:r>
            <a:endParaRPr sz="23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935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Don’t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over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 complicate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things</a:t>
            </a:r>
            <a:endParaRPr sz="23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840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right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elements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(entities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vs.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attributes)</a:t>
            </a:r>
            <a:endParaRPr sz="23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840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Choose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right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relationships</a:t>
            </a:r>
            <a:endParaRPr sz="23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935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Follow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specification of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application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be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built</a:t>
            </a:r>
            <a:endParaRPr sz="23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840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spc="-15" dirty="0">
                <a:solidFill>
                  <a:srgbClr val="292934"/>
                </a:solidFill>
                <a:latin typeface="Verdana"/>
                <a:cs typeface="Verdana"/>
              </a:rPr>
              <a:t>Avoid</a:t>
            </a:r>
            <a:r>
              <a:rPr sz="2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NULL</a:t>
            </a:r>
            <a:r>
              <a:rPr sz="2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endParaRPr sz="23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840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spc="-15" dirty="0">
                <a:solidFill>
                  <a:srgbClr val="292934"/>
                </a:solidFill>
                <a:latin typeface="Verdana"/>
                <a:cs typeface="Verdana"/>
              </a:rPr>
              <a:t>Avoid</a:t>
            </a:r>
            <a:r>
              <a:rPr sz="2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redundancy</a:t>
            </a:r>
            <a:endParaRPr sz="23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960"/>
              </a:spcBef>
              <a:buSzPct val="86956"/>
              <a:buFont typeface="Arial MT"/>
              <a:buChar char="•"/>
              <a:tabLst>
                <a:tab pos="205104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Consider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small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number of tables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13597" y="302480"/>
          <a:ext cx="9568179" cy="8510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7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8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7F7F7F"/>
                      </a:solidFill>
                      <a:prstDash val="solid"/>
                    </a:lnR>
                    <a:solidFill>
                      <a:srgbClr val="E6E6FA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300" spc="-20" dirty="0">
                          <a:solidFill>
                            <a:srgbClr val="7F7F7F"/>
                          </a:solidFill>
                          <a:latin typeface="Verdana"/>
                          <a:cs typeface="Verdana"/>
                        </a:rPr>
                        <a:t>revisit</a:t>
                      </a:r>
                      <a:endParaRPr sz="13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7F7F7F"/>
                      </a:solidFill>
                      <a:prstDash val="solid"/>
                    </a:lnL>
                    <a:lnR w="12700">
                      <a:solidFill>
                        <a:srgbClr val="7F7F7F"/>
                      </a:solidFill>
                      <a:prstDash val="solid"/>
                    </a:lnR>
                    <a:lnT w="12700">
                      <a:solidFill>
                        <a:srgbClr val="7F7F7F"/>
                      </a:solidFill>
                      <a:prstDash val="solid"/>
                    </a:lnT>
                    <a:lnB w="12700">
                      <a:solidFill>
                        <a:srgbClr val="7F7F7F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234">
                <a:tc gridSpan="2">
                  <a:txBody>
                    <a:bodyPr/>
                    <a:lstStyle/>
                    <a:p>
                      <a:pPr marL="43180" algn="ctr">
                        <a:lnSpc>
                          <a:spcPts val="3415"/>
                        </a:lnSpc>
                      </a:pPr>
                      <a:r>
                        <a:rPr sz="4200" b="1" spc="-95" dirty="0">
                          <a:solidFill>
                            <a:srgbClr val="002060"/>
                          </a:solidFill>
                          <a:latin typeface="Verdana"/>
                          <a:cs typeface="Verdana"/>
                        </a:rPr>
                        <a:t>Database</a:t>
                      </a:r>
                      <a:r>
                        <a:rPr sz="4200" b="1" spc="-245" dirty="0">
                          <a:solidFill>
                            <a:srgbClr val="0020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4200" b="1" spc="-90" dirty="0">
                          <a:solidFill>
                            <a:srgbClr val="002060"/>
                          </a:solidFill>
                          <a:latin typeface="Verdana"/>
                          <a:cs typeface="Verdana"/>
                        </a:rPr>
                        <a:t>Design</a:t>
                      </a:r>
                      <a:r>
                        <a:rPr sz="4200" b="1" spc="-245" dirty="0">
                          <a:solidFill>
                            <a:srgbClr val="00206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4200" b="1" spc="-90" dirty="0">
                          <a:solidFill>
                            <a:srgbClr val="002060"/>
                          </a:solidFill>
                          <a:latin typeface="Verdana"/>
                          <a:cs typeface="Verdana"/>
                        </a:rPr>
                        <a:t>Process</a:t>
                      </a:r>
                      <a:endParaRPr sz="4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38100">
                      <a:solidFill>
                        <a:srgbClr val="431FAA"/>
                      </a:solidFill>
                      <a:prstDash val="solid"/>
                    </a:lnB>
                    <a:solidFill>
                      <a:srgbClr val="E6E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82933" y="3452647"/>
            <a:ext cx="9478645" cy="1199515"/>
            <a:chOff x="282933" y="3452647"/>
            <a:chExt cx="9478645" cy="1199515"/>
          </a:xfrm>
        </p:grpSpPr>
        <p:sp>
          <p:nvSpPr>
            <p:cNvPr id="4" name="object 4"/>
            <p:cNvSpPr/>
            <p:nvPr/>
          </p:nvSpPr>
          <p:spPr>
            <a:xfrm>
              <a:off x="298173" y="3467887"/>
              <a:ext cx="9448165" cy="1169035"/>
            </a:xfrm>
            <a:custGeom>
              <a:avLst/>
              <a:gdLst/>
              <a:ahLst/>
              <a:cxnLst/>
              <a:rect l="l" t="t" r="r" b="b"/>
              <a:pathLst>
                <a:path w="9448165" h="1169035">
                  <a:moveTo>
                    <a:pt x="9448137" y="0"/>
                  </a:moveTo>
                  <a:lnTo>
                    <a:pt x="0" y="0"/>
                  </a:lnTo>
                  <a:lnTo>
                    <a:pt x="0" y="1168844"/>
                  </a:lnTo>
                  <a:lnTo>
                    <a:pt x="9448137" y="1168844"/>
                  </a:lnTo>
                  <a:lnTo>
                    <a:pt x="9448137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173" y="3467887"/>
              <a:ext cx="9448165" cy="1169035"/>
            </a:xfrm>
            <a:custGeom>
              <a:avLst/>
              <a:gdLst/>
              <a:ahLst/>
              <a:cxnLst/>
              <a:rect l="l" t="t" r="r" b="b"/>
              <a:pathLst>
                <a:path w="9448165" h="1169035">
                  <a:moveTo>
                    <a:pt x="0" y="0"/>
                  </a:moveTo>
                  <a:lnTo>
                    <a:pt x="9448136" y="0"/>
                  </a:lnTo>
                  <a:lnTo>
                    <a:pt x="9448136" y="1168844"/>
                  </a:lnTo>
                  <a:lnTo>
                    <a:pt x="0" y="1168844"/>
                  </a:lnTo>
                  <a:lnTo>
                    <a:pt x="0" y="0"/>
                  </a:lnTo>
                  <a:close/>
                </a:path>
              </a:pathLst>
            </a:custGeom>
            <a:ln w="3000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79320" y="1232565"/>
            <a:ext cx="4310380" cy="864235"/>
          </a:xfrm>
          <a:prstGeom prst="rect">
            <a:avLst/>
          </a:prstGeom>
          <a:solidFill>
            <a:srgbClr val="E8F2FF"/>
          </a:solidFill>
          <a:ln w="10001">
            <a:solidFill>
              <a:srgbClr val="7F7F7F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L="901065" marR="121285" indent="-840105">
              <a:lnSpc>
                <a:spcPts val="2090"/>
              </a:lnSpc>
              <a:spcBef>
                <a:spcPts val="1285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Interact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with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users and domain experts </a:t>
            </a:r>
            <a:r>
              <a:rPr sz="1900" spc="-5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to</a:t>
            </a:r>
            <a:r>
              <a:rPr sz="19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characterize</a:t>
            </a:r>
            <a:r>
              <a:rPr sz="19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9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data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357" y="2402938"/>
            <a:ext cx="4310380" cy="864235"/>
          </a:xfrm>
          <a:prstGeom prst="rect">
            <a:avLst/>
          </a:prstGeom>
          <a:solidFill>
            <a:srgbClr val="E8F2FF"/>
          </a:solidFill>
          <a:ln w="10001">
            <a:solidFill>
              <a:srgbClr val="7F7F7F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L="367665" marR="360045" indent="297815">
              <a:lnSpc>
                <a:spcPts val="2090"/>
              </a:lnSpc>
              <a:spcBef>
                <a:spcPts val="1285"/>
              </a:spcBef>
            </a:pPr>
            <a:r>
              <a:rPr sz="1900" spc="-15" dirty="0">
                <a:solidFill>
                  <a:srgbClr val="292934"/>
                </a:solidFill>
                <a:latin typeface="Arial MT"/>
                <a:cs typeface="Arial MT"/>
              </a:rPr>
              <a:t>Translate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requirements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into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C00000"/>
                </a:solidFill>
                <a:latin typeface="Arial MT"/>
                <a:cs typeface="Arial MT"/>
              </a:rPr>
              <a:t>conceptual</a:t>
            </a:r>
            <a:r>
              <a:rPr sz="19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C00000"/>
                </a:solidFill>
                <a:latin typeface="Arial MT"/>
                <a:cs typeface="Arial MT"/>
              </a:rPr>
              <a:t>model</a:t>
            </a:r>
            <a:r>
              <a:rPr sz="1900" spc="-2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(E-R</a:t>
            </a:r>
            <a:r>
              <a:rPr sz="19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diagrams)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321" y="3638656"/>
            <a:ext cx="4310380" cy="864235"/>
          </a:xfrm>
          <a:prstGeom prst="rect">
            <a:avLst/>
          </a:prstGeom>
          <a:solidFill>
            <a:srgbClr val="E8F2FF"/>
          </a:solidFill>
          <a:ln w="10001">
            <a:solidFill>
              <a:srgbClr val="7F7F7F"/>
            </a:solidFill>
          </a:ln>
        </p:spPr>
        <p:txBody>
          <a:bodyPr vert="horz" wrap="square" lIns="0" tIns="160020" rIns="0" bIns="0" rtlCol="0">
            <a:spAutoFit/>
          </a:bodyPr>
          <a:lstStyle/>
          <a:p>
            <a:pPr marL="807720" marR="153670" indent="-647065">
              <a:lnSpc>
                <a:spcPts val="2110"/>
              </a:lnSpc>
              <a:spcBef>
                <a:spcPts val="1260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Convert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the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model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to </a:t>
            </a:r>
            <a:r>
              <a:rPr sz="1900" spc="-10" dirty="0">
                <a:solidFill>
                  <a:srgbClr val="C00000"/>
                </a:solidFill>
                <a:latin typeface="Arial MT"/>
                <a:cs typeface="Arial MT"/>
              </a:rPr>
              <a:t>relational model </a:t>
            </a:r>
            <a:r>
              <a:rPr sz="1900" spc="-5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(schema</a:t>
            </a:r>
            <a:r>
              <a:rPr sz="19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and constraints)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357" y="4883233"/>
            <a:ext cx="4310380" cy="864235"/>
          </a:xfrm>
          <a:prstGeom prst="rect">
            <a:avLst/>
          </a:prstGeom>
          <a:solidFill>
            <a:srgbClr val="E8F2FF"/>
          </a:solidFill>
          <a:ln w="10001">
            <a:solidFill>
              <a:srgbClr val="7F7F7F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634365" marR="692785" indent="-1905" algn="ctr">
              <a:lnSpc>
                <a:spcPct val="90000"/>
              </a:lnSpc>
              <a:spcBef>
                <a:spcPts val="260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Normalize and develop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C00000"/>
                </a:solidFill>
                <a:latin typeface="Arial MT"/>
                <a:cs typeface="Arial MT"/>
              </a:rPr>
              <a:t>conceptual (logical) schema </a:t>
            </a:r>
            <a:r>
              <a:rPr sz="1900" spc="-5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19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9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database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357" y="6131732"/>
            <a:ext cx="4310380" cy="864235"/>
          </a:xfrm>
          <a:prstGeom prst="rect">
            <a:avLst/>
          </a:prstGeom>
          <a:solidFill>
            <a:srgbClr val="E8F2FF"/>
          </a:solidFill>
          <a:ln w="10001">
            <a:solidFill>
              <a:srgbClr val="7F7F7F"/>
            </a:solidFill>
          </a:ln>
        </p:spPr>
        <p:txBody>
          <a:bodyPr vert="horz" wrap="square" lIns="0" tIns="160020" rIns="0" bIns="0" rtlCol="0">
            <a:spAutoFit/>
          </a:bodyPr>
          <a:lstStyle/>
          <a:p>
            <a:pPr marL="774700" marR="767080" indent="-13335">
              <a:lnSpc>
                <a:spcPts val="2110"/>
              </a:lnSpc>
              <a:spcBef>
                <a:spcPts val="1260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Develop </a:t>
            </a:r>
            <a:r>
              <a:rPr sz="1900" spc="-10" dirty="0">
                <a:solidFill>
                  <a:srgbClr val="C00000"/>
                </a:solidFill>
                <a:latin typeface="Arial MT"/>
                <a:cs typeface="Arial MT"/>
              </a:rPr>
              <a:t>physical schema </a:t>
            </a:r>
            <a:r>
              <a:rPr sz="1900" spc="-51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(partitioning</a:t>
            </a:r>
            <a:r>
              <a:rPr sz="19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and</a:t>
            </a:r>
            <a:r>
              <a:rPr sz="19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indexing)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81463" y="2096629"/>
            <a:ext cx="108585" cy="306705"/>
          </a:xfrm>
          <a:custGeom>
            <a:avLst/>
            <a:gdLst/>
            <a:ahLst/>
            <a:cxnLst/>
            <a:rect l="l" t="t" r="r" b="b"/>
            <a:pathLst>
              <a:path w="108585" h="306705">
                <a:moveTo>
                  <a:pt x="7383" y="205797"/>
                </a:moveTo>
                <a:lnTo>
                  <a:pt x="1046" y="209550"/>
                </a:lnTo>
                <a:lnTo>
                  <a:pt x="0" y="213639"/>
                </a:lnTo>
                <a:lnTo>
                  <a:pt x="54904" y="306340"/>
                </a:lnTo>
                <a:lnTo>
                  <a:pt x="62481" y="293151"/>
                </a:lnTo>
                <a:lnTo>
                  <a:pt x="48149" y="293151"/>
                </a:lnTo>
                <a:lnTo>
                  <a:pt x="47985" y="268490"/>
                </a:lnTo>
                <a:lnTo>
                  <a:pt x="11473" y="206844"/>
                </a:lnTo>
                <a:lnTo>
                  <a:pt x="7383" y="205797"/>
                </a:lnTo>
                <a:close/>
              </a:path>
              <a:path w="108585" h="306705">
                <a:moveTo>
                  <a:pt x="47985" y="268490"/>
                </a:moveTo>
                <a:lnTo>
                  <a:pt x="48149" y="293151"/>
                </a:lnTo>
                <a:lnTo>
                  <a:pt x="61484" y="293062"/>
                </a:lnTo>
                <a:lnTo>
                  <a:pt x="61462" y="289787"/>
                </a:lnTo>
                <a:lnTo>
                  <a:pt x="49034" y="289787"/>
                </a:lnTo>
                <a:lnTo>
                  <a:pt x="54728" y="279875"/>
                </a:lnTo>
                <a:lnTo>
                  <a:pt x="47985" y="268490"/>
                </a:lnTo>
                <a:close/>
              </a:path>
              <a:path w="108585" h="306705">
                <a:moveTo>
                  <a:pt x="101084" y="205173"/>
                </a:moveTo>
                <a:lnTo>
                  <a:pt x="97008" y="206275"/>
                </a:lnTo>
                <a:lnTo>
                  <a:pt x="61320" y="268400"/>
                </a:lnTo>
                <a:lnTo>
                  <a:pt x="61484" y="293062"/>
                </a:lnTo>
                <a:lnTo>
                  <a:pt x="48149" y="293151"/>
                </a:lnTo>
                <a:lnTo>
                  <a:pt x="62481" y="293151"/>
                </a:lnTo>
                <a:lnTo>
                  <a:pt x="108572" y="212918"/>
                </a:lnTo>
                <a:lnTo>
                  <a:pt x="107469" y="208842"/>
                </a:lnTo>
                <a:lnTo>
                  <a:pt x="101084" y="205173"/>
                </a:lnTo>
                <a:close/>
              </a:path>
              <a:path w="108585" h="306705">
                <a:moveTo>
                  <a:pt x="54728" y="279875"/>
                </a:moveTo>
                <a:lnTo>
                  <a:pt x="49034" y="289787"/>
                </a:lnTo>
                <a:lnTo>
                  <a:pt x="60553" y="289709"/>
                </a:lnTo>
                <a:lnTo>
                  <a:pt x="54728" y="279875"/>
                </a:lnTo>
                <a:close/>
              </a:path>
              <a:path w="108585" h="306705">
                <a:moveTo>
                  <a:pt x="61320" y="268400"/>
                </a:moveTo>
                <a:lnTo>
                  <a:pt x="54728" y="279875"/>
                </a:lnTo>
                <a:lnTo>
                  <a:pt x="60553" y="289709"/>
                </a:lnTo>
                <a:lnTo>
                  <a:pt x="49034" y="289787"/>
                </a:lnTo>
                <a:lnTo>
                  <a:pt x="61462" y="289787"/>
                </a:lnTo>
                <a:lnTo>
                  <a:pt x="61320" y="268400"/>
                </a:lnTo>
                <a:close/>
              </a:path>
              <a:path w="108585" h="306705">
                <a:moveTo>
                  <a:pt x="59535" y="0"/>
                </a:moveTo>
                <a:lnTo>
                  <a:pt x="46200" y="88"/>
                </a:lnTo>
                <a:lnTo>
                  <a:pt x="47985" y="268490"/>
                </a:lnTo>
                <a:lnTo>
                  <a:pt x="54728" y="279875"/>
                </a:lnTo>
                <a:lnTo>
                  <a:pt x="61320" y="268400"/>
                </a:lnTo>
                <a:lnTo>
                  <a:pt x="59535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82081" y="5747340"/>
            <a:ext cx="108585" cy="384810"/>
          </a:xfrm>
          <a:custGeom>
            <a:avLst/>
            <a:gdLst/>
            <a:ahLst/>
            <a:cxnLst/>
            <a:rect l="l" t="t" r="r" b="b"/>
            <a:pathLst>
              <a:path w="108585" h="384810">
                <a:moveTo>
                  <a:pt x="7435" y="283565"/>
                </a:moveTo>
                <a:lnTo>
                  <a:pt x="1074" y="287276"/>
                </a:lnTo>
                <a:lnTo>
                  <a:pt x="0" y="291359"/>
                </a:lnTo>
                <a:lnTo>
                  <a:pt x="54287" y="384422"/>
                </a:lnTo>
                <a:lnTo>
                  <a:pt x="62006" y="371190"/>
                </a:lnTo>
                <a:lnTo>
                  <a:pt x="47619" y="371190"/>
                </a:lnTo>
                <a:lnTo>
                  <a:pt x="47619" y="346527"/>
                </a:lnTo>
                <a:lnTo>
                  <a:pt x="11517" y="284640"/>
                </a:lnTo>
                <a:lnTo>
                  <a:pt x="7435" y="283565"/>
                </a:lnTo>
                <a:close/>
              </a:path>
              <a:path w="108585" h="384810">
                <a:moveTo>
                  <a:pt x="47619" y="346527"/>
                </a:moveTo>
                <a:lnTo>
                  <a:pt x="47619" y="371190"/>
                </a:lnTo>
                <a:lnTo>
                  <a:pt x="60954" y="371190"/>
                </a:lnTo>
                <a:lnTo>
                  <a:pt x="60954" y="367830"/>
                </a:lnTo>
                <a:lnTo>
                  <a:pt x="48527" y="367830"/>
                </a:lnTo>
                <a:lnTo>
                  <a:pt x="54287" y="357956"/>
                </a:lnTo>
                <a:lnTo>
                  <a:pt x="47619" y="346527"/>
                </a:lnTo>
                <a:close/>
              </a:path>
              <a:path w="108585" h="384810">
                <a:moveTo>
                  <a:pt x="101137" y="283565"/>
                </a:moveTo>
                <a:lnTo>
                  <a:pt x="97055" y="284640"/>
                </a:lnTo>
                <a:lnTo>
                  <a:pt x="60954" y="346527"/>
                </a:lnTo>
                <a:lnTo>
                  <a:pt x="60954" y="371190"/>
                </a:lnTo>
                <a:lnTo>
                  <a:pt x="62006" y="371190"/>
                </a:lnTo>
                <a:lnTo>
                  <a:pt x="108573" y="291358"/>
                </a:lnTo>
                <a:lnTo>
                  <a:pt x="107499" y="287276"/>
                </a:lnTo>
                <a:lnTo>
                  <a:pt x="101137" y="283565"/>
                </a:lnTo>
                <a:close/>
              </a:path>
              <a:path w="108585" h="384810">
                <a:moveTo>
                  <a:pt x="54287" y="357956"/>
                </a:moveTo>
                <a:lnTo>
                  <a:pt x="48527" y="367830"/>
                </a:lnTo>
                <a:lnTo>
                  <a:pt x="60046" y="367830"/>
                </a:lnTo>
                <a:lnTo>
                  <a:pt x="54287" y="357956"/>
                </a:lnTo>
                <a:close/>
              </a:path>
              <a:path w="108585" h="384810">
                <a:moveTo>
                  <a:pt x="60954" y="346527"/>
                </a:moveTo>
                <a:lnTo>
                  <a:pt x="54287" y="357956"/>
                </a:lnTo>
                <a:lnTo>
                  <a:pt x="60046" y="367830"/>
                </a:lnTo>
                <a:lnTo>
                  <a:pt x="60954" y="367830"/>
                </a:lnTo>
                <a:lnTo>
                  <a:pt x="60954" y="346527"/>
                </a:lnTo>
                <a:close/>
              </a:path>
              <a:path w="108585" h="384810">
                <a:moveTo>
                  <a:pt x="60953" y="0"/>
                </a:moveTo>
                <a:lnTo>
                  <a:pt x="47618" y="0"/>
                </a:lnTo>
                <a:lnTo>
                  <a:pt x="47619" y="346527"/>
                </a:lnTo>
                <a:lnTo>
                  <a:pt x="54287" y="357956"/>
                </a:lnTo>
                <a:lnTo>
                  <a:pt x="60954" y="346527"/>
                </a:lnTo>
                <a:lnTo>
                  <a:pt x="60953" y="0"/>
                </a:lnTo>
                <a:close/>
              </a:path>
            </a:pathLst>
          </a:custGeom>
          <a:solidFill>
            <a:srgbClr val="3E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5583883" y="2455154"/>
            <a:ext cx="2999105" cy="682625"/>
            <a:chOff x="5583883" y="2455154"/>
            <a:chExt cx="2999105" cy="682625"/>
          </a:xfrm>
        </p:grpSpPr>
        <p:sp>
          <p:nvSpPr>
            <p:cNvPr id="14" name="object 14"/>
            <p:cNvSpPr/>
            <p:nvPr/>
          </p:nvSpPr>
          <p:spPr>
            <a:xfrm>
              <a:off x="5935971" y="2832788"/>
              <a:ext cx="638175" cy="276860"/>
            </a:xfrm>
            <a:custGeom>
              <a:avLst/>
              <a:gdLst/>
              <a:ahLst/>
              <a:cxnLst/>
              <a:rect l="l" t="t" r="r" b="b"/>
              <a:pathLst>
                <a:path w="638175" h="276860">
                  <a:moveTo>
                    <a:pt x="638098" y="0"/>
                  </a:moveTo>
                  <a:lnTo>
                    <a:pt x="0" y="0"/>
                  </a:lnTo>
                  <a:lnTo>
                    <a:pt x="0" y="276297"/>
                  </a:lnTo>
                  <a:lnTo>
                    <a:pt x="638098" y="276297"/>
                  </a:lnTo>
                  <a:lnTo>
                    <a:pt x="638098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35971" y="2832788"/>
              <a:ext cx="638175" cy="276860"/>
            </a:xfrm>
            <a:custGeom>
              <a:avLst/>
              <a:gdLst/>
              <a:ahLst/>
              <a:cxnLst/>
              <a:rect l="l" t="t" r="r" b="b"/>
              <a:pathLst>
                <a:path w="638175" h="276860">
                  <a:moveTo>
                    <a:pt x="0" y="0"/>
                  </a:moveTo>
                  <a:lnTo>
                    <a:pt x="638098" y="0"/>
                  </a:lnTo>
                  <a:lnTo>
                    <a:pt x="638098" y="276296"/>
                  </a:lnTo>
                  <a:lnTo>
                    <a:pt x="0" y="276296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6999" y="2819643"/>
              <a:ext cx="664845" cy="313055"/>
            </a:xfrm>
            <a:custGeom>
              <a:avLst/>
              <a:gdLst/>
              <a:ahLst/>
              <a:cxnLst/>
              <a:rect l="l" t="t" r="r" b="b"/>
              <a:pathLst>
                <a:path w="664845" h="313055">
                  <a:moveTo>
                    <a:pt x="332130" y="0"/>
                  </a:moveTo>
                  <a:lnTo>
                    <a:pt x="0" y="156297"/>
                  </a:lnTo>
                  <a:lnTo>
                    <a:pt x="332130" y="312595"/>
                  </a:lnTo>
                  <a:lnTo>
                    <a:pt x="664262" y="156297"/>
                  </a:lnTo>
                  <a:lnTo>
                    <a:pt x="33213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6999" y="2819643"/>
              <a:ext cx="664845" cy="313055"/>
            </a:xfrm>
            <a:custGeom>
              <a:avLst/>
              <a:gdLst/>
              <a:ahLst/>
              <a:cxnLst/>
              <a:rect l="l" t="t" r="r" b="b"/>
              <a:pathLst>
                <a:path w="664845" h="313055">
                  <a:moveTo>
                    <a:pt x="0" y="156297"/>
                  </a:moveTo>
                  <a:lnTo>
                    <a:pt x="332131" y="0"/>
                  </a:lnTo>
                  <a:lnTo>
                    <a:pt x="664262" y="156297"/>
                  </a:lnTo>
                  <a:lnTo>
                    <a:pt x="332131" y="312595"/>
                  </a:lnTo>
                  <a:lnTo>
                    <a:pt x="0" y="15629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574069" y="2970937"/>
              <a:ext cx="283210" cy="5080"/>
            </a:xfrm>
            <a:custGeom>
              <a:avLst/>
              <a:gdLst/>
              <a:ahLst/>
              <a:cxnLst/>
              <a:rect l="l" t="t" r="r" b="b"/>
              <a:pathLst>
                <a:path w="283209" h="5080">
                  <a:moveTo>
                    <a:pt x="0" y="0"/>
                  </a:moveTo>
                  <a:lnTo>
                    <a:pt x="282929" y="5004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16486" y="2832788"/>
              <a:ext cx="638175" cy="276860"/>
            </a:xfrm>
            <a:custGeom>
              <a:avLst/>
              <a:gdLst/>
              <a:ahLst/>
              <a:cxnLst/>
              <a:rect l="l" t="t" r="r" b="b"/>
              <a:pathLst>
                <a:path w="638175" h="276860">
                  <a:moveTo>
                    <a:pt x="638098" y="0"/>
                  </a:moveTo>
                  <a:lnTo>
                    <a:pt x="0" y="0"/>
                  </a:lnTo>
                  <a:lnTo>
                    <a:pt x="0" y="276297"/>
                  </a:lnTo>
                  <a:lnTo>
                    <a:pt x="638098" y="276297"/>
                  </a:lnTo>
                  <a:lnTo>
                    <a:pt x="638098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16486" y="2832788"/>
              <a:ext cx="638175" cy="276860"/>
            </a:xfrm>
            <a:custGeom>
              <a:avLst/>
              <a:gdLst/>
              <a:ahLst/>
              <a:cxnLst/>
              <a:rect l="l" t="t" r="r" b="b"/>
              <a:pathLst>
                <a:path w="638175" h="276860">
                  <a:moveTo>
                    <a:pt x="0" y="0"/>
                  </a:moveTo>
                  <a:lnTo>
                    <a:pt x="638098" y="0"/>
                  </a:lnTo>
                  <a:lnTo>
                    <a:pt x="638098" y="276296"/>
                  </a:lnTo>
                  <a:lnTo>
                    <a:pt x="0" y="276296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21261" y="2970937"/>
              <a:ext cx="295275" cy="5080"/>
            </a:xfrm>
            <a:custGeom>
              <a:avLst/>
              <a:gdLst/>
              <a:ahLst/>
              <a:cxnLst/>
              <a:rect l="l" t="t" r="r" b="b"/>
              <a:pathLst>
                <a:path w="295275" h="5080">
                  <a:moveTo>
                    <a:pt x="0" y="5004"/>
                  </a:moveTo>
                  <a:lnTo>
                    <a:pt x="295225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89664" y="2507043"/>
              <a:ext cx="394970" cy="202565"/>
            </a:xfrm>
            <a:custGeom>
              <a:avLst/>
              <a:gdLst/>
              <a:ahLst/>
              <a:cxnLst/>
              <a:rect l="l" t="t" r="r" b="b"/>
              <a:pathLst>
                <a:path w="394970" h="202564">
                  <a:moveTo>
                    <a:pt x="197290" y="0"/>
                  </a:moveTo>
                  <a:lnTo>
                    <a:pt x="134931" y="5163"/>
                  </a:lnTo>
                  <a:lnTo>
                    <a:pt x="80773" y="19541"/>
                  </a:lnTo>
                  <a:lnTo>
                    <a:pt x="38065" y="41466"/>
                  </a:lnTo>
                  <a:lnTo>
                    <a:pt x="10057" y="69269"/>
                  </a:lnTo>
                  <a:lnTo>
                    <a:pt x="0" y="101282"/>
                  </a:lnTo>
                  <a:lnTo>
                    <a:pt x="10057" y="133295"/>
                  </a:lnTo>
                  <a:lnTo>
                    <a:pt x="38065" y="161097"/>
                  </a:lnTo>
                  <a:lnTo>
                    <a:pt x="80773" y="183022"/>
                  </a:lnTo>
                  <a:lnTo>
                    <a:pt x="134931" y="197400"/>
                  </a:lnTo>
                  <a:lnTo>
                    <a:pt x="197290" y="202563"/>
                  </a:lnTo>
                  <a:lnTo>
                    <a:pt x="259649" y="197400"/>
                  </a:lnTo>
                  <a:lnTo>
                    <a:pt x="313807" y="183022"/>
                  </a:lnTo>
                  <a:lnTo>
                    <a:pt x="356515" y="161097"/>
                  </a:lnTo>
                  <a:lnTo>
                    <a:pt x="384523" y="133295"/>
                  </a:lnTo>
                  <a:lnTo>
                    <a:pt x="394581" y="101282"/>
                  </a:lnTo>
                  <a:lnTo>
                    <a:pt x="384523" y="69269"/>
                  </a:lnTo>
                  <a:lnTo>
                    <a:pt x="356515" y="41466"/>
                  </a:lnTo>
                  <a:lnTo>
                    <a:pt x="313807" y="19541"/>
                  </a:lnTo>
                  <a:lnTo>
                    <a:pt x="259649" y="5163"/>
                  </a:lnTo>
                  <a:lnTo>
                    <a:pt x="19729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89664" y="2507043"/>
              <a:ext cx="394970" cy="202565"/>
            </a:xfrm>
            <a:custGeom>
              <a:avLst/>
              <a:gdLst/>
              <a:ahLst/>
              <a:cxnLst/>
              <a:rect l="l" t="t" r="r" b="b"/>
              <a:pathLst>
                <a:path w="394970" h="202564">
                  <a:moveTo>
                    <a:pt x="0" y="101281"/>
                  </a:moveTo>
                  <a:lnTo>
                    <a:pt x="38065" y="41465"/>
                  </a:lnTo>
                  <a:lnTo>
                    <a:pt x="80773" y="19541"/>
                  </a:lnTo>
                  <a:lnTo>
                    <a:pt x="134931" y="5163"/>
                  </a:lnTo>
                  <a:lnTo>
                    <a:pt x="197290" y="0"/>
                  </a:lnTo>
                  <a:lnTo>
                    <a:pt x="259649" y="5163"/>
                  </a:lnTo>
                  <a:lnTo>
                    <a:pt x="313807" y="19541"/>
                  </a:lnTo>
                  <a:lnTo>
                    <a:pt x="356514" y="41465"/>
                  </a:lnTo>
                  <a:lnTo>
                    <a:pt x="384522" y="69268"/>
                  </a:lnTo>
                  <a:lnTo>
                    <a:pt x="394580" y="101281"/>
                  </a:lnTo>
                  <a:lnTo>
                    <a:pt x="384522" y="133294"/>
                  </a:lnTo>
                  <a:lnTo>
                    <a:pt x="356514" y="161096"/>
                  </a:lnTo>
                  <a:lnTo>
                    <a:pt x="313807" y="183021"/>
                  </a:lnTo>
                  <a:lnTo>
                    <a:pt x="259649" y="197399"/>
                  </a:lnTo>
                  <a:lnTo>
                    <a:pt x="197290" y="202562"/>
                  </a:lnTo>
                  <a:lnTo>
                    <a:pt x="134931" y="197399"/>
                  </a:lnTo>
                  <a:lnTo>
                    <a:pt x="80773" y="183021"/>
                  </a:lnTo>
                  <a:lnTo>
                    <a:pt x="38065" y="161096"/>
                  </a:lnTo>
                  <a:lnTo>
                    <a:pt x="10057" y="133294"/>
                  </a:lnTo>
                  <a:lnTo>
                    <a:pt x="0" y="101281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182890" y="2507043"/>
              <a:ext cx="394970" cy="202565"/>
            </a:xfrm>
            <a:custGeom>
              <a:avLst/>
              <a:gdLst/>
              <a:ahLst/>
              <a:cxnLst/>
              <a:rect l="l" t="t" r="r" b="b"/>
              <a:pathLst>
                <a:path w="394970" h="202564">
                  <a:moveTo>
                    <a:pt x="197290" y="0"/>
                  </a:moveTo>
                  <a:lnTo>
                    <a:pt x="134931" y="5163"/>
                  </a:lnTo>
                  <a:lnTo>
                    <a:pt x="80773" y="19541"/>
                  </a:lnTo>
                  <a:lnTo>
                    <a:pt x="38065" y="41466"/>
                  </a:lnTo>
                  <a:lnTo>
                    <a:pt x="10057" y="69269"/>
                  </a:lnTo>
                  <a:lnTo>
                    <a:pt x="0" y="101282"/>
                  </a:lnTo>
                  <a:lnTo>
                    <a:pt x="10057" y="133295"/>
                  </a:lnTo>
                  <a:lnTo>
                    <a:pt x="38065" y="161097"/>
                  </a:lnTo>
                  <a:lnTo>
                    <a:pt x="80773" y="183022"/>
                  </a:lnTo>
                  <a:lnTo>
                    <a:pt x="134931" y="197400"/>
                  </a:lnTo>
                  <a:lnTo>
                    <a:pt x="197290" y="202563"/>
                  </a:lnTo>
                  <a:lnTo>
                    <a:pt x="259649" y="197400"/>
                  </a:lnTo>
                  <a:lnTo>
                    <a:pt x="313807" y="183022"/>
                  </a:lnTo>
                  <a:lnTo>
                    <a:pt x="356514" y="161097"/>
                  </a:lnTo>
                  <a:lnTo>
                    <a:pt x="384522" y="133295"/>
                  </a:lnTo>
                  <a:lnTo>
                    <a:pt x="394580" y="101282"/>
                  </a:lnTo>
                  <a:lnTo>
                    <a:pt x="384522" y="69269"/>
                  </a:lnTo>
                  <a:lnTo>
                    <a:pt x="356514" y="41466"/>
                  </a:lnTo>
                  <a:lnTo>
                    <a:pt x="313807" y="19541"/>
                  </a:lnTo>
                  <a:lnTo>
                    <a:pt x="259649" y="5163"/>
                  </a:lnTo>
                  <a:lnTo>
                    <a:pt x="19729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182890" y="2507043"/>
              <a:ext cx="394970" cy="202565"/>
            </a:xfrm>
            <a:custGeom>
              <a:avLst/>
              <a:gdLst/>
              <a:ahLst/>
              <a:cxnLst/>
              <a:rect l="l" t="t" r="r" b="b"/>
              <a:pathLst>
                <a:path w="394970" h="202564">
                  <a:moveTo>
                    <a:pt x="0" y="101281"/>
                  </a:moveTo>
                  <a:lnTo>
                    <a:pt x="38065" y="41465"/>
                  </a:lnTo>
                  <a:lnTo>
                    <a:pt x="80773" y="19541"/>
                  </a:lnTo>
                  <a:lnTo>
                    <a:pt x="134931" y="5163"/>
                  </a:lnTo>
                  <a:lnTo>
                    <a:pt x="197290" y="0"/>
                  </a:lnTo>
                  <a:lnTo>
                    <a:pt x="259649" y="5163"/>
                  </a:lnTo>
                  <a:lnTo>
                    <a:pt x="313807" y="19541"/>
                  </a:lnTo>
                  <a:lnTo>
                    <a:pt x="356514" y="41465"/>
                  </a:lnTo>
                  <a:lnTo>
                    <a:pt x="384522" y="69268"/>
                  </a:lnTo>
                  <a:lnTo>
                    <a:pt x="394580" y="101281"/>
                  </a:lnTo>
                  <a:lnTo>
                    <a:pt x="384522" y="133294"/>
                  </a:lnTo>
                  <a:lnTo>
                    <a:pt x="356514" y="161096"/>
                  </a:lnTo>
                  <a:lnTo>
                    <a:pt x="313807" y="183021"/>
                  </a:lnTo>
                  <a:lnTo>
                    <a:pt x="259649" y="197399"/>
                  </a:lnTo>
                  <a:lnTo>
                    <a:pt x="197290" y="202562"/>
                  </a:lnTo>
                  <a:lnTo>
                    <a:pt x="134931" y="197399"/>
                  </a:lnTo>
                  <a:lnTo>
                    <a:pt x="80773" y="183021"/>
                  </a:lnTo>
                  <a:lnTo>
                    <a:pt x="38065" y="161096"/>
                  </a:lnTo>
                  <a:lnTo>
                    <a:pt x="10057" y="133294"/>
                  </a:lnTo>
                  <a:lnTo>
                    <a:pt x="0" y="101281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86953" y="2709605"/>
              <a:ext cx="248920" cy="123189"/>
            </a:xfrm>
            <a:custGeom>
              <a:avLst/>
              <a:gdLst/>
              <a:ahLst/>
              <a:cxnLst/>
              <a:rect l="l" t="t" r="r" b="b"/>
              <a:pathLst>
                <a:path w="248920" h="123189">
                  <a:moveTo>
                    <a:pt x="0" y="0"/>
                  </a:moveTo>
                  <a:lnTo>
                    <a:pt x="248582" y="123181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35536" y="2709605"/>
              <a:ext cx="245110" cy="123189"/>
            </a:xfrm>
            <a:custGeom>
              <a:avLst/>
              <a:gdLst/>
              <a:ahLst/>
              <a:cxnLst/>
              <a:rect l="l" t="t" r="r" b="b"/>
              <a:pathLst>
                <a:path w="245109" h="123189">
                  <a:moveTo>
                    <a:pt x="244644" y="0"/>
                  </a:moveTo>
                  <a:lnTo>
                    <a:pt x="0" y="123181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588883" y="2538303"/>
              <a:ext cx="394970" cy="202565"/>
            </a:xfrm>
            <a:custGeom>
              <a:avLst/>
              <a:gdLst/>
              <a:ahLst/>
              <a:cxnLst/>
              <a:rect l="l" t="t" r="r" b="b"/>
              <a:pathLst>
                <a:path w="394970" h="202564">
                  <a:moveTo>
                    <a:pt x="197289" y="0"/>
                  </a:moveTo>
                  <a:lnTo>
                    <a:pt x="134930" y="5163"/>
                  </a:lnTo>
                  <a:lnTo>
                    <a:pt x="80772" y="19541"/>
                  </a:lnTo>
                  <a:lnTo>
                    <a:pt x="38065" y="41465"/>
                  </a:lnTo>
                  <a:lnTo>
                    <a:pt x="10057" y="69268"/>
                  </a:lnTo>
                  <a:lnTo>
                    <a:pt x="0" y="101281"/>
                  </a:lnTo>
                  <a:lnTo>
                    <a:pt x="10057" y="133293"/>
                  </a:lnTo>
                  <a:lnTo>
                    <a:pt x="38065" y="161096"/>
                  </a:lnTo>
                  <a:lnTo>
                    <a:pt x="80772" y="183021"/>
                  </a:lnTo>
                  <a:lnTo>
                    <a:pt x="134930" y="197399"/>
                  </a:lnTo>
                  <a:lnTo>
                    <a:pt x="197289" y="202562"/>
                  </a:lnTo>
                  <a:lnTo>
                    <a:pt x="259648" y="197399"/>
                  </a:lnTo>
                  <a:lnTo>
                    <a:pt x="313806" y="183021"/>
                  </a:lnTo>
                  <a:lnTo>
                    <a:pt x="356514" y="161096"/>
                  </a:lnTo>
                  <a:lnTo>
                    <a:pt x="384522" y="133293"/>
                  </a:lnTo>
                  <a:lnTo>
                    <a:pt x="394580" y="101281"/>
                  </a:lnTo>
                  <a:lnTo>
                    <a:pt x="384522" y="69268"/>
                  </a:lnTo>
                  <a:lnTo>
                    <a:pt x="356514" y="41465"/>
                  </a:lnTo>
                  <a:lnTo>
                    <a:pt x="313806" y="19541"/>
                  </a:lnTo>
                  <a:lnTo>
                    <a:pt x="259648" y="5163"/>
                  </a:lnTo>
                  <a:lnTo>
                    <a:pt x="19728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88883" y="2538303"/>
              <a:ext cx="394970" cy="202565"/>
            </a:xfrm>
            <a:custGeom>
              <a:avLst/>
              <a:gdLst/>
              <a:ahLst/>
              <a:cxnLst/>
              <a:rect l="l" t="t" r="r" b="b"/>
              <a:pathLst>
                <a:path w="394970" h="202564">
                  <a:moveTo>
                    <a:pt x="0" y="101281"/>
                  </a:moveTo>
                  <a:lnTo>
                    <a:pt x="38065" y="41465"/>
                  </a:lnTo>
                  <a:lnTo>
                    <a:pt x="80773" y="19541"/>
                  </a:lnTo>
                  <a:lnTo>
                    <a:pt x="134931" y="5163"/>
                  </a:lnTo>
                  <a:lnTo>
                    <a:pt x="197290" y="0"/>
                  </a:lnTo>
                  <a:lnTo>
                    <a:pt x="259649" y="5163"/>
                  </a:lnTo>
                  <a:lnTo>
                    <a:pt x="313807" y="19541"/>
                  </a:lnTo>
                  <a:lnTo>
                    <a:pt x="356514" y="41465"/>
                  </a:lnTo>
                  <a:lnTo>
                    <a:pt x="384522" y="69268"/>
                  </a:lnTo>
                  <a:lnTo>
                    <a:pt x="394580" y="101281"/>
                  </a:lnTo>
                  <a:lnTo>
                    <a:pt x="384522" y="133294"/>
                  </a:lnTo>
                  <a:lnTo>
                    <a:pt x="356514" y="161096"/>
                  </a:lnTo>
                  <a:lnTo>
                    <a:pt x="313807" y="183021"/>
                  </a:lnTo>
                  <a:lnTo>
                    <a:pt x="259649" y="197399"/>
                  </a:lnTo>
                  <a:lnTo>
                    <a:pt x="197290" y="202562"/>
                  </a:lnTo>
                  <a:lnTo>
                    <a:pt x="134931" y="197399"/>
                  </a:lnTo>
                  <a:lnTo>
                    <a:pt x="80773" y="183021"/>
                  </a:lnTo>
                  <a:lnTo>
                    <a:pt x="38065" y="161096"/>
                  </a:lnTo>
                  <a:lnTo>
                    <a:pt x="10057" y="133294"/>
                  </a:lnTo>
                  <a:lnTo>
                    <a:pt x="0" y="101281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36441" y="2460155"/>
              <a:ext cx="394970" cy="202565"/>
            </a:xfrm>
            <a:custGeom>
              <a:avLst/>
              <a:gdLst/>
              <a:ahLst/>
              <a:cxnLst/>
              <a:rect l="l" t="t" r="r" b="b"/>
              <a:pathLst>
                <a:path w="394970" h="202564">
                  <a:moveTo>
                    <a:pt x="197289" y="0"/>
                  </a:moveTo>
                  <a:lnTo>
                    <a:pt x="134930" y="5163"/>
                  </a:lnTo>
                  <a:lnTo>
                    <a:pt x="80772" y="19541"/>
                  </a:lnTo>
                  <a:lnTo>
                    <a:pt x="38065" y="41465"/>
                  </a:lnTo>
                  <a:lnTo>
                    <a:pt x="10057" y="69268"/>
                  </a:lnTo>
                  <a:lnTo>
                    <a:pt x="0" y="101281"/>
                  </a:lnTo>
                  <a:lnTo>
                    <a:pt x="10057" y="133294"/>
                  </a:lnTo>
                  <a:lnTo>
                    <a:pt x="38065" y="161097"/>
                  </a:lnTo>
                  <a:lnTo>
                    <a:pt x="80772" y="183021"/>
                  </a:lnTo>
                  <a:lnTo>
                    <a:pt x="134930" y="197399"/>
                  </a:lnTo>
                  <a:lnTo>
                    <a:pt x="197289" y="202562"/>
                  </a:lnTo>
                  <a:lnTo>
                    <a:pt x="259648" y="197399"/>
                  </a:lnTo>
                  <a:lnTo>
                    <a:pt x="313806" y="183021"/>
                  </a:lnTo>
                  <a:lnTo>
                    <a:pt x="356514" y="161097"/>
                  </a:lnTo>
                  <a:lnTo>
                    <a:pt x="384522" y="133294"/>
                  </a:lnTo>
                  <a:lnTo>
                    <a:pt x="394580" y="101281"/>
                  </a:lnTo>
                  <a:lnTo>
                    <a:pt x="384522" y="69268"/>
                  </a:lnTo>
                  <a:lnTo>
                    <a:pt x="356514" y="41465"/>
                  </a:lnTo>
                  <a:lnTo>
                    <a:pt x="313806" y="19541"/>
                  </a:lnTo>
                  <a:lnTo>
                    <a:pt x="259648" y="5163"/>
                  </a:lnTo>
                  <a:lnTo>
                    <a:pt x="19728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36441" y="2460155"/>
              <a:ext cx="394970" cy="202565"/>
            </a:xfrm>
            <a:custGeom>
              <a:avLst/>
              <a:gdLst/>
              <a:ahLst/>
              <a:cxnLst/>
              <a:rect l="l" t="t" r="r" b="b"/>
              <a:pathLst>
                <a:path w="394970" h="202564">
                  <a:moveTo>
                    <a:pt x="0" y="101281"/>
                  </a:moveTo>
                  <a:lnTo>
                    <a:pt x="38065" y="41465"/>
                  </a:lnTo>
                  <a:lnTo>
                    <a:pt x="80773" y="19541"/>
                  </a:lnTo>
                  <a:lnTo>
                    <a:pt x="134931" y="5163"/>
                  </a:lnTo>
                  <a:lnTo>
                    <a:pt x="197290" y="0"/>
                  </a:lnTo>
                  <a:lnTo>
                    <a:pt x="259649" y="5163"/>
                  </a:lnTo>
                  <a:lnTo>
                    <a:pt x="313807" y="19541"/>
                  </a:lnTo>
                  <a:lnTo>
                    <a:pt x="356514" y="41465"/>
                  </a:lnTo>
                  <a:lnTo>
                    <a:pt x="384522" y="69268"/>
                  </a:lnTo>
                  <a:lnTo>
                    <a:pt x="394580" y="101281"/>
                  </a:lnTo>
                  <a:lnTo>
                    <a:pt x="384522" y="133294"/>
                  </a:lnTo>
                  <a:lnTo>
                    <a:pt x="356514" y="161096"/>
                  </a:lnTo>
                  <a:lnTo>
                    <a:pt x="313807" y="183021"/>
                  </a:lnTo>
                  <a:lnTo>
                    <a:pt x="259649" y="197399"/>
                  </a:lnTo>
                  <a:lnTo>
                    <a:pt x="197290" y="202562"/>
                  </a:lnTo>
                  <a:lnTo>
                    <a:pt x="134931" y="197399"/>
                  </a:lnTo>
                  <a:lnTo>
                    <a:pt x="80773" y="183021"/>
                  </a:lnTo>
                  <a:lnTo>
                    <a:pt x="38065" y="161096"/>
                  </a:lnTo>
                  <a:lnTo>
                    <a:pt x="10057" y="133294"/>
                  </a:lnTo>
                  <a:lnTo>
                    <a:pt x="0" y="101281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65733" y="2538303"/>
              <a:ext cx="394970" cy="202565"/>
            </a:xfrm>
            <a:custGeom>
              <a:avLst/>
              <a:gdLst/>
              <a:ahLst/>
              <a:cxnLst/>
              <a:rect l="l" t="t" r="r" b="b"/>
              <a:pathLst>
                <a:path w="394970" h="202564">
                  <a:moveTo>
                    <a:pt x="197290" y="0"/>
                  </a:moveTo>
                  <a:lnTo>
                    <a:pt x="134931" y="5163"/>
                  </a:lnTo>
                  <a:lnTo>
                    <a:pt x="80773" y="19541"/>
                  </a:lnTo>
                  <a:lnTo>
                    <a:pt x="38065" y="41465"/>
                  </a:lnTo>
                  <a:lnTo>
                    <a:pt x="10057" y="69268"/>
                  </a:lnTo>
                  <a:lnTo>
                    <a:pt x="0" y="101281"/>
                  </a:lnTo>
                  <a:lnTo>
                    <a:pt x="10057" y="133293"/>
                  </a:lnTo>
                  <a:lnTo>
                    <a:pt x="38065" y="161096"/>
                  </a:lnTo>
                  <a:lnTo>
                    <a:pt x="80773" y="183021"/>
                  </a:lnTo>
                  <a:lnTo>
                    <a:pt x="134931" y="197399"/>
                  </a:lnTo>
                  <a:lnTo>
                    <a:pt x="197290" y="202562"/>
                  </a:lnTo>
                  <a:lnTo>
                    <a:pt x="259649" y="197399"/>
                  </a:lnTo>
                  <a:lnTo>
                    <a:pt x="313808" y="183021"/>
                  </a:lnTo>
                  <a:lnTo>
                    <a:pt x="356515" y="161096"/>
                  </a:lnTo>
                  <a:lnTo>
                    <a:pt x="384523" y="133293"/>
                  </a:lnTo>
                  <a:lnTo>
                    <a:pt x="394581" y="101281"/>
                  </a:lnTo>
                  <a:lnTo>
                    <a:pt x="384523" y="69268"/>
                  </a:lnTo>
                  <a:lnTo>
                    <a:pt x="356515" y="41465"/>
                  </a:lnTo>
                  <a:lnTo>
                    <a:pt x="313808" y="19541"/>
                  </a:lnTo>
                  <a:lnTo>
                    <a:pt x="259649" y="5163"/>
                  </a:lnTo>
                  <a:lnTo>
                    <a:pt x="19729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65733" y="2538303"/>
              <a:ext cx="394970" cy="202565"/>
            </a:xfrm>
            <a:custGeom>
              <a:avLst/>
              <a:gdLst/>
              <a:ahLst/>
              <a:cxnLst/>
              <a:rect l="l" t="t" r="r" b="b"/>
              <a:pathLst>
                <a:path w="394970" h="202564">
                  <a:moveTo>
                    <a:pt x="0" y="101281"/>
                  </a:moveTo>
                  <a:lnTo>
                    <a:pt x="38065" y="41465"/>
                  </a:lnTo>
                  <a:lnTo>
                    <a:pt x="80773" y="19541"/>
                  </a:lnTo>
                  <a:lnTo>
                    <a:pt x="134931" y="5163"/>
                  </a:lnTo>
                  <a:lnTo>
                    <a:pt x="197290" y="0"/>
                  </a:lnTo>
                  <a:lnTo>
                    <a:pt x="259649" y="5163"/>
                  </a:lnTo>
                  <a:lnTo>
                    <a:pt x="313807" y="19541"/>
                  </a:lnTo>
                  <a:lnTo>
                    <a:pt x="356514" y="41465"/>
                  </a:lnTo>
                  <a:lnTo>
                    <a:pt x="384522" y="69268"/>
                  </a:lnTo>
                  <a:lnTo>
                    <a:pt x="394580" y="101281"/>
                  </a:lnTo>
                  <a:lnTo>
                    <a:pt x="384522" y="133294"/>
                  </a:lnTo>
                  <a:lnTo>
                    <a:pt x="356514" y="161096"/>
                  </a:lnTo>
                  <a:lnTo>
                    <a:pt x="313807" y="183021"/>
                  </a:lnTo>
                  <a:lnTo>
                    <a:pt x="259649" y="197399"/>
                  </a:lnTo>
                  <a:lnTo>
                    <a:pt x="197290" y="202562"/>
                  </a:lnTo>
                  <a:lnTo>
                    <a:pt x="134931" y="197399"/>
                  </a:lnTo>
                  <a:lnTo>
                    <a:pt x="80773" y="183021"/>
                  </a:lnTo>
                  <a:lnTo>
                    <a:pt x="38065" y="161096"/>
                  </a:lnTo>
                  <a:lnTo>
                    <a:pt x="10057" y="133294"/>
                  </a:lnTo>
                  <a:lnTo>
                    <a:pt x="0" y="101281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55020" y="2711201"/>
              <a:ext cx="268605" cy="121920"/>
            </a:xfrm>
            <a:custGeom>
              <a:avLst/>
              <a:gdLst/>
              <a:ahLst/>
              <a:cxnLst/>
              <a:rect l="l" t="t" r="r" b="b"/>
              <a:pathLst>
                <a:path w="268604" h="121919">
                  <a:moveTo>
                    <a:pt x="268498" y="0"/>
                  </a:moveTo>
                  <a:lnTo>
                    <a:pt x="0" y="121587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33732" y="2662717"/>
              <a:ext cx="21590" cy="170180"/>
            </a:xfrm>
            <a:custGeom>
              <a:avLst/>
              <a:gdLst/>
              <a:ahLst/>
              <a:cxnLst/>
              <a:rect l="l" t="t" r="r" b="b"/>
              <a:pathLst>
                <a:path w="21589" h="170180">
                  <a:moveTo>
                    <a:pt x="0" y="0"/>
                  </a:moveTo>
                  <a:lnTo>
                    <a:pt x="21287" y="17007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25678" y="2711201"/>
              <a:ext cx="329565" cy="121920"/>
            </a:xfrm>
            <a:custGeom>
              <a:avLst/>
              <a:gdLst/>
              <a:ahLst/>
              <a:cxnLst/>
              <a:rect l="l" t="t" r="r" b="b"/>
              <a:pathLst>
                <a:path w="329564" h="121919">
                  <a:moveTo>
                    <a:pt x="0" y="0"/>
                  </a:moveTo>
                  <a:lnTo>
                    <a:pt x="329340" y="121587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5379678" y="3778869"/>
          <a:ext cx="1406524" cy="6400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7371040" y="3778869"/>
          <a:ext cx="1054734" cy="6400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9" name="object 39"/>
          <p:cNvGrpSpPr/>
          <p:nvPr/>
        </p:nvGrpSpPr>
        <p:grpSpPr>
          <a:xfrm>
            <a:off x="2480555" y="3267009"/>
            <a:ext cx="5111115" cy="1616710"/>
            <a:chOff x="2480555" y="3267009"/>
            <a:chExt cx="5111115" cy="1616710"/>
          </a:xfrm>
        </p:grpSpPr>
        <p:sp>
          <p:nvSpPr>
            <p:cNvPr id="40" name="object 40"/>
            <p:cNvSpPr/>
            <p:nvPr/>
          </p:nvSpPr>
          <p:spPr>
            <a:xfrm>
              <a:off x="2480551" y="3267011"/>
              <a:ext cx="109855" cy="1616710"/>
            </a:xfrm>
            <a:custGeom>
              <a:avLst/>
              <a:gdLst/>
              <a:ahLst/>
              <a:cxnLst/>
              <a:rect l="l" t="t" r="r" b="b"/>
              <a:pathLst>
                <a:path w="109855" h="1616710">
                  <a:moveTo>
                    <a:pt x="108572" y="278917"/>
                  </a:moveTo>
                  <a:lnTo>
                    <a:pt x="107518" y="274828"/>
                  </a:lnTo>
                  <a:lnTo>
                    <a:pt x="101180" y="271081"/>
                  </a:lnTo>
                  <a:lnTo>
                    <a:pt x="97091" y="272135"/>
                  </a:lnTo>
                  <a:lnTo>
                    <a:pt x="60693" y="333756"/>
                  </a:lnTo>
                  <a:lnTo>
                    <a:pt x="60591" y="345224"/>
                  </a:lnTo>
                  <a:lnTo>
                    <a:pt x="60528" y="355117"/>
                  </a:lnTo>
                  <a:lnTo>
                    <a:pt x="60655" y="333819"/>
                  </a:lnTo>
                  <a:lnTo>
                    <a:pt x="62484" y="76"/>
                  </a:lnTo>
                  <a:lnTo>
                    <a:pt x="49149" y="0"/>
                  </a:lnTo>
                  <a:lnTo>
                    <a:pt x="47320" y="333756"/>
                  </a:lnTo>
                  <a:lnTo>
                    <a:pt x="11557" y="271665"/>
                  </a:lnTo>
                  <a:lnTo>
                    <a:pt x="7480" y="270573"/>
                  </a:lnTo>
                  <a:lnTo>
                    <a:pt x="1092" y="274243"/>
                  </a:lnTo>
                  <a:lnTo>
                    <a:pt x="0" y="278320"/>
                  </a:lnTo>
                  <a:lnTo>
                    <a:pt x="53771" y="371678"/>
                  </a:lnTo>
                  <a:lnTo>
                    <a:pt x="61569" y="358482"/>
                  </a:lnTo>
                  <a:lnTo>
                    <a:pt x="108572" y="278917"/>
                  </a:lnTo>
                  <a:close/>
                </a:path>
                <a:path w="109855" h="1616710">
                  <a:moveTo>
                    <a:pt x="109601" y="1522907"/>
                  </a:moveTo>
                  <a:lnTo>
                    <a:pt x="108508" y="1518831"/>
                  </a:lnTo>
                  <a:lnTo>
                    <a:pt x="102120" y="1515148"/>
                  </a:lnTo>
                  <a:lnTo>
                    <a:pt x="98044" y="1516253"/>
                  </a:lnTo>
                  <a:lnTo>
                    <a:pt x="62280" y="1578330"/>
                  </a:lnTo>
                  <a:lnTo>
                    <a:pt x="60439" y="1235722"/>
                  </a:lnTo>
                  <a:lnTo>
                    <a:pt x="47104" y="1235798"/>
                  </a:lnTo>
                  <a:lnTo>
                    <a:pt x="48945" y="1578394"/>
                  </a:lnTo>
                  <a:lnTo>
                    <a:pt x="48996" y="1589798"/>
                  </a:lnTo>
                  <a:lnTo>
                    <a:pt x="48895" y="1578330"/>
                  </a:lnTo>
                  <a:lnTo>
                    <a:pt x="12509" y="1516710"/>
                  </a:lnTo>
                  <a:lnTo>
                    <a:pt x="8420" y="1515656"/>
                  </a:lnTo>
                  <a:lnTo>
                    <a:pt x="2082" y="1519402"/>
                  </a:lnTo>
                  <a:lnTo>
                    <a:pt x="1028" y="1523492"/>
                  </a:lnTo>
                  <a:lnTo>
                    <a:pt x="55816" y="1616252"/>
                  </a:lnTo>
                  <a:lnTo>
                    <a:pt x="63411" y="1603057"/>
                  </a:lnTo>
                  <a:lnTo>
                    <a:pt x="109601" y="1522907"/>
                  </a:lnTo>
                  <a:close/>
                </a:path>
              </a:pathLst>
            </a:custGeom>
            <a:solidFill>
              <a:srgbClr val="3E46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31964" y="3557273"/>
              <a:ext cx="1359535" cy="236854"/>
            </a:xfrm>
            <a:custGeom>
              <a:avLst/>
              <a:gdLst/>
              <a:ahLst/>
              <a:cxnLst/>
              <a:rect l="l" t="t" r="r" b="b"/>
              <a:pathLst>
                <a:path w="1359534" h="236854">
                  <a:moveTo>
                    <a:pt x="686718" y="0"/>
                  </a:moveTo>
                  <a:lnTo>
                    <a:pt x="623210" y="1285"/>
                  </a:lnTo>
                  <a:lnTo>
                    <a:pt x="560217" y="5006"/>
                  </a:lnTo>
                  <a:lnTo>
                    <a:pt x="498219" y="11003"/>
                  </a:lnTo>
                  <a:lnTo>
                    <a:pt x="437699" y="19114"/>
                  </a:lnTo>
                  <a:lnTo>
                    <a:pt x="379134" y="29182"/>
                  </a:lnTo>
                  <a:lnTo>
                    <a:pt x="323002" y="41051"/>
                  </a:lnTo>
                  <a:lnTo>
                    <a:pt x="269779" y="54569"/>
                  </a:lnTo>
                  <a:lnTo>
                    <a:pt x="219932" y="69593"/>
                  </a:lnTo>
                  <a:lnTo>
                    <a:pt x="174136" y="85900"/>
                  </a:lnTo>
                  <a:lnTo>
                    <a:pt x="132453" y="103511"/>
                  </a:lnTo>
                  <a:lnTo>
                    <a:pt x="95504" y="122274"/>
                  </a:lnTo>
                  <a:lnTo>
                    <a:pt x="49877" y="152540"/>
                  </a:lnTo>
                  <a:lnTo>
                    <a:pt x="17391" y="185826"/>
                  </a:lnTo>
                  <a:lnTo>
                    <a:pt x="1221" y="221439"/>
                  </a:lnTo>
                  <a:lnTo>
                    <a:pt x="0" y="233518"/>
                  </a:lnTo>
                  <a:lnTo>
                    <a:pt x="29870" y="236341"/>
                  </a:lnTo>
                  <a:lnTo>
                    <a:pt x="30595" y="228671"/>
                  </a:lnTo>
                  <a:lnTo>
                    <a:pt x="30354" y="228671"/>
                  </a:lnTo>
                  <a:lnTo>
                    <a:pt x="30844" y="226035"/>
                  </a:lnTo>
                  <a:lnTo>
                    <a:pt x="31092" y="226035"/>
                  </a:lnTo>
                  <a:lnTo>
                    <a:pt x="32608" y="220624"/>
                  </a:lnTo>
                  <a:lnTo>
                    <a:pt x="32412" y="220624"/>
                  </a:lnTo>
                  <a:lnTo>
                    <a:pt x="33235" y="218385"/>
                  </a:lnTo>
                  <a:lnTo>
                    <a:pt x="33445" y="218385"/>
                  </a:lnTo>
                  <a:lnTo>
                    <a:pt x="37139" y="210378"/>
                  </a:lnTo>
                  <a:lnTo>
                    <a:pt x="42669" y="201989"/>
                  </a:lnTo>
                  <a:lnTo>
                    <a:pt x="81673" y="166190"/>
                  </a:lnTo>
                  <a:lnTo>
                    <a:pt x="127458" y="139237"/>
                  </a:lnTo>
                  <a:lnTo>
                    <a:pt x="164838" y="122008"/>
                  </a:lnTo>
                  <a:lnTo>
                    <a:pt x="229989" y="97862"/>
                  </a:lnTo>
                  <a:lnTo>
                    <a:pt x="278428" y="83300"/>
                  </a:lnTo>
                  <a:lnTo>
                    <a:pt x="330381" y="70133"/>
                  </a:lnTo>
                  <a:lnTo>
                    <a:pt x="385334" y="58538"/>
                  </a:lnTo>
                  <a:lnTo>
                    <a:pt x="442776" y="48685"/>
                  </a:lnTo>
                  <a:lnTo>
                    <a:pt x="502199" y="40741"/>
                  </a:lnTo>
                  <a:lnTo>
                    <a:pt x="563101" y="34871"/>
                  </a:lnTo>
                  <a:lnTo>
                    <a:pt x="624974" y="31236"/>
                  </a:lnTo>
                  <a:lnTo>
                    <a:pt x="687318" y="29998"/>
                  </a:lnTo>
                  <a:lnTo>
                    <a:pt x="1007804" y="29998"/>
                  </a:lnTo>
                  <a:lnTo>
                    <a:pt x="994191" y="27299"/>
                  </a:lnTo>
                  <a:lnTo>
                    <a:pt x="935671" y="17868"/>
                  </a:lnTo>
                  <a:lnTo>
                    <a:pt x="875182" y="10273"/>
                  </a:lnTo>
                  <a:lnTo>
                    <a:pt x="813207" y="4660"/>
                  </a:lnTo>
                  <a:lnTo>
                    <a:pt x="750227" y="1184"/>
                  </a:lnTo>
                  <a:lnTo>
                    <a:pt x="686718" y="0"/>
                  </a:lnTo>
                  <a:close/>
                </a:path>
                <a:path w="1359534" h="236854">
                  <a:moveTo>
                    <a:pt x="30844" y="226035"/>
                  </a:moveTo>
                  <a:lnTo>
                    <a:pt x="30354" y="228671"/>
                  </a:lnTo>
                  <a:lnTo>
                    <a:pt x="30718" y="227372"/>
                  </a:lnTo>
                  <a:lnTo>
                    <a:pt x="30844" y="226035"/>
                  </a:lnTo>
                  <a:close/>
                </a:path>
                <a:path w="1359534" h="236854">
                  <a:moveTo>
                    <a:pt x="30718" y="227372"/>
                  </a:moveTo>
                  <a:lnTo>
                    <a:pt x="30354" y="228671"/>
                  </a:lnTo>
                  <a:lnTo>
                    <a:pt x="30595" y="228671"/>
                  </a:lnTo>
                  <a:lnTo>
                    <a:pt x="30718" y="227372"/>
                  </a:lnTo>
                  <a:close/>
                </a:path>
                <a:path w="1359534" h="236854">
                  <a:moveTo>
                    <a:pt x="31092" y="226035"/>
                  </a:moveTo>
                  <a:lnTo>
                    <a:pt x="30844" y="226035"/>
                  </a:lnTo>
                  <a:lnTo>
                    <a:pt x="30718" y="227372"/>
                  </a:lnTo>
                  <a:lnTo>
                    <a:pt x="31092" y="226035"/>
                  </a:lnTo>
                  <a:close/>
                </a:path>
                <a:path w="1359534" h="236854">
                  <a:moveTo>
                    <a:pt x="1292712" y="158642"/>
                  </a:moveTo>
                  <a:lnTo>
                    <a:pt x="1269622" y="175543"/>
                  </a:lnTo>
                  <a:lnTo>
                    <a:pt x="1359103" y="221595"/>
                  </a:lnTo>
                  <a:lnTo>
                    <a:pt x="1350505" y="170962"/>
                  </a:lnTo>
                  <a:lnTo>
                    <a:pt x="1303524" y="170962"/>
                  </a:lnTo>
                  <a:lnTo>
                    <a:pt x="1292712" y="158642"/>
                  </a:lnTo>
                  <a:close/>
                </a:path>
                <a:path w="1359534" h="236854">
                  <a:moveTo>
                    <a:pt x="33235" y="218385"/>
                  </a:moveTo>
                  <a:lnTo>
                    <a:pt x="32412" y="220624"/>
                  </a:lnTo>
                  <a:lnTo>
                    <a:pt x="32911" y="219544"/>
                  </a:lnTo>
                  <a:lnTo>
                    <a:pt x="33235" y="218385"/>
                  </a:lnTo>
                  <a:close/>
                </a:path>
                <a:path w="1359534" h="236854">
                  <a:moveTo>
                    <a:pt x="32911" y="219544"/>
                  </a:moveTo>
                  <a:lnTo>
                    <a:pt x="32412" y="220624"/>
                  </a:lnTo>
                  <a:lnTo>
                    <a:pt x="32608" y="220624"/>
                  </a:lnTo>
                  <a:lnTo>
                    <a:pt x="32911" y="219544"/>
                  </a:lnTo>
                  <a:close/>
                </a:path>
                <a:path w="1359534" h="236854">
                  <a:moveTo>
                    <a:pt x="33445" y="218385"/>
                  </a:moveTo>
                  <a:lnTo>
                    <a:pt x="33235" y="218385"/>
                  </a:lnTo>
                  <a:lnTo>
                    <a:pt x="32911" y="219544"/>
                  </a:lnTo>
                  <a:lnTo>
                    <a:pt x="33445" y="218385"/>
                  </a:lnTo>
                  <a:close/>
                </a:path>
                <a:path w="1359534" h="236854">
                  <a:moveTo>
                    <a:pt x="1293162" y="158313"/>
                  </a:moveTo>
                  <a:lnTo>
                    <a:pt x="1292712" y="158642"/>
                  </a:lnTo>
                  <a:lnTo>
                    <a:pt x="1303524" y="170962"/>
                  </a:lnTo>
                  <a:lnTo>
                    <a:pt x="1317742" y="158484"/>
                  </a:lnTo>
                  <a:lnTo>
                    <a:pt x="1293437" y="158484"/>
                  </a:lnTo>
                  <a:lnTo>
                    <a:pt x="1293162" y="158313"/>
                  </a:lnTo>
                  <a:close/>
                </a:path>
                <a:path w="1359534" h="236854">
                  <a:moveTo>
                    <a:pt x="1342256" y="122379"/>
                  </a:moveTo>
                  <a:lnTo>
                    <a:pt x="1317019" y="140852"/>
                  </a:lnTo>
                  <a:lnTo>
                    <a:pt x="1326075" y="151171"/>
                  </a:lnTo>
                  <a:lnTo>
                    <a:pt x="1303524" y="170962"/>
                  </a:lnTo>
                  <a:lnTo>
                    <a:pt x="1350505" y="170962"/>
                  </a:lnTo>
                  <a:lnTo>
                    <a:pt x="1342256" y="122379"/>
                  </a:lnTo>
                  <a:close/>
                </a:path>
                <a:path w="1359534" h="236854">
                  <a:moveTo>
                    <a:pt x="1291536" y="157302"/>
                  </a:moveTo>
                  <a:lnTo>
                    <a:pt x="1292712" y="158642"/>
                  </a:lnTo>
                  <a:lnTo>
                    <a:pt x="1293162" y="158313"/>
                  </a:lnTo>
                  <a:lnTo>
                    <a:pt x="1291536" y="157302"/>
                  </a:lnTo>
                  <a:close/>
                </a:path>
                <a:path w="1359534" h="236854">
                  <a:moveTo>
                    <a:pt x="1293201" y="158284"/>
                  </a:moveTo>
                  <a:lnTo>
                    <a:pt x="1293437" y="158484"/>
                  </a:lnTo>
                  <a:lnTo>
                    <a:pt x="1293201" y="158284"/>
                  </a:lnTo>
                  <a:close/>
                </a:path>
                <a:path w="1359534" h="236854">
                  <a:moveTo>
                    <a:pt x="1317019" y="140852"/>
                  </a:moveTo>
                  <a:lnTo>
                    <a:pt x="1293201" y="158284"/>
                  </a:lnTo>
                  <a:lnTo>
                    <a:pt x="1293437" y="158484"/>
                  </a:lnTo>
                  <a:lnTo>
                    <a:pt x="1317742" y="158484"/>
                  </a:lnTo>
                  <a:lnTo>
                    <a:pt x="1326075" y="151171"/>
                  </a:lnTo>
                  <a:lnTo>
                    <a:pt x="1317019" y="140852"/>
                  </a:lnTo>
                  <a:close/>
                </a:path>
                <a:path w="1359534" h="236854">
                  <a:moveTo>
                    <a:pt x="1290069" y="155630"/>
                  </a:moveTo>
                  <a:lnTo>
                    <a:pt x="1291536" y="157302"/>
                  </a:lnTo>
                  <a:lnTo>
                    <a:pt x="1293162" y="158313"/>
                  </a:lnTo>
                  <a:lnTo>
                    <a:pt x="1290069" y="155630"/>
                  </a:lnTo>
                  <a:close/>
                </a:path>
                <a:path w="1359534" h="236854">
                  <a:moveTo>
                    <a:pt x="1296827" y="155630"/>
                  </a:moveTo>
                  <a:lnTo>
                    <a:pt x="1290069" y="155630"/>
                  </a:lnTo>
                  <a:lnTo>
                    <a:pt x="1293201" y="158284"/>
                  </a:lnTo>
                  <a:lnTo>
                    <a:pt x="1296827" y="155630"/>
                  </a:lnTo>
                  <a:close/>
                </a:path>
                <a:path w="1359534" h="236854">
                  <a:moveTo>
                    <a:pt x="1007804" y="29998"/>
                  </a:moveTo>
                  <a:lnTo>
                    <a:pt x="687318" y="29998"/>
                  </a:lnTo>
                  <a:lnTo>
                    <a:pt x="749661" y="31183"/>
                  </a:lnTo>
                  <a:lnTo>
                    <a:pt x="811549" y="34618"/>
                  </a:lnTo>
                  <a:lnTo>
                    <a:pt x="872472" y="40153"/>
                  </a:lnTo>
                  <a:lnTo>
                    <a:pt x="931928" y="47638"/>
                  </a:lnTo>
                  <a:lnTo>
                    <a:pt x="989413" y="56920"/>
                  </a:lnTo>
                  <a:lnTo>
                    <a:pt x="1044425" y="67845"/>
                  </a:lnTo>
                  <a:lnTo>
                    <a:pt x="1096455" y="80257"/>
                  </a:lnTo>
                  <a:lnTo>
                    <a:pt x="1144995" y="93996"/>
                  </a:lnTo>
                  <a:lnTo>
                    <a:pt x="1189526" y="108894"/>
                  </a:lnTo>
                  <a:lnTo>
                    <a:pt x="1229313" y="124691"/>
                  </a:lnTo>
                  <a:lnTo>
                    <a:pt x="1264198" y="141324"/>
                  </a:lnTo>
                  <a:lnTo>
                    <a:pt x="1291536" y="157302"/>
                  </a:lnTo>
                  <a:lnTo>
                    <a:pt x="1290069" y="155630"/>
                  </a:lnTo>
                  <a:lnTo>
                    <a:pt x="1296827" y="155630"/>
                  </a:lnTo>
                  <a:lnTo>
                    <a:pt x="1317019" y="140852"/>
                  </a:lnTo>
                  <a:lnTo>
                    <a:pt x="1277617" y="114487"/>
                  </a:lnTo>
                  <a:lnTo>
                    <a:pt x="1240798" y="96973"/>
                  </a:lnTo>
                  <a:lnTo>
                    <a:pt x="1199036" y="80437"/>
                  </a:lnTo>
                  <a:lnTo>
                    <a:pt x="1153158" y="65124"/>
                  </a:lnTo>
                  <a:lnTo>
                    <a:pt x="1103411" y="51071"/>
                  </a:lnTo>
                  <a:lnTo>
                    <a:pt x="1050264" y="38416"/>
                  </a:lnTo>
                  <a:lnTo>
                    <a:pt x="1007804" y="29998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379674" y="4992935"/>
          <a:ext cx="1406524" cy="6400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7371033" y="4992935"/>
          <a:ext cx="1054734" cy="6400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8562295" y="4992935"/>
          <a:ext cx="702944" cy="6400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1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3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" name="object 45"/>
          <p:cNvSpPr/>
          <p:nvPr/>
        </p:nvSpPr>
        <p:spPr>
          <a:xfrm>
            <a:off x="6915422" y="5245722"/>
            <a:ext cx="346075" cy="120014"/>
          </a:xfrm>
          <a:custGeom>
            <a:avLst/>
            <a:gdLst/>
            <a:ahLst/>
            <a:cxnLst/>
            <a:rect l="l" t="t" r="r" b="b"/>
            <a:pathLst>
              <a:path w="346075" h="120014">
                <a:moveTo>
                  <a:pt x="225628" y="80009"/>
                </a:moveTo>
                <a:lnTo>
                  <a:pt x="225628" y="120015"/>
                </a:lnTo>
                <a:lnTo>
                  <a:pt x="305638" y="80010"/>
                </a:lnTo>
                <a:lnTo>
                  <a:pt x="225628" y="80009"/>
                </a:lnTo>
                <a:close/>
              </a:path>
              <a:path w="346075" h="120014">
                <a:moveTo>
                  <a:pt x="225628" y="40004"/>
                </a:moveTo>
                <a:lnTo>
                  <a:pt x="225628" y="80009"/>
                </a:lnTo>
                <a:lnTo>
                  <a:pt x="245630" y="80010"/>
                </a:lnTo>
                <a:lnTo>
                  <a:pt x="245630" y="40005"/>
                </a:lnTo>
                <a:lnTo>
                  <a:pt x="225628" y="40004"/>
                </a:lnTo>
                <a:close/>
              </a:path>
              <a:path w="346075" h="120014">
                <a:moveTo>
                  <a:pt x="225628" y="0"/>
                </a:moveTo>
                <a:lnTo>
                  <a:pt x="225628" y="40004"/>
                </a:lnTo>
                <a:lnTo>
                  <a:pt x="245630" y="40005"/>
                </a:lnTo>
                <a:lnTo>
                  <a:pt x="245630" y="80010"/>
                </a:lnTo>
                <a:lnTo>
                  <a:pt x="305640" y="80008"/>
                </a:lnTo>
                <a:lnTo>
                  <a:pt x="345643" y="60007"/>
                </a:lnTo>
                <a:lnTo>
                  <a:pt x="225628" y="0"/>
                </a:lnTo>
                <a:close/>
              </a:path>
              <a:path w="346075" h="120014">
                <a:moveTo>
                  <a:pt x="0" y="40003"/>
                </a:moveTo>
                <a:lnTo>
                  <a:pt x="0" y="80008"/>
                </a:lnTo>
                <a:lnTo>
                  <a:pt x="225628" y="80009"/>
                </a:lnTo>
                <a:lnTo>
                  <a:pt x="225628" y="40004"/>
                </a:lnTo>
                <a:lnTo>
                  <a:pt x="0" y="40003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3277" y="6155110"/>
            <a:ext cx="2686994" cy="726852"/>
          </a:xfrm>
          <a:prstGeom prst="rect">
            <a:avLst/>
          </a:prstGeom>
        </p:spPr>
      </p:pic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5386246" y="6092200"/>
          <a:ext cx="1406524" cy="4800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5386246" y="6680487"/>
          <a:ext cx="1406524" cy="3548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4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4C5A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4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62112" y="5794066"/>
            <a:ext cx="1645920" cy="438784"/>
            <a:chOff x="1662112" y="5794066"/>
            <a:chExt cx="1645920" cy="438784"/>
          </a:xfrm>
        </p:grpSpPr>
        <p:sp>
          <p:nvSpPr>
            <p:cNvPr id="3" name="object 3"/>
            <p:cNvSpPr/>
            <p:nvPr/>
          </p:nvSpPr>
          <p:spPr>
            <a:xfrm>
              <a:off x="1668779" y="5800733"/>
              <a:ext cx="1632585" cy="425450"/>
            </a:xfrm>
            <a:custGeom>
              <a:avLst/>
              <a:gdLst/>
              <a:ahLst/>
              <a:cxnLst/>
              <a:rect l="l" t="t" r="r" b="b"/>
              <a:pathLst>
                <a:path w="1632585" h="425450">
                  <a:moveTo>
                    <a:pt x="1561307" y="0"/>
                  </a:moveTo>
                  <a:lnTo>
                    <a:pt x="70896" y="0"/>
                  </a:lnTo>
                  <a:lnTo>
                    <a:pt x="43300" y="5571"/>
                  </a:lnTo>
                  <a:lnTo>
                    <a:pt x="20764" y="20764"/>
                  </a:lnTo>
                  <a:lnTo>
                    <a:pt x="5571" y="43300"/>
                  </a:lnTo>
                  <a:lnTo>
                    <a:pt x="0" y="70896"/>
                  </a:lnTo>
                  <a:lnTo>
                    <a:pt x="0" y="354476"/>
                  </a:lnTo>
                  <a:lnTo>
                    <a:pt x="5571" y="382072"/>
                  </a:lnTo>
                  <a:lnTo>
                    <a:pt x="20764" y="404607"/>
                  </a:lnTo>
                  <a:lnTo>
                    <a:pt x="43300" y="419801"/>
                  </a:lnTo>
                  <a:lnTo>
                    <a:pt x="70896" y="425372"/>
                  </a:lnTo>
                  <a:lnTo>
                    <a:pt x="1561307" y="425372"/>
                  </a:lnTo>
                  <a:lnTo>
                    <a:pt x="1588903" y="419801"/>
                  </a:lnTo>
                  <a:lnTo>
                    <a:pt x="1611439" y="404607"/>
                  </a:lnTo>
                  <a:lnTo>
                    <a:pt x="1626632" y="382072"/>
                  </a:lnTo>
                  <a:lnTo>
                    <a:pt x="1632204" y="354476"/>
                  </a:lnTo>
                  <a:lnTo>
                    <a:pt x="1632204" y="70896"/>
                  </a:lnTo>
                  <a:lnTo>
                    <a:pt x="1626632" y="43300"/>
                  </a:lnTo>
                  <a:lnTo>
                    <a:pt x="1611439" y="20764"/>
                  </a:lnTo>
                  <a:lnTo>
                    <a:pt x="1588903" y="5571"/>
                  </a:lnTo>
                  <a:lnTo>
                    <a:pt x="1561307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68779" y="5800733"/>
              <a:ext cx="1632585" cy="425450"/>
            </a:xfrm>
            <a:custGeom>
              <a:avLst/>
              <a:gdLst/>
              <a:ahLst/>
              <a:cxnLst/>
              <a:rect l="l" t="t" r="r" b="b"/>
              <a:pathLst>
                <a:path w="1632585" h="425450">
                  <a:moveTo>
                    <a:pt x="0" y="70896"/>
                  </a:moveTo>
                  <a:lnTo>
                    <a:pt x="5571" y="43300"/>
                  </a:lnTo>
                  <a:lnTo>
                    <a:pt x="20765" y="20765"/>
                  </a:lnTo>
                  <a:lnTo>
                    <a:pt x="43300" y="5571"/>
                  </a:lnTo>
                  <a:lnTo>
                    <a:pt x="70896" y="0"/>
                  </a:lnTo>
                  <a:lnTo>
                    <a:pt x="1561306" y="0"/>
                  </a:lnTo>
                  <a:lnTo>
                    <a:pt x="1588903" y="5571"/>
                  </a:lnTo>
                  <a:lnTo>
                    <a:pt x="1611438" y="20765"/>
                  </a:lnTo>
                  <a:lnTo>
                    <a:pt x="1626632" y="43300"/>
                  </a:lnTo>
                  <a:lnTo>
                    <a:pt x="1632203" y="70896"/>
                  </a:lnTo>
                  <a:lnTo>
                    <a:pt x="1632203" y="354476"/>
                  </a:lnTo>
                  <a:lnTo>
                    <a:pt x="1626632" y="382072"/>
                  </a:lnTo>
                  <a:lnTo>
                    <a:pt x="1611438" y="404607"/>
                  </a:lnTo>
                  <a:lnTo>
                    <a:pt x="1588903" y="419801"/>
                  </a:lnTo>
                  <a:lnTo>
                    <a:pt x="1561306" y="425372"/>
                  </a:lnTo>
                  <a:lnTo>
                    <a:pt x="70896" y="425372"/>
                  </a:lnTo>
                  <a:lnTo>
                    <a:pt x="43300" y="419801"/>
                  </a:lnTo>
                  <a:lnTo>
                    <a:pt x="20765" y="404607"/>
                  </a:lnTo>
                  <a:lnTo>
                    <a:pt x="5571" y="382072"/>
                  </a:lnTo>
                  <a:lnTo>
                    <a:pt x="0" y="354476"/>
                  </a:lnTo>
                  <a:lnTo>
                    <a:pt x="0" y="70896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4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E-R</a:t>
            </a:r>
            <a:r>
              <a:rPr spc="-235" dirty="0"/>
              <a:t> </a:t>
            </a:r>
            <a:r>
              <a:rPr spc="-95" dirty="0"/>
              <a:t>Diagrams</a:t>
            </a:r>
            <a:r>
              <a:rPr spc="-220" dirty="0"/>
              <a:t> </a:t>
            </a:r>
            <a:r>
              <a:rPr spc="-55" dirty="0"/>
              <a:t>to</a:t>
            </a:r>
            <a:r>
              <a:rPr spc="-220" dirty="0"/>
              <a:t> </a:t>
            </a:r>
            <a:r>
              <a:rPr spc="-100" dirty="0"/>
              <a:t>Relations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5108" y="1246631"/>
            <a:ext cx="7764780" cy="6629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2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There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 a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unique table which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assigned the name of the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corresponding entity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relationship set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4729" y="3558313"/>
            <a:ext cx="1265555" cy="548640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32080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104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32333" y="3558313"/>
            <a:ext cx="1265555" cy="548640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32080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104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25779" y="3500373"/>
            <a:ext cx="1661795" cy="678180"/>
            <a:chOff x="4425779" y="3500373"/>
            <a:chExt cx="1661795" cy="678180"/>
          </a:xfrm>
        </p:grpSpPr>
        <p:sp>
          <p:nvSpPr>
            <p:cNvPr id="10" name="object 10"/>
            <p:cNvSpPr/>
            <p:nvPr/>
          </p:nvSpPr>
          <p:spPr>
            <a:xfrm>
              <a:off x="4430859" y="3505453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825703" y="0"/>
                  </a:moveTo>
                  <a:lnTo>
                    <a:pt x="0" y="333965"/>
                  </a:lnTo>
                  <a:lnTo>
                    <a:pt x="825703" y="667931"/>
                  </a:lnTo>
                  <a:lnTo>
                    <a:pt x="1651406" y="333965"/>
                  </a:lnTo>
                  <a:lnTo>
                    <a:pt x="8257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30859" y="3505453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0" y="333965"/>
                  </a:moveTo>
                  <a:lnTo>
                    <a:pt x="825703" y="0"/>
                  </a:lnTo>
                  <a:lnTo>
                    <a:pt x="1651406" y="333965"/>
                  </a:lnTo>
                  <a:lnTo>
                    <a:pt x="825703" y="667931"/>
                  </a:lnTo>
                  <a:lnTo>
                    <a:pt x="0" y="33396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929656" y="3684015"/>
            <a:ext cx="6553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ma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98050" y="2947772"/>
            <a:ext cx="1210310" cy="494030"/>
            <a:chOff x="1298050" y="2947772"/>
            <a:chExt cx="1210310" cy="494030"/>
          </a:xfrm>
        </p:grpSpPr>
        <p:sp>
          <p:nvSpPr>
            <p:cNvPr id="14" name="object 14"/>
            <p:cNvSpPr/>
            <p:nvPr/>
          </p:nvSpPr>
          <p:spPr>
            <a:xfrm>
              <a:off x="1303130" y="2952852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599832" y="0"/>
                  </a:moveTo>
                  <a:lnTo>
                    <a:pt x="534474" y="1418"/>
                  </a:lnTo>
                  <a:lnTo>
                    <a:pt x="471154" y="5575"/>
                  </a:lnTo>
                  <a:lnTo>
                    <a:pt x="410239" y="12323"/>
                  </a:lnTo>
                  <a:lnTo>
                    <a:pt x="352094" y="21515"/>
                  </a:lnTo>
                  <a:lnTo>
                    <a:pt x="297085" y="33003"/>
                  </a:lnTo>
                  <a:lnTo>
                    <a:pt x="245579" y="46639"/>
                  </a:lnTo>
                  <a:lnTo>
                    <a:pt x="197941" y="62277"/>
                  </a:lnTo>
                  <a:lnTo>
                    <a:pt x="154536" y="79768"/>
                  </a:lnTo>
                  <a:lnTo>
                    <a:pt x="115732" y="98966"/>
                  </a:lnTo>
                  <a:lnTo>
                    <a:pt x="81894" y="119723"/>
                  </a:lnTo>
                  <a:lnTo>
                    <a:pt x="30579" y="165323"/>
                  </a:lnTo>
                  <a:lnTo>
                    <a:pt x="3519" y="215389"/>
                  </a:lnTo>
                  <a:lnTo>
                    <a:pt x="0" y="241727"/>
                  </a:lnTo>
                  <a:lnTo>
                    <a:pt x="3519" y="268066"/>
                  </a:lnTo>
                  <a:lnTo>
                    <a:pt x="30579" y="318132"/>
                  </a:lnTo>
                  <a:lnTo>
                    <a:pt x="81894" y="363732"/>
                  </a:lnTo>
                  <a:lnTo>
                    <a:pt x="115732" y="384489"/>
                  </a:lnTo>
                  <a:lnTo>
                    <a:pt x="154536" y="403687"/>
                  </a:lnTo>
                  <a:lnTo>
                    <a:pt x="197941" y="421178"/>
                  </a:lnTo>
                  <a:lnTo>
                    <a:pt x="245579" y="436816"/>
                  </a:lnTo>
                  <a:lnTo>
                    <a:pt x="297085" y="450452"/>
                  </a:lnTo>
                  <a:lnTo>
                    <a:pt x="352094" y="461940"/>
                  </a:lnTo>
                  <a:lnTo>
                    <a:pt x="410239" y="471132"/>
                  </a:lnTo>
                  <a:lnTo>
                    <a:pt x="471154" y="477880"/>
                  </a:lnTo>
                  <a:lnTo>
                    <a:pt x="534474" y="482037"/>
                  </a:lnTo>
                  <a:lnTo>
                    <a:pt x="599832" y="483455"/>
                  </a:lnTo>
                  <a:lnTo>
                    <a:pt x="665190" y="482037"/>
                  </a:lnTo>
                  <a:lnTo>
                    <a:pt x="728510" y="477880"/>
                  </a:lnTo>
                  <a:lnTo>
                    <a:pt x="789425" y="471132"/>
                  </a:lnTo>
                  <a:lnTo>
                    <a:pt x="847570" y="461940"/>
                  </a:lnTo>
                  <a:lnTo>
                    <a:pt x="902579" y="450452"/>
                  </a:lnTo>
                  <a:lnTo>
                    <a:pt x="954086" y="436816"/>
                  </a:lnTo>
                  <a:lnTo>
                    <a:pt x="1001724" y="421178"/>
                  </a:lnTo>
                  <a:lnTo>
                    <a:pt x="1045128" y="403687"/>
                  </a:lnTo>
                  <a:lnTo>
                    <a:pt x="1083932" y="384489"/>
                  </a:lnTo>
                  <a:lnTo>
                    <a:pt x="1117771" y="363732"/>
                  </a:lnTo>
                  <a:lnTo>
                    <a:pt x="1169086" y="318132"/>
                  </a:lnTo>
                  <a:lnTo>
                    <a:pt x="1196146" y="268066"/>
                  </a:lnTo>
                  <a:lnTo>
                    <a:pt x="1199666" y="241727"/>
                  </a:lnTo>
                  <a:lnTo>
                    <a:pt x="1196146" y="215389"/>
                  </a:lnTo>
                  <a:lnTo>
                    <a:pt x="1169086" y="165323"/>
                  </a:lnTo>
                  <a:lnTo>
                    <a:pt x="1117771" y="119723"/>
                  </a:lnTo>
                  <a:lnTo>
                    <a:pt x="1083932" y="98966"/>
                  </a:lnTo>
                  <a:lnTo>
                    <a:pt x="1045128" y="79768"/>
                  </a:lnTo>
                  <a:lnTo>
                    <a:pt x="1001724" y="62277"/>
                  </a:lnTo>
                  <a:lnTo>
                    <a:pt x="954086" y="46639"/>
                  </a:lnTo>
                  <a:lnTo>
                    <a:pt x="902579" y="33003"/>
                  </a:lnTo>
                  <a:lnTo>
                    <a:pt x="847570" y="21515"/>
                  </a:lnTo>
                  <a:lnTo>
                    <a:pt x="789425" y="12323"/>
                  </a:lnTo>
                  <a:lnTo>
                    <a:pt x="728510" y="5575"/>
                  </a:lnTo>
                  <a:lnTo>
                    <a:pt x="665190" y="1418"/>
                  </a:lnTo>
                  <a:lnTo>
                    <a:pt x="59983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03130" y="2952852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48577" y="3040888"/>
            <a:ext cx="310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pi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38363" y="2622111"/>
            <a:ext cx="1210310" cy="494030"/>
            <a:chOff x="2338363" y="2622111"/>
            <a:chExt cx="1210310" cy="494030"/>
          </a:xfrm>
        </p:grpSpPr>
        <p:sp>
          <p:nvSpPr>
            <p:cNvPr id="18" name="object 18"/>
            <p:cNvSpPr/>
            <p:nvPr/>
          </p:nvSpPr>
          <p:spPr>
            <a:xfrm>
              <a:off x="2343443" y="2627191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69">
                  <a:moveTo>
                    <a:pt x="599832" y="0"/>
                  </a:moveTo>
                  <a:lnTo>
                    <a:pt x="534474" y="1418"/>
                  </a:lnTo>
                  <a:lnTo>
                    <a:pt x="471154" y="5575"/>
                  </a:lnTo>
                  <a:lnTo>
                    <a:pt x="410239" y="12323"/>
                  </a:lnTo>
                  <a:lnTo>
                    <a:pt x="352094" y="21514"/>
                  </a:lnTo>
                  <a:lnTo>
                    <a:pt x="297085" y="33002"/>
                  </a:lnTo>
                  <a:lnTo>
                    <a:pt x="245579" y="46639"/>
                  </a:lnTo>
                  <a:lnTo>
                    <a:pt x="197941" y="62276"/>
                  </a:lnTo>
                  <a:lnTo>
                    <a:pt x="154536" y="79768"/>
                  </a:lnTo>
                  <a:lnTo>
                    <a:pt x="115732" y="98966"/>
                  </a:lnTo>
                  <a:lnTo>
                    <a:pt x="81894" y="119722"/>
                  </a:lnTo>
                  <a:lnTo>
                    <a:pt x="30579" y="165322"/>
                  </a:lnTo>
                  <a:lnTo>
                    <a:pt x="3519" y="215388"/>
                  </a:lnTo>
                  <a:lnTo>
                    <a:pt x="0" y="241727"/>
                  </a:lnTo>
                  <a:lnTo>
                    <a:pt x="3519" y="268066"/>
                  </a:lnTo>
                  <a:lnTo>
                    <a:pt x="30579" y="318132"/>
                  </a:lnTo>
                  <a:lnTo>
                    <a:pt x="81894" y="363732"/>
                  </a:lnTo>
                  <a:lnTo>
                    <a:pt x="115732" y="384488"/>
                  </a:lnTo>
                  <a:lnTo>
                    <a:pt x="154536" y="403686"/>
                  </a:lnTo>
                  <a:lnTo>
                    <a:pt x="197941" y="421177"/>
                  </a:lnTo>
                  <a:lnTo>
                    <a:pt x="245579" y="436815"/>
                  </a:lnTo>
                  <a:lnTo>
                    <a:pt x="297085" y="450452"/>
                  </a:lnTo>
                  <a:lnTo>
                    <a:pt x="352094" y="461939"/>
                  </a:lnTo>
                  <a:lnTo>
                    <a:pt x="410239" y="471131"/>
                  </a:lnTo>
                  <a:lnTo>
                    <a:pt x="471154" y="477879"/>
                  </a:lnTo>
                  <a:lnTo>
                    <a:pt x="534474" y="482036"/>
                  </a:lnTo>
                  <a:lnTo>
                    <a:pt x="599832" y="483454"/>
                  </a:lnTo>
                  <a:lnTo>
                    <a:pt x="665190" y="482036"/>
                  </a:lnTo>
                  <a:lnTo>
                    <a:pt x="728510" y="477879"/>
                  </a:lnTo>
                  <a:lnTo>
                    <a:pt x="789425" y="471131"/>
                  </a:lnTo>
                  <a:lnTo>
                    <a:pt x="847570" y="461939"/>
                  </a:lnTo>
                  <a:lnTo>
                    <a:pt x="902579" y="450452"/>
                  </a:lnTo>
                  <a:lnTo>
                    <a:pt x="954085" y="436815"/>
                  </a:lnTo>
                  <a:lnTo>
                    <a:pt x="1001723" y="421177"/>
                  </a:lnTo>
                  <a:lnTo>
                    <a:pt x="1045127" y="403686"/>
                  </a:lnTo>
                  <a:lnTo>
                    <a:pt x="1083931" y="384488"/>
                  </a:lnTo>
                  <a:lnTo>
                    <a:pt x="1117770" y="363732"/>
                  </a:lnTo>
                  <a:lnTo>
                    <a:pt x="1169084" y="318132"/>
                  </a:lnTo>
                  <a:lnTo>
                    <a:pt x="1196145" y="268066"/>
                  </a:lnTo>
                  <a:lnTo>
                    <a:pt x="1199664" y="241727"/>
                  </a:lnTo>
                  <a:lnTo>
                    <a:pt x="1196145" y="215388"/>
                  </a:lnTo>
                  <a:lnTo>
                    <a:pt x="1169084" y="165322"/>
                  </a:lnTo>
                  <a:lnTo>
                    <a:pt x="1117770" y="119722"/>
                  </a:lnTo>
                  <a:lnTo>
                    <a:pt x="1083931" y="98966"/>
                  </a:lnTo>
                  <a:lnTo>
                    <a:pt x="1045127" y="79768"/>
                  </a:lnTo>
                  <a:lnTo>
                    <a:pt x="1001723" y="62276"/>
                  </a:lnTo>
                  <a:lnTo>
                    <a:pt x="954085" y="46639"/>
                  </a:lnTo>
                  <a:lnTo>
                    <a:pt x="902579" y="33002"/>
                  </a:lnTo>
                  <a:lnTo>
                    <a:pt x="847570" y="21514"/>
                  </a:lnTo>
                  <a:lnTo>
                    <a:pt x="789425" y="12323"/>
                  </a:lnTo>
                  <a:lnTo>
                    <a:pt x="728510" y="5575"/>
                  </a:lnTo>
                  <a:lnTo>
                    <a:pt x="665190" y="1418"/>
                  </a:lnTo>
                  <a:lnTo>
                    <a:pt x="59983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43443" y="2627191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69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63875" y="2714752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481604" y="2664451"/>
            <a:ext cx="3886835" cy="735330"/>
            <a:chOff x="3481604" y="2664451"/>
            <a:chExt cx="3886835" cy="735330"/>
          </a:xfrm>
        </p:grpSpPr>
        <p:sp>
          <p:nvSpPr>
            <p:cNvPr id="22" name="object 22"/>
            <p:cNvSpPr/>
            <p:nvPr/>
          </p:nvSpPr>
          <p:spPr>
            <a:xfrm>
              <a:off x="6163485" y="2669531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69">
                  <a:moveTo>
                    <a:pt x="599833" y="0"/>
                  </a:moveTo>
                  <a:lnTo>
                    <a:pt x="534475" y="1418"/>
                  </a:lnTo>
                  <a:lnTo>
                    <a:pt x="471155" y="5575"/>
                  </a:lnTo>
                  <a:lnTo>
                    <a:pt x="410239" y="12323"/>
                  </a:lnTo>
                  <a:lnTo>
                    <a:pt x="352094" y="21514"/>
                  </a:lnTo>
                  <a:lnTo>
                    <a:pt x="297085" y="33002"/>
                  </a:lnTo>
                  <a:lnTo>
                    <a:pt x="245579" y="46639"/>
                  </a:lnTo>
                  <a:lnTo>
                    <a:pt x="197941" y="62276"/>
                  </a:lnTo>
                  <a:lnTo>
                    <a:pt x="154537" y="79768"/>
                  </a:lnTo>
                  <a:lnTo>
                    <a:pt x="115732" y="98965"/>
                  </a:lnTo>
                  <a:lnTo>
                    <a:pt x="81894" y="119722"/>
                  </a:lnTo>
                  <a:lnTo>
                    <a:pt x="30579" y="165322"/>
                  </a:lnTo>
                  <a:lnTo>
                    <a:pt x="3519" y="215387"/>
                  </a:lnTo>
                  <a:lnTo>
                    <a:pt x="0" y="241726"/>
                  </a:lnTo>
                  <a:lnTo>
                    <a:pt x="3519" y="268065"/>
                  </a:lnTo>
                  <a:lnTo>
                    <a:pt x="30579" y="318131"/>
                  </a:lnTo>
                  <a:lnTo>
                    <a:pt x="81894" y="363731"/>
                  </a:lnTo>
                  <a:lnTo>
                    <a:pt x="115732" y="384488"/>
                  </a:lnTo>
                  <a:lnTo>
                    <a:pt x="154537" y="403686"/>
                  </a:lnTo>
                  <a:lnTo>
                    <a:pt x="197941" y="421177"/>
                  </a:lnTo>
                  <a:lnTo>
                    <a:pt x="245579" y="436815"/>
                  </a:lnTo>
                  <a:lnTo>
                    <a:pt x="297085" y="450451"/>
                  </a:lnTo>
                  <a:lnTo>
                    <a:pt x="352094" y="461939"/>
                  </a:lnTo>
                  <a:lnTo>
                    <a:pt x="410239" y="471131"/>
                  </a:lnTo>
                  <a:lnTo>
                    <a:pt x="471155" y="477879"/>
                  </a:lnTo>
                  <a:lnTo>
                    <a:pt x="534475" y="482036"/>
                  </a:lnTo>
                  <a:lnTo>
                    <a:pt x="599833" y="483454"/>
                  </a:lnTo>
                  <a:lnTo>
                    <a:pt x="665192" y="482036"/>
                  </a:lnTo>
                  <a:lnTo>
                    <a:pt x="728511" y="477879"/>
                  </a:lnTo>
                  <a:lnTo>
                    <a:pt x="789427" y="471131"/>
                  </a:lnTo>
                  <a:lnTo>
                    <a:pt x="847572" y="461939"/>
                  </a:lnTo>
                  <a:lnTo>
                    <a:pt x="902580" y="450451"/>
                  </a:lnTo>
                  <a:lnTo>
                    <a:pt x="954086" y="436815"/>
                  </a:lnTo>
                  <a:lnTo>
                    <a:pt x="1001725" y="421177"/>
                  </a:lnTo>
                  <a:lnTo>
                    <a:pt x="1045129" y="403686"/>
                  </a:lnTo>
                  <a:lnTo>
                    <a:pt x="1083933" y="384488"/>
                  </a:lnTo>
                  <a:lnTo>
                    <a:pt x="1117771" y="363731"/>
                  </a:lnTo>
                  <a:lnTo>
                    <a:pt x="1169086" y="318131"/>
                  </a:lnTo>
                  <a:lnTo>
                    <a:pt x="1196146" y="268065"/>
                  </a:lnTo>
                  <a:lnTo>
                    <a:pt x="1199666" y="241726"/>
                  </a:lnTo>
                  <a:lnTo>
                    <a:pt x="1196146" y="215387"/>
                  </a:lnTo>
                  <a:lnTo>
                    <a:pt x="1169086" y="165322"/>
                  </a:lnTo>
                  <a:lnTo>
                    <a:pt x="1117771" y="119722"/>
                  </a:lnTo>
                  <a:lnTo>
                    <a:pt x="1083933" y="98965"/>
                  </a:lnTo>
                  <a:lnTo>
                    <a:pt x="1045129" y="79768"/>
                  </a:lnTo>
                  <a:lnTo>
                    <a:pt x="1001725" y="62276"/>
                  </a:lnTo>
                  <a:lnTo>
                    <a:pt x="954086" y="46639"/>
                  </a:lnTo>
                  <a:lnTo>
                    <a:pt x="902580" y="33002"/>
                  </a:lnTo>
                  <a:lnTo>
                    <a:pt x="847572" y="21514"/>
                  </a:lnTo>
                  <a:lnTo>
                    <a:pt x="789427" y="12323"/>
                  </a:lnTo>
                  <a:lnTo>
                    <a:pt x="728511" y="5575"/>
                  </a:lnTo>
                  <a:lnTo>
                    <a:pt x="665192" y="1418"/>
                  </a:lnTo>
                  <a:lnTo>
                    <a:pt x="59983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63485" y="2669531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69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86684" y="2911113"/>
              <a:ext cx="1362075" cy="483870"/>
            </a:xfrm>
            <a:custGeom>
              <a:avLst/>
              <a:gdLst/>
              <a:ahLst/>
              <a:cxnLst/>
              <a:rect l="l" t="t" r="r" b="b"/>
              <a:pathLst>
                <a:path w="1362075" h="483870">
                  <a:moveTo>
                    <a:pt x="680811" y="0"/>
                  </a:moveTo>
                  <a:lnTo>
                    <a:pt x="611202" y="1248"/>
                  </a:lnTo>
                  <a:lnTo>
                    <a:pt x="543604" y="4911"/>
                  </a:lnTo>
                  <a:lnTo>
                    <a:pt x="478359" y="10867"/>
                  </a:lnTo>
                  <a:lnTo>
                    <a:pt x="415809" y="18996"/>
                  </a:lnTo>
                  <a:lnTo>
                    <a:pt x="356296" y="29175"/>
                  </a:lnTo>
                  <a:lnTo>
                    <a:pt x="300163" y="41283"/>
                  </a:lnTo>
                  <a:lnTo>
                    <a:pt x="247752" y="55199"/>
                  </a:lnTo>
                  <a:lnTo>
                    <a:pt x="199405" y="70800"/>
                  </a:lnTo>
                  <a:lnTo>
                    <a:pt x="155464" y="87966"/>
                  </a:lnTo>
                  <a:lnTo>
                    <a:pt x="116272" y="106575"/>
                  </a:lnTo>
                  <a:lnTo>
                    <a:pt x="82170" y="126506"/>
                  </a:lnTo>
                  <a:lnTo>
                    <a:pt x="30607" y="169845"/>
                  </a:lnTo>
                  <a:lnTo>
                    <a:pt x="3514" y="217012"/>
                  </a:lnTo>
                  <a:lnTo>
                    <a:pt x="0" y="241727"/>
                  </a:lnTo>
                  <a:lnTo>
                    <a:pt x="3514" y="266443"/>
                  </a:lnTo>
                  <a:lnTo>
                    <a:pt x="30607" y="313610"/>
                  </a:lnTo>
                  <a:lnTo>
                    <a:pt x="82170" y="356949"/>
                  </a:lnTo>
                  <a:lnTo>
                    <a:pt x="116272" y="376880"/>
                  </a:lnTo>
                  <a:lnTo>
                    <a:pt x="155464" y="395489"/>
                  </a:lnTo>
                  <a:lnTo>
                    <a:pt x="199405" y="412655"/>
                  </a:lnTo>
                  <a:lnTo>
                    <a:pt x="247752" y="428256"/>
                  </a:lnTo>
                  <a:lnTo>
                    <a:pt x="300163" y="442172"/>
                  </a:lnTo>
                  <a:lnTo>
                    <a:pt x="356296" y="454280"/>
                  </a:lnTo>
                  <a:lnTo>
                    <a:pt x="415809" y="464459"/>
                  </a:lnTo>
                  <a:lnTo>
                    <a:pt x="478359" y="472588"/>
                  </a:lnTo>
                  <a:lnTo>
                    <a:pt x="543604" y="478544"/>
                  </a:lnTo>
                  <a:lnTo>
                    <a:pt x="611202" y="482207"/>
                  </a:lnTo>
                  <a:lnTo>
                    <a:pt x="680811" y="483455"/>
                  </a:lnTo>
                  <a:lnTo>
                    <a:pt x="750420" y="482207"/>
                  </a:lnTo>
                  <a:lnTo>
                    <a:pt x="818018" y="478544"/>
                  </a:lnTo>
                  <a:lnTo>
                    <a:pt x="883263" y="472588"/>
                  </a:lnTo>
                  <a:lnTo>
                    <a:pt x="945813" y="464459"/>
                  </a:lnTo>
                  <a:lnTo>
                    <a:pt x="1005326" y="454280"/>
                  </a:lnTo>
                  <a:lnTo>
                    <a:pt x="1061458" y="442172"/>
                  </a:lnTo>
                  <a:lnTo>
                    <a:pt x="1113870" y="428256"/>
                  </a:lnTo>
                  <a:lnTo>
                    <a:pt x="1162217" y="412655"/>
                  </a:lnTo>
                  <a:lnTo>
                    <a:pt x="1206157" y="395489"/>
                  </a:lnTo>
                  <a:lnTo>
                    <a:pt x="1245349" y="376880"/>
                  </a:lnTo>
                  <a:lnTo>
                    <a:pt x="1279451" y="356949"/>
                  </a:lnTo>
                  <a:lnTo>
                    <a:pt x="1331013" y="313610"/>
                  </a:lnTo>
                  <a:lnTo>
                    <a:pt x="1358106" y="266443"/>
                  </a:lnTo>
                  <a:lnTo>
                    <a:pt x="1361621" y="241727"/>
                  </a:lnTo>
                  <a:lnTo>
                    <a:pt x="1358106" y="217012"/>
                  </a:lnTo>
                  <a:lnTo>
                    <a:pt x="1331013" y="169845"/>
                  </a:lnTo>
                  <a:lnTo>
                    <a:pt x="1279451" y="126506"/>
                  </a:lnTo>
                  <a:lnTo>
                    <a:pt x="1245349" y="106575"/>
                  </a:lnTo>
                  <a:lnTo>
                    <a:pt x="1206157" y="87966"/>
                  </a:lnTo>
                  <a:lnTo>
                    <a:pt x="1162217" y="70800"/>
                  </a:lnTo>
                  <a:lnTo>
                    <a:pt x="1113870" y="55199"/>
                  </a:lnTo>
                  <a:lnTo>
                    <a:pt x="1061458" y="41283"/>
                  </a:lnTo>
                  <a:lnTo>
                    <a:pt x="1005326" y="29175"/>
                  </a:lnTo>
                  <a:lnTo>
                    <a:pt x="945813" y="18996"/>
                  </a:lnTo>
                  <a:lnTo>
                    <a:pt x="883263" y="10867"/>
                  </a:lnTo>
                  <a:lnTo>
                    <a:pt x="818018" y="4911"/>
                  </a:lnTo>
                  <a:lnTo>
                    <a:pt x="750420" y="1248"/>
                  </a:lnTo>
                  <a:lnTo>
                    <a:pt x="68081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86684" y="2911113"/>
              <a:ext cx="1362075" cy="483870"/>
            </a:xfrm>
            <a:custGeom>
              <a:avLst/>
              <a:gdLst/>
              <a:ahLst/>
              <a:cxnLst/>
              <a:rect l="l" t="t" r="r" b="b"/>
              <a:pathLst>
                <a:path w="1362075" h="483870">
                  <a:moveTo>
                    <a:pt x="0" y="241727"/>
                  </a:moveTo>
                  <a:lnTo>
                    <a:pt x="13831" y="193011"/>
                  </a:lnTo>
                  <a:lnTo>
                    <a:pt x="53501" y="147636"/>
                  </a:lnTo>
                  <a:lnTo>
                    <a:pt x="116271" y="106575"/>
                  </a:lnTo>
                  <a:lnTo>
                    <a:pt x="155464" y="87966"/>
                  </a:lnTo>
                  <a:lnTo>
                    <a:pt x="199404" y="70800"/>
                  </a:lnTo>
                  <a:lnTo>
                    <a:pt x="247751" y="55198"/>
                  </a:lnTo>
                  <a:lnTo>
                    <a:pt x="300162" y="41283"/>
                  </a:lnTo>
                  <a:lnTo>
                    <a:pt x="356295" y="29175"/>
                  </a:lnTo>
                  <a:lnTo>
                    <a:pt x="415808" y="18996"/>
                  </a:lnTo>
                  <a:lnTo>
                    <a:pt x="478358" y="10867"/>
                  </a:lnTo>
                  <a:lnTo>
                    <a:pt x="543603" y="4911"/>
                  </a:lnTo>
                  <a:lnTo>
                    <a:pt x="611201" y="1248"/>
                  </a:lnTo>
                  <a:lnTo>
                    <a:pt x="680810" y="0"/>
                  </a:lnTo>
                  <a:lnTo>
                    <a:pt x="750419" y="1248"/>
                  </a:lnTo>
                  <a:lnTo>
                    <a:pt x="818017" y="4911"/>
                  </a:lnTo>
                  <a:lnTo>
                    <a:pt x="883262" y="10867"/>
                  </a:lnTo>
                  <a:lnTo>
                    <a:pt x="945812" y="18996"/>
                  </a:lnTo>
                  <a:lnTo>
                    <a:pt x="1005324" y="29175"/>
                  </a:lnTo>
                  <a:lnTo>
                    <a:pt x="1061457" y="41283"/>
                  </a:lnTo>
                  <a:lnTo>
                    <a:pt x="1113868" y="55198"/>
                  </a:lnTo>
                  <a:lnTo>
                    <a:pt x="1162216" y="70800"/>
                  </a:lnTo>
                  <a:lnTo>
                    <a:pt x="1206156" y="87966"/>
                  </a:lnTo>
                  <a:lnTo>
                    <a:pt x="1245349" y="106575"/>
                  </a:lnTo>
                  <a:lnTo>
                    <a:pt x="1279450" y="126506"/>
                  </a:lnTo>
                  <a:lnTo>
                    <a:pt x="1331013" y="169845"/>
                  </a:lnTo>
                  <a:lnTo>
                    <a:pt x="1358106" y="217012"/>
                  </a:lnTo>
                  <a:lnTo>
                    <a:pt x="1361620" y="241727"/>
                  </a:lnTo>
                  <a:lnTo>
                    <a:pt x="1358106" y="266443"/>
                  </a:lnTo>
                  <a:lnTo>
                    <a:pt x="1331013" y="313610"/>
                  </a:lnTo>
                  <a:lnTo>
                    <a:pt x="1279450" y="356949"/>
                  </a:lnTo>
                  <a:lnTo>
                    <a:pt x="1245349" y="376880"/>
                  </a:lnTo>
                  <a:lnTo>
                    <a:pt x="1206156" y="395489"/>
                  </a:lnTo>
                  <a:lnTo>
                    <a:pt x="1162216" y="412655"/>
                  </a:lnTo>
                  <a:lnTo>
                    <a:pt x="1113868" y="428256"/>
                  </a:lnTo>
                  <a:lnTo>
                    <a:pt x="1061457" y="442172"/>
                  </a:lnTo>
                  <a:lnTo>
                    <a:pt x="1005324" y="454280"/>
                  </a:lnTo>
                  <a:lnTo>
                    <a:pt x="945812" y="464459"/>
                  </a:lnTo>
                  <a:lnTo>
                    <a:pt x="883262" y="472588"/>
                  </a:lnTo>
                  <a:lnTo>
                    <a:pt x="818017" y="478544"/>
                  </a:lnTo>
                  <a:lnTo>
                    <a:pt x="750419" y="482207"/>
                  </a:lnTo>
                  <a:lnTo>
                    <a:pt x="680810" y="483455"/>
                  </a:lnTo>
                  <a:lnTo>
                    <a:pt x="611201" y="482207"/>
                  </a:lnTo>
                  <a:lnTo>
                    <a:pt x="543603" y="478544"/>
                  </a:lnTo>
                  <a:lnTo>
                    <a:pt x="478358" y="472588"/>
                  </a:lnTo>
                  <a:lnTo>
                    <a:pt x="415808" y="464459"/>
                  </a:lnTo>
                  <a:lnTo>
                    <a:pt x="356295" y="454280"/>
                  </a:lnTo>
                  <a:lnTo>
                    <a:pt x="300162" y="442172"/>
                  </a:lnTo>
                  <a:lnTo>
                    <a:pt x="247751" y="428256"/>
                  </a:lnTo>
                  <a:lnTo>
                    <a:pt x="199404" y="412655"/>
                  </a:lnTo>
                  <a:lnTo>
                    <a:pt x="155464" y="395489"/>
                  </a:lnTo>
                  <a:lnTo>
                    <a:pt x="116271" y="376880"/>
                  </a:lnTo>
                  <a:lnTo>
                    <a:pt x="82170" y="356949"/>
                  </a:lnTo>
                  <a:lnTo>
                    <a:pt x="30607" y="313610"/>
                  </a:lnTo>
                  <a:lnTo>
                    <a:pt x="3514" y="266443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30578" y="2757423"/>
            <a:ext cx="6673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</a:t>
            </a: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22028" y="2664456"/>
            <a:ext cx="6344285" cy="1180465"/>
            <a:chOff x="2322028" y="2664456"/>
            <a:chExt cx="6344285" cy="1180465"/>
          </a:xfrm>
        </p:grpSpPr>
        <p:sp>
          <p:nvSpPr>
            <p:cNvPr id="28" name="object 28"/>
            <p:cNvSpPr/>
            <p:nvPr/>
          </p:nvSpPr>
          <p:spPr>
            <a:xfrm>
              <a:off x="3659701" y="3832373"/>
              <a:ext cx="771525" cy="7620"/>
            </a:xfrm>
            <a:custGeom>
              <a:avLst/>
              <a:gdLst/>
              <a:ahLst/>
              <a:cxnLst/>
              <a:rect l="l" t="t" r="r" b="b"/>
              <a:pathLst>
                <a:path w="771525" h="7620">
                  <a:moveTo>
                    <a:pt x="0" y="0"/>
                  </a:moveTo>
                  <a:lnTo>
                    <a:pt x="771157" y="7046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82266" y="3832374"/>
              <a:ext cx="750570" cy="7620"/>
            </a:xfrm>
            <a:custGeom>
              <a:avLst/>
              <a:gdLst/>
              <a:ahLst/>
              <a:cxnLst/>
              <a:rect l="l" t="t" r="r" b="b"/>
              <a:pathLst>
                <a:path w="750570" h="7620">
                  <a:moveTo>
                    <a:pt x="0" y="7046"/>
                  </a:moveTo>
                  <a:lnTo>
                    <a:pt x="750067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06027" y="2669536"/>
              <a:ext cx="1155065" cy="483870"/>
            </a:xfrm>
            <a:custGeom>
              <a:avLst/>
              <a:gdLst/>
              <a:ahLst/>
              <a:cxnLst/>
              <a:rect l="l" t="t" r="r" b="b"/>
              <a:pathLst>
                <a:path w="1155065" h="483869">
                  <a:moveTo>
                    <a:pt x="577463" y="0"/>
                  </a:moveTo>
                  <a:lnTo>
                    <a:pt x="510119" y="1626"/>
                  </a:lnTo>
                  <a:lnTo>
                    <a:pt x="445056" y="6384"/>
                  </a:lnTo>
                  <a:lnTo>
                    <a:pt x="382708" y="14092"/>
                  </a:lnTo>
                  <a:lnTo>
                    <a:pt x="323509" y="24569"/>
                  </a:lnTo>
                  <a:lnTo>
                    <a:pt x="267892" y="37633"/>
                  </a:lnTo>
                  <a:lnTo>
                    <a:pt x="216289" y="53104"/>
                  </a:lnTo>
                  <a:lnTo>
                    <a:pt x="169135" y="70800"/>
                  </a:lnTo>
                  <a:lnTo>
                    <a:pt x="126862" y="90539"/>
                  </a:lnTo>
                  <a:lnTo>
                    <a:pt x="89904" y="112140"/>
                  </a:lnTo>
                  <a:lnTo>
                    <a:pt x="58694" y="135421"/>
                  </a:lnTo>
                  <a:lnTo>
                    <a:pt x="15251" y="186301"/>
                  </a:lnTo>
                  <a:lnTo>
                    <a:pt x="0" y="241727"/>
                  </a:lnTo>
                  <a:lnTo>
                    <a:pt x="3885" y="269918"/>
                  </a:lnTo>
                  <a:lnTo>
                    <a:pt x="33665" y="323252"/>
                  </a:lnTo>
                  <a:lnTo>
                    <a:pt x="89904" y="371315"/>
                  </a:lnTo>
                  <a:lnTo>
                    <a:pt x="126862" y="392915"/>
                  </a:lnTo>
                  <a:lnTo>
                    <a:pt x="169135" y="412654"/>
                  </a:lnTo>
                  <a:lnTo>
                    <a:pt x="216289" y="430350"/>
                  </a:lnTo>
                  <a:lnTo>
                    <a:pt x="267892" y="445820"/>
                  </a:lnTo>
                  <a:lnTo>
                    <a:pt x="323509" y="458885"/>
                  </a:lnTo>
                  <a:lnTo>
                    <a:pt x="382708" y="469362"/>
                  </a:lnTo>
                  <a:lnTo>
                    <a:pt x="445056" y="477070"/>
                  </a:lnTo>
                  <a:lnTo>
                    <a:pt x="510119" y="481828"/>
                  </a:lnTo>
                  <a:lnTo>
                    <a:pt x="577463" y="483454"/>
                  </a:lnTo>
                  <a:lnTo>
                    <a:pt x="644808" y="481828"/>
                  </a:lnTo>
                  <a:lnTo>
                    <a:pt x="709871" y="477070"/>
                  </a:lnTo>
                  <a:lnTo>
                    <a:pt x="772219" y="469362"/>
                  </a:lnTo>
                  <a:lnTo>
                    <a:pt x="831418" y="458885"/>
                  </a:lnTo>
                  <a:lnTo>
                    <a:pt x="887036" y="445820"/>
                  </a:lnTo>
                  <a:lnTo>
                    <a:pt x="938638" y="430350"/>
                  </a:lnTo>
                  <a:lnTo>
                    <a:pt x="985793" y="412654"/>
                  </a:lnTo>
                  <a:lnTo>
                    <a:pt x="1028066" y="392915"/>
                  </a:lnTo>
                  <a:lnTo>
                    <a:pt x="1065024" y="371315"/>
                  </a:lnTo>
                  <a:lnTo>
                    <a:pt x="1096234" y="348033"/>
                  </a:lnTo>
                  <a:lnTo>
                    <a:pt x="1139677" y="297153"/>
                  </a:lnTo>
                  <a:lnTo>
                    <a:pt x="1154929" y="241727"/>
                  </a:lnTo>
                  <a:lnTo>
                    <a:pt x="1151044" y="213537"/>
                  </a:lnTo>
                  <a:lnTo>
                    <a:pt x="1121263" y="160202"/>
                  </a:lnTo>
                  <a:lnTo>
                    <a:pt x="1065024" y="112140"/>
                  </a:lnTo>
                  <a:lnTo>
                    <a:pt x="1028066" y="90539"/>
                  </a:lnTo>
                  <a:lnTo>
                    <a:pt x="985793" y="70800"/>
                  </a:lnTo>
                  <a:lnTo>
                    <a:pt x="938638" y="53104"/>
                  </a:lnTo>
                  <a:lnTo>
                    <a:pt x="887036" y="37633"/>
                  </a:lnTo>
                  <a:lnTo>
                    <a:pt x="831418" y="24569"/>
                  </a:lnTo>
                  <a:lnTo>
                    <a:pt x="772219" y="14092"/>
                  </a:lnTo>
                  <a:lnTo>
                    <a:pt x="709871" y="6384"/>
                  </a:lnTo>
                  <a:lnTo>
                    <a:pt x="644808" y="1626"/>
                  </a:lnTo>
                  <a:lnTo>
                    <a:pt x="57746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06027" y="2669536"/>
              <a:ext cx="1155065" cy="483870"/>
            </a:xfrm>
            <a:custGeom>
              <a:avLst/>
              <a:gdLst/>
              <a:ahLst/>
              <a:cxnLst/>
              <a:rect l="l" t="t" r="r" b="b"/>
              <a:pathLst>
                <a:path w="1155065" h="483869">
                  <a:moveTo>
                    <a:pt x="0" y="241727"/>
                  </a:moveTo>
                  <a:lnTo>
                    <a:pt x="15251" y="186301"/>
                  </a:lnTo>
                  <a:lnTo>
                    <a:pt x="58694" y="135422"/>
                  </a:lnTo>
                  <a:lnTo>
                    <a:pt x="89904" y="112140"/>
                  </a:lnTo>
                  <a:lnTo>
                    <a:pt x="126862" y="90539"/>
                  </a:lnTo>
                  <a:lnTo>
                    <a:pt x="169135" y="70800"/>
                  </a:lnTo>
                  <a:lnTo>
                    <a:pt x="216290" y="53104"/>
                  </a:lnTo>
                  <a:lnTo>
                    <a:pt x="267892" y="37634"/>
                  </a:lnTo>
                  <a:lnTo>
                    <a:pt x="323510" y="24569"/>
                  </a:lnTo>
                  <a:lnTo>
                    <a:pt x="382709" y="14092"/>
                  </a:lnTo>
                  <a:lnTo>
                    <a:pt x="445057" y="6384"/>
                  </a:lnTo>
                  <a:lnTo>
                    <a:pt x="510120" y="1626"/>
                  </a:lnTo>
                  <a:lnTo>
                    <a:pt x="577464" y="0"/>
                  </a:lnTo>
                  <a:lnTo>
                    <a:pt x="644809" y="1626"/>
                  </a:lnTo>
                  <a:lnTo>
                    <a:pt x="709872" y="6384"/>
                  </a:lnTo>
                  <a:lnTo>
                    <a:pt x="772219" y="14092"/>
                  </a:lnTo>
                  <a:lnTo>
                    <a:pt x="831419" y="24569"/>
                  </a:lnTo>
                  <a:lnTo>
                    <a:pt x="887036" y="37634"/>
                  </a:lnTo>
                  <a:lnTo>
                    <a:pt x="938639" y="53104"/>
                  </a:lnTo>
                  <a:lnTo>
                    <a:pt x="985794" y="70800"/>
                  </a:lnTo>
                  <a:lnTo>
                    <a:pt x="1028067" y="90539"/>
                  </a:lnTo>
                  <a:lnTo>
                    <a:pt x="1065025" y="112140"/>
                  </a:lnTo>
                  <a:lnTo>
                    <a:pt x="1096235" y="135422"/>
                  </a:lnTo>
                  <a:lnTo>
                    <a:pt x="1139678" y="186301"/>
                  </a:lnTo>
                  <a:lnTo>
                    <a:pt x="1154929" y="241727"/>
                  </a:lnTo>
                  <a:lnTo>
                    <a:pt x="1151044" y="269918"/>
                  </a:lnTo>
                  <a:lnTo>
                    <a:pt x="1121264" y="323252"/>
                  </a:lnTo>
                  <a:lnTo>
                    <a:pt x="1065025" y="371315"/>
                  </a:lnTo>
                  <a:lnTo>
                    <a:pt x="1028067" y="392916"/>
                  </a:lnTo>
                  <a:lnTo>
                    <a:pt x="985794" y="412655"/>
                  </a:lnTo>
                  <a:lnTo>
                    <a:pt x="938639" y="430350"/>
                  </a:lnTo>
                  <a:lnTo>
                    <a:pt x="887036" y="445821"/>
                  </a:lnTo>
                  <a:lnTo>
                    <a:pt x="831419" y="458886"/>
                  </a:lnTo>
                  <a:lnTo>
                    <a:pt x="772219" y="469363"/>
                  </a:lnTo>
                  <a:lnTo>
                    <a:pt x="709872" y="477071"/>
                  </a:lnTo>
                  <a:lnTo>
                    <a:pt x="644809" y="481829"/>
                  </a:lnTo>
                  <a:lnTo>
                    <a:pt x="577464" y="483455"/>
                  </a:lnTo>
                  <a:lnTo>
                    <a:pt x="510120" y="481829"/>
                  </a:lnTo>
                  <a:lnTo>
                    <a:pt x="445057" y="477071"/>
                  </a:lnTo>
                  <a:lnTo>
                    <a:pt x="382709" y="469363"/>
                  </a:lnTo>
                  <a:lnTo>
                    <a:pt x="323510" y="458886"/>
                  </a:lnTo>
                  <a:lnTo>
                    <a:pt x="267892" y="445821"/>
                  </a:lnTo>
                  <a:lnTo>
                    <a:pt x="216290" y="430350"/>
                  </a:lnTo>
                  <a:lnTo>
                    <a:pt x="169135" y="412655"/>
                  </a:lnTo>
                  <a:lnTo>
                    <a:pt x="126862" y="392916"/>
                  </a:lnTo>
                  <a:lnTo>
                    <a:pt x="89904" y="371315"/>
                  </a:lnTo>
                  <a:lnTo>
                    <a:pt x="58694" y="348033"/>
                  </a:lnTo>
                  <a:lnTo>
                    <a:pt x="15251" y="297153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763318" y="3152985"/>
              <a:ext cx="701675" cy="405765"/>
            </a:xfrm>
            <a:custGeom>
              <a:avLst/>
              <a:gdLst/>
              <a:ahLst/>
              <a:cxnLst/>
              <a:rect l="l" t="t" r="r" b="b"/>
              <a:pathLst>
                <a:path w="701675" h="405764">
                  <a:moveTo>
                    <a:pt x="0" y="0"/>
                  </a:moveTo>
                  <a:lnTo>
                    <a:pt x="701500" y="405327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464820" y="3152990"/>
              <a:ext cx="619125" cy="405765"/>
            </a:xfrm>
            <a:custGeom>
              <a:avLst/>
              <a:gdLst/>
              <a:ahLst/>
              <a:cxnLst/>
              <a:rect l="l" t="t" r="r" b="b"/>
              <a:pathLst>
                <a:path w="619125" h="405764">
                  <a:moveTo>
                    <a:pt x="618672" y="0"/>
                  </a:moveTo>
                  <a:lnTo>
                    <a:pt x="0" y="405322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27217" y="3323769"/>
              <a:ext cx="659130" cy="234950"/>
            </a:xfrm>
            <a:custGeom>
              <a:avLst/>
              <a:gdLst/>
              <a:ahLst/>
              <a:cxnLst/>
              <a:rect l="l" t="t" r="r" b="b"/>
              <a:pathLst>
                <a:path w="659129" h="234950">
                  <a:moveTo>
                    <a:pt x="658872" y="0"/>
                  </a:moveTo>
                  <a:lnTo>
                    <a:pt x="0" y="234544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27108" y="3365508"/>
              <a:ext cx="700405" cy="193040"/>
            </a:xfrm>
            <a:custGeom>
              <a:avLst/>
              <a:gdLst/>
              <a:ahLst/>
              <a:cxnLst/>
              <a:rect l="l" t="t" r="r" b="b"/>
              <a:pathLst>
                <a:path w="700405" h="193039">
                  <a:moveTo>
                    <a:pt x="0" y="0"/>
                  </a:moveTo>
                  <a:lnTo>
                    <a:pt x="700107" y="192805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630585" y="2986023"/>
            <a:ext cx="10560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721532" y="2751328"/>
            <a:ext cx="7854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943275" y="3110646"/>
            <a:ext cx="84455" cy="447675"/>
          </a:xfrm>
          <a:custGeom>
            <a:avLst/>
            <a:gdLst/>
            <a:ahLst/>
            <a:cxnLst/>
            <a:rect l="l" t="t" r="r" b="b"/>
            <a:pathLst>
              <a:path w="84455" h="447675">
                <a:moveTo>
                  <a:pt x="0" y="0"/>
                </a:moveTo>
                <a:lnTo>
                  <a:pt x="83940" y="447666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15108" y="4919472"/>
            <a:ext cx="4285615" cy="122936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14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product(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name, description)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company(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address)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makes(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859072" y="5065459"/>
            <a:ext cx="2205990" cy="955040"/>
            <a:chOff x="6859072" y="5065459"/>
            <a:chExt cx="2205990" cy="955040"/>
          </a:xfrm>
        </p:grpSpPr>
        <p:sp>
          <p:nvSpPr>
            <p:cNvPr id="41" name="object 41"/>
            <p:cNvSpPr/>
            <p:nvPr/>
          </p:nvSpPr>
          <p:spPr>
            <a:xfrm>
              <a:off x="6865740" y="5072127"/>
              <a:ext cx="2192655" cy="941705"/>
            </a:xfrm>
            <a:custGeom>
              <a:avLst/>
              <a:gdLst/>
              <a:ahLst/>
              <a:cxnLst/>
              <a:rect l="l" t="t" r="r" b="b"/>
              <a:pathLst>
                <a:path w="2192654" h="941704">
                  <a:moveTo>
                    <a:pt x="2035312" y="0"/>
                  </a:moveTo>
                  <a:lnTo>
                    <a:pt x="156884" y="0"/>
                  </a:lnTo>
                  <a:lnTo>
                    <a:pt x="107296" y="7997"/>
                  </a:lnTo>
                  <a:lnTo>
                    <a:pt x="64230" y="30269"/>
                  </a:lnTo>
                  <a:lnTo>
                    <a:pt x="30269" y="64230"/>
                  </a:lnTo>
                  <a:lnTo>
                    <a:pt x="7998" y="107296"/>
                  </a:lnTo>
                  <a:lnTo>
                    <a:pt x="0" y="156881"/>
                  </a:lnTo>
                  <a:lnTo>
                    <a:pt x="0" y="784407"/>
                  </a:lnTo>
                  <a:lnTo>
                    <a:pt x="7998" y="833995"/>
                  </a:lnTo>
                  <a:lnTo>
                    <a:pt x="30269" y="877062"/>
                  </a:lnTo>
                  <a:lnTo>
                    <a:pt x="64230" y="911023"/>
                  </a:lnTo>
                  <a:lnTo>
                    <a:pt x="107296" y="933295"/>
                  </a:lnTo>
                  <a:lnTo>
                    <a:pt x="156884" y="941293"/>
                  </a:lnTo>
                  <a:lnTo>
                    <a:pt x="2035312" y="941293"/>
                  </a:lnTo>
                  <a:lnTo>
                    <a:pt x="2084900" y="933295"/>
                  </a:lnTo>
                  <a:lnTo>
                    <a:pt x="2127966" y="911023"/>
                  </a:lnTo>
                  <a:lnTo>
                    <a:pt x="2161927" y="877062"/>
                  </a:lnTo>
                  <a:lnTo>
                    <a:pt x="2184198" y="833995"/>
                  </a:lnTo>
                  <a:lnTo>
                    <a:pt x="2192196" y="784407"/>
                  </a:lnTo>
                  <a:lnTo>
                    <a:pt x="2192196" y="156881"/>
                  </a:lnTo>
                  <a:lnTo>
                    <a:pt x="2184198" y="107296"/>
                  </a:lnTo>
                  <a:lnTo>
                    <a:pt x="2161927" y="64230"/>
                  </a:lnTo>
                  <a:lnTo>
                    <a:pt x="2127966" y="30269"/>
                  </a:lnTo>
                  <a:lnTo>
                    <a:pt x="2084900" y="7997"/>
                  </a:lnTo>
                  <a:lnTo>
                    <a:pt x="2035312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865740" y="5072127"/>
              <a:ext cx="2192655" cy="941705"/>
            </a:xfrm>
            <a:custGeom>
              <a:avLst/>
              <a:gdLst/>
              <a:ahLst/>
              <a:cxnLst/>
              <a:rect l="l" t="t" r="r" b="b"/>
              <a:pathLst>
                <a:path w="2192654" h="941704">
                  <a:moveTo>
                    <a:pt x="0" y="156884"/>
                  </a:moveTo>
                  <a:lnTo>
                    <a:pt x="7998" y="107296"/>
                  </a:lnTo>
                  <a:lnTo>
                    <a:pt x="30269" y="64230"/>
                  </a:lnTo>
                  <a:lnTo>
                    <a:pt x="64230" y="30269"/>
                  </a:lnTo>
                  <a:lnTo>
                    <a:pt x="107296" y="7998"/>
                  </a:lnTo>
                  <a:lnTo>
                    <a:pt x="156884" y="0"/>
                  </a:lnTo>
                  <a:lnTo>
                    <a:pt x="365366" y="0"/>
                  </a:lnTo>
                  <a:lnTo>
                    <a:pt x="913415" y="0"/>
                  </a:lnTo>
                  <a:lnTo>
                    <a:pt x="2035312" y="0"/>
                  </a:lnTo>
                  <a:lnTo>
                    <a:pt x="2084900" y="7998"/>
                  </a:lnTo>
                  <a:lnTo>
                    <a:pt x="2127966" y="30269"/>
                  </a:lnTo>
                  <a:lnTo>
                    <a:pt x="2161927" y="64230"/>
                  </a:lnTo>
                  <a:lnTo>
                    <a:pt x="2184199" y="107296"/>
                  </a:lnTo>
                  <a:lnTo>
                    <a:pt x="2192197" y="156884"/>
                  </a:lnTo>
                  <a:lnTo>
                    <a:pt x="2192197" y="392205"/>
                  </a:lnTo>
                  <a:lnTo>
                    <a:pt x="2192197" y="784408"/>
                  </a:lnTo>
                  <a:lnTo>
                    <a:pt x="2184199" y="833996"/>
                  </a:lnTo>
                  <a:lnTo>
                    <a:pt x="2161927" y="877062"/>
                  </a:lnTo>
                  <a:lnTo>
                    <a:pt x="2127966" y="911023"/>
                  </a:lnTo>
                  <a:lnTo>
                    <a:pt x="2084900" y="933295"/>
                  </a:lnTo>
                  <a:lnTo>
                    <a:pt x="2035312" y="941293"/>
                  </a:lnTo>
                  <a:lnTo>
                    <a:pt x="913415" y="941293"/>
                  </a:lnTo>
                  <a:lnTo>
                    <a:pt x="365366" y="941293"/>
                  </a:lnTo>
                  <a:lnTo>
                    <a:pt x="156884" y="941293"/>
                  </a:lnTo>
                  <a:lnTo>
                    <a:pt x="107296" y="933295"/>
                  </a:lnTo>
                  <a:lnTo>
                    <a:pt x="64230" y="911023"/>
                  </a:lnTo>
                  <a:lnTo>
                    <a:pt x="30269" y="877062"/>
                  </a:lnTo>
                  <a:lnTo>
                    <a:pt x="7998" y="833996"/>
                  </a:lnTo>
                  <a:lnTo>
                    <a:pt x="0" y="784408"/>
                  </a:lnTo>
                  <a:lnTo>
                    <a:pt x="0" y="392205"/>
                  </a:lnTo>
                  <a:lnTo>
                    <a:pt x="0" y="446888"/>
                  </a:lnTo>
                  <a:lnTo>
                    <a:pt x="0" y="156882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207746" y="5209032"/>
            <a:ext cx="1508760" cy="6629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146685">
              <a:lnSpc>
                <a:spcPts val="2500"/>
              </a:lnSpc>
              <a:spcBef>
                <a:spcPts val="200"/>
              </a:spcBef>
            </a:pPr>
            <a:r>
              <a:rPr sz="2100" spc="-5" dirty="0">
                <a:solidFill>
                  <a:srgbClr val="FFFFFF"/>
                </a:solidFill>
                <a:latin typeface="Verdana"/>
                <a:cs typeface="Verdana"/>
              </a:rPr>
              <a:t>“Schema 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FFFFFF"/>
                </a:solidFill>
                <a:latin typeface="Verdana"/>
                <a:cs typeface="Verdana"/>
              </a:rPr>
              <a:t>state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sz="2100" spc="-5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2100" spc="20" dirty="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”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40799" y="6928104"/>
            <a:ext cx="25126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[ER</a:t>
            </a:r>
            <a:r>
              <a:rPr sz="15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5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schema</a:t>
            </a:r>
            <a:r>
              <a:rPr sz="15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worksheet]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Strong</a:t>
            </a:r>
            <a:r>
              <a:rPr spc="-240" dirty="0"/>
              <a:t> </a:t>
            </a:r>
            <a:r>
              <a:rPr spc="-90" dirty="0"/>
              <a:t>Entity</a:t>
            </a:r>
            <a:r>
              <a:rPr spc="-245" dirty="0"/>
              <a:t> </a:t>
            </a:r>
            <a:r>
              <a:rPr spc="-75" dirty="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6283" y="1207007"/>
            <a:ext cx="4432300" cy="161036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Direct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map:</a:t>
            </a:r>
            <a:endParaRPr sz="2100">
              <a:latin typeface="Verdana"/>
              <a:cs typeface="Verdana"/>
            </a:endParaRPr>
          </a:p>
          <a:p>
            <a:pPr marL="499109" marR="5080">
              <a:lnSpc>
                <a:spcPct val="117100"/>
              </a:lnSpc>
              <a:spcBef>
                <a:spcPts val="34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19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name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Attributes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52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columns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key: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108" y="5568696"/>
            <a:ext cx="4285615" cy="11563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15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product(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name, description)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company(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address)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makes(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70030" y="4511958"/>
            <a:ext cx="1265555" cy="548640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1045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7634" y="4511958"/>
            <a:ext cx="1265555" cy="548640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199390">
              <a:lnSpc>
                <a:spcPct val="100000"/>
              </a:lnSpc>
              <a:spcBef>
                <a:spcPts val="1045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01080" y="4454019"/>
            <a:ext cx="1661795" cy="678180"/>
            <a:chOff x="4501080" y="4454019"/>
            <a:chExt cx="1661795" cy="678180"/>
          </a:xfrm>
        </p:grpSpPr>
        <p:sp>
          <p:nvSpPr>
            <p:cNvPr id="8" name="object 8"/>
            <p:cNvSpPr/>
            <p:nvPr/>
          </p:nvSpPr>
          <p:spPr>
            <a:xfrm>
              <a:off x="4506160" y="4459099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825703" y="0"/>
                  </a:moveTo>
                  <a:lnTo>
                    <a:pt x="0" y="333965"/>
                  </a:lnTo>
                  <a:lnTo>
                    <a:pt x="825703" y="667931"/>
                  </a:lnTo>
                  <a:lnTo>
                    <a:pt x="1651406" y="333965"/>
                  </a:lnTo>
                  <a:lnTo>
                    <a:pt x="8257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06160" y="4459099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0" y="333965"/>
                  </a:moveTo>
                  <a:lnTo>
                    <a:pt x="825703" y="0"/>
                  </a:lnTo>
                  <a:lnTo>
                    <a:pt x="1651406" y="333965"/>
                  </a:lnTo>
                  <a:lnTo>
                    <a:pt x="825703" y="667931"/>
                  </a:lnTo>
                  <a:lnTo>
                    <a:pt x="0" y="33396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04956" y="4638040"/>
            <a:ext cx="6553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ma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3351" y="3901418"/>
            <a:ext cx="1210310" cy="494030"/>
            <a:chOff x="1373351" y="3901418"/>
            <a:chExt cx="1210310" cy="494030"/>
          </a:xfrm>
        </p:grpSpPr>
        <p:sp>
          <p:nvSpPr>
            <p:cNvPr id="12" name="object 12"/>
            <p:cNvSpPr/>
            <p:nvPr/>
          </p:nvSpPr>
          <p:spPr>
            <a:xfrm>
              <a:off x="1378431" y="3906498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599832" y="0"/>
                  </a:moveTo>
                  <a:lnTo>
                    <a:pt x="534474" y="1418"/>
                  </a:lnTo>
                  <a:lnTo>
                    <a:pt x="471154" y="5575"/>
                  </a:lnTo>
                  <a:lnTo>
                    <a:pt x="410239" y="12323"/>
                  </a:lnTo>
                  <a:lnTo>
                    <a:pt x="352094" y="21514"/>
                  </a:lnTo>
                  <a:lnTo>
                    <a:pt x="297085" y="33002"/>
                  </a:lnTo>
                  <a:lnTo>
                    <a:pt x="245579" y="46639"/>
                  </a:lnTo>
                  <a:lnTo>
                    <a:pt x="197941" y="62276"/>
                  </a:lnTo>
                  <a:lnTo>
                    <a:pt x="154536" y="79768"/>
                  </a:lnTo>
                  <a:lnTo>
                    <a:pt x="115732" y="98965"/>
                  </a:lnTo>
                  <a:lnTo>
                    <a:pt x="81894" y="119722"/>
                  </a:lnTo>
                  <a:lnTo>
                    <a:pt x="30579" y="165322"/>
                  </a:lnTo>
                  <a:lnTo>
                    <a:pt x="3519" y="215387"/>
                  </a:lnTo>
                  <a:lnTo>
                    <a:pt x="0" y="241726"/>
                  </a:lnTo>
                  <a:lnTo>
                    <a:pt x="3519" y="268065"/>
                  </a:lnTo>
                  <a:lnTo>
                    <a:pt x="30579" y="318131"/>
                  </a:lnTo>
                  <a:lnTo>
                    <a:pt x="81894" y="363731"/>
                  </a:lnTo>
                  <a:lnTo>
                    <a:pt x="115732" y="384488"/>
                  </a:lnTo>
                  <a:lnTo>
                    <a:pt x="154536" y="403686"/>
                  </a:lnTo>
                  <a:lnTo>
                    <a:pt x="197941" y="421177"/>
                  </a:lnTo>
                  <a:lnTo>
                    <a:pt x="245579" y="436815"/>
                  </a:lnTo>
                  <a:lnTo>
                    <a:pt x="297085" y="450451"/>
                  </a:lnTo>
                  <a:lnTo>
                    <a:pt x="352094" y="461939"/>
                  </a:lnTo>
                  <a:lnTo>
                    <a:pt x="410239" y="471131"/>
                  </a:lnTo>
                  <a:lnTo>
                    <a:pt x="471154" y="477879"/>
                  </a:lnTo>
                  <a:lnTo>
                    <a:pt x="534474" y="482036"/>
                  </a:lnTo>
                  <a:lnTo>
                    <a:pt x="599832" y="483454"/>
                  </a:lnTo>
                  <a:lnTo>
                    <a:pt x="665190" y="482036"/>
                  </a:lnTo>
                  <a:lnTo>
                    <a:pt x="728510" y="477879"/>
                  </a:lnTo>
                  <a:lnTo>
                    <a:pt x="789425" y="471131"/>
                  </a:lnTo>
                  <a:lnTo>
                    <a:pt x="847570" y="461939"/>
                  </a:lnTo>
                  <a:lnTo>
                    <a:pt x="902579" y="450451"/>
                  </a:lnTo>
                  <a:lnTo>
                    <a:pt x="954085" y="436815"/>
                  </a:lnTo>
                  <a:lnTo>
                    <a:pt x="1001723" y="421177"/>
                  </a:lnTo>
                  <a:lnTo>
                    <a:pt x="1045127" y="403686"/>
                  </a:lnTo>
                  <a:lnTo>
                    <a:pt x="1083931" y="384488"/>
                  </a:lnTo>
                  <a:lnTo>
                    <a:pt x="1117770" y="363731"/>
                  </a:lnTo>
                  <a:lnTo>
                    <a:pt x="1169084" y="318131"/>
                  </a:lnTo>
                  <a:lnTo>
                    <a:pt x="1196145" y="268065"/>
                  </a:lnTo>
                  <a:lnTo>
                    <a:pt x="1199664" y="241726"/>
                  </a:lnTo>
                  <a:lnTo>
                    <a:pt x="1196145" y="215387"/>
                  </a:lnTo>
                  <a:lnTo>
                    <a:pt x="1169084" y="165322"/>
                  </a:lnTo>
                  <a:lnTo>
                    <a:pt x="1117770" y="119722"/>
                  </a:lnTo>
                  <a:lnTo>
                    <a:pt x="1083931" y="98965"/>
                  </a:lnTo>
                  <a:lnTo>
                    <a:pt x="1045127" y="79768"/>
                  </a:lnTo>
                  <a:lnTo>
                    <a:pt x="1001723" y="62276"/>
                  </a:lnTo>
                  <a:lnTo>
                    <a:pt x="954085" y="46639"/>
                  </a:lnTo>
                  <a:lnTo>
                    <a:pt x="902579" y="33002"/>
                  </a:lnTo>
                  <a:lnTo>
                    <a:pt x="847570" y="21514"/>
                  </a:lnTo>
                  <a:lnTo>
                    <a:pt x="789425" y="12323"/>
                  </a:lnTo>
                  <a:lnTo>
                    <a:pt x="728510" y="5575"/>
                  </a:lnTo>
                  <a:lnTo>
                    <a:pt x="665190" y="1418"/>
                  </a:lnTo>
                  <a:lnTo>
                    <a:pt x="59983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78431" y="3906498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23878" y="3994911"/>
            <a:ext cx="310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pi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13662" y="3575756"/>
            <a:ext cx="1210310" cy="494030"/>
            <a:chOff x="2413662" y="3575756"/>
            <a:chExt cx="1210310" cy="494030"/>
          </a:xfrm>
        </p:grpSpPr>
        <p:sp>
          <p:nvSpPr>
            <p:cNvPr id="16" name="object 16"/>
            <p:cNvSpPr/>
            <p:nvPr/>
          </p:nvSpPr>
          <p:spPr>
            <a:xfrm>
              <a:off x="2418742" y="3580836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599833" y="0"/>
                  </a:moveTo>
                  <a:lnTo>
                    <a:pt x="534475" y="1418"/>
                  </a:lnTo>
                  <a:lnTo>
                    <a:pt x="471155" y="5575"/>
                  </a:lnTo>
                  <a:lnTo>
                    <a:pt x="410240" y="12323"/>
                  </a:lnTo>
                  <a:lnTo>
                    <a:pt x="352095" y="21515"/>
                  </a:lnTo>
                  <a:lnTo>
                    <a:pt x="297086" y="33003"/>
                  </a:lnTo>
                  <a:lnTo>
                    <a:pt x="245580" y="46639"/>
                  </a:lnTo>
                  <a:lnTo>
                    <a:pt x="197941" y="62277"/>
                  </a:lnTo>
                  <a:lnTo>
                    <a:pt x="154537" y="79768"/>
                  </a:lnTo>
                  <a:lnTo>
                    <a:pt x="115733" y="98966"/>
                  </a:lnTo>
                  <a:lnTo>
                    <a:pt x="81895" y="119723"/>
                  </a:lnTo>
                  <a:lnTo>
                    <a:pt x="30579" y="165323"/>
                  </a:lnTo>
                  <a:lnTo>
                    <a:pt x="3519" y="215389"/>
                  </a:lnTo>
                  <a:lnTo>
                    <a:pt x="0" y="241727"/>
                  </a:lnTo>
                  <a:lnTo>
                    <a:pt x="3519" y="268066"/>
                  </a:lnTo>
                  <a:lnTo>
                    <a:pt x="30579" y="318132"/>
                  </a:lnTo>
                  <a:lnTo>
                    <a:pt x="81895" y="363732"/>
                  </a:lnTo>
                  <a:lnTo>
                    <a:pt x="115733" y="384489"/>
                  </a:lnTo>
                  <a:lnTo>
                    <a:pt x="154537" y="403687"/>
                  </a:lnTo>
                  <a:lnTo>
                    <a:pt x="197941" y="421178"/>
                  </a:lnTo>
                  <a:lnTo>
                    <a:pt x="245580" y="436816"/>
                  </a:lnTo>
                  <a:lnTo>
                    <a:pt x="297086" y="450452"/>
                  </a:lnTo>
                  <a:lnTo>
                    <a:pt x="352095" y="461940"/>
                  </a:lnTo>
                  <a:lnTo>
                    <a:pt x="410240" y="471132"/>
                  </a:lnTo>
                  <a:lnTo>
                    <a:pt x="471155" y="477880"/>
                  </a:lnTo>
                  <a:lnTo>
                    <a:pt x="534475" y="482037"/>
                  </a:lnTo>
                  <a:lnTo>
                    <a:pt x="599833" y="483455"/>
                  </a:lnTo>
                  <a:lnTo>
                    <a:pt x="665192" y="482037"/>
                  </a:lnTo>
                  <a:lnTo>
                    <a:pt x="728511" y="477880"/>
                  </a:lnTo>
                  <a:lnTo>
                    <a:pt x="789427" y="471132"/>
                  </a:lnTo>
                  <a:lnTo>
                    <a:pt x="847572" y="461940"/>
                  </a:lnTo>
                  <a:lnTo>
                    <a:pt x="902580" y="450452"/>
                  </a:lnTo>
                  <a:lnTo>
                    <a:pt x="954086" y="436816"/>
                  </a:lnTo>
                  <a:lnTo>
                    <a:pt x="1001725" y="421178"/>
                  </a:lnTo>
                  <a:lnTo>
                    <a:pt x="1045129" y="403687"/>
                  </a:lnTo>
                  <a:lnTo>
                    <a:pt x="1083933" y="384489"/>
                  </a:lnTo>
                  <a:lnTo>
                    <a:pt x="1117771" y="363732"/>
                  </a:lnTo>
                  <a:lnTo>
                    <a:pt x="1169086" y="318132"/>
                  </a:lnTo>
                  <a:lnTo>
                    <a:pt x="1196146" y="268066"/>
                  </a:lnTo>
                  <a:lnTo>
                    <a:pt x="1199666" y="241727"/>
                  </a:lnTo>
                  <a:lnTo>
                    <a:pt x="1196146" y="215389"/>
                  </a:lnTo>
                  <a:lnTo>
                    <a:pt x="1169086" y="165323"/>
                  </a:lnTo>
                  <a:lnTo>
                    <a:pt x="1117771" y="119723"/>
                  </a:lnTo>
                  <a:lnTo>
                    <a:pt x="1083933" y="98966"/>
                  </a:lnTo>
                  <a:lnTo>
                    <a:pt x="1045129" y="79768"/>
                  </a:lnTo>
                  <a:lnTo>
                    <a:pt x="1001725" y="62277"/>
                  </a:lnTo>
                  <a:lnTo>
                    <a:pt x="954086" y="46639"/>
                  </a:lnTo>
                  <a:lnTo>
                    <a:pt x="902580" y="33003"/>
                  </a:lnTo>
                  <a:lnTo>
                    <a:pt x="847572" y="21515"/>
                  </a:lnTo>
                  <a:lnTo>
                    <a:pt x="789427" y="12323"/>
                  </a:lnTo>
                  <a:lnTo>
                    <a:pt x="728511" y="5575"/>
                  </a:lnTo>
                  <a:lnTo>
                    <a:pt x="665192" y="1418"/>
                  </a:lnTo>
                  <a:lnTo>
                    <a:pt x="59983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18742" y="3580836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739176" y="3668776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56905" y="3618095"/>
            <a:ext cx="3886835" cy="735330"/>
            <a:chOff x="3556905" y="3618095"/>
            <a:chExt cx="3886835" cy="735330"/>
          </a:xfrm>
        </p:grpSpPr>
        <p:sp>
          <p:nvSpPr>
            <p:cNvPr id="20" name="object 20"/>
            <p:cNvSpPr/>
            <p:nvPr/>
          </p:nvSpPr>
          <p:spPr>
            <a:xfrm>
              <a:off x="6238786" y="3623175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599833" y="0"/>
                  </a:moveTo>
                  <a:lnTo>
                    <a:pt x="534475" y="1418"/>
                  </a:lnTo>
                  <a:lnTo>
                    <a:pt x="471155" y="5575"/>
                  </a:lnTo>
                  <a:lnTo>
                    <a:pt x="410239" y="12323"/>
                  </a:lnTo>
                  <a:lnTo>
                    <a:pt x="352094" y="21515"/>
                  </a:lnTo>
                  <a:lnTo>
                    <a:pt x="297085" y="33003"/>
                  </a:lnTo>
                  <a:lnTo>
                    <a:pt x="245579" y="46639"/>
                  </a:lnTo>
                  <a:lnTo>
                    <a:pt x="197941" y="62277"/>
                  </a:lnTo>
                  <a:lnTo>
                    <a:pt x="154537" y="79768"/>
                  </a:lnTo>
                  <a:lnTo>
                    <a:pt x="115732" y="98966"/>
                  </a:lnTo>
                  <a:lnTo>
                    <a:pt x="81894" y="119723"/>
                  </a:lnTo>
                  <a:lnTo>
                    <a:pt x="30579" y="165323"/>
                  </a:lnTo>
                  <a:lnTo>
                    <a:pt x="3519" y="215389"/>
                  </a:lnTo>
                  <a:lnTo>
                    <a:pt x="0" y="241727"/>
                  </a:lnTo>
                  <a:lnTo>
                    <a:pt x="3519" y="268066"/>
                  </a:lnTo>
                  <a:lnTo>
                    <a:pt x="30579" y="318132"/>
                  </a:lnTo>
                  <a:lnTo>
                    <a:pt x="81894" y="363732"/>
                  </a:lnTo>
                  <a:lnTo>
                    <a:pt x="115732" y="384489"/>
                  </a:lnTo>
                  <a:lnTo>
                    <a:pt x="154537" y="403687"/>
                  </a:lnTo>
                  <a:lnTo>
                    <a:pt x="197941" y="421178"/>
                  </a:lnTo>
                  <a:lnTo>
                    <a:pt x="245579" y="436816"/>
                  </a:lnTo>
                  <a:lnTo>
                    <a:pt x="297085" y="450452"/>
                  </a:lnTo>
                  <a:lnTo>
                    <a:pt x="352094" y="461940"/>
                  </a:lnTo>
                  <a:lnTo>
                    <a:pt x="410239" y="471132"/>
                  </a:lnTo>
                  <a:lnTo>
                    <a:pt x="471155" y="477880"/>
                  </a:lnTo>
                  <a:lnTo>
                    <a:pt x="534475" y="482037"/>
                  </a:lnTo>
                  <a:lnTo>
                    <a:pt x="599833" y="483455"/>
                  </a:lnTo>
                  <a:lnTo>
                    <a:pt x="665192" y="482037"/>
                  </a:lnTo>
                  <a:lnTo>
                    <a:pt x="728511" y="477880"/>
                  </a:lnTo>
                  <a:lnTo>
                    <a:pt x="789427" y="471132"/>
                  </a:lnTo>
                  <a:lnTo>
                    <a:pt x="847572" y="461940"/>
                  </a:lnTo>
                  <a:lnTo>
                    <a:pt x="902580" y="450452"/>
                  </a:lnTo>
                  <a:lnTo>
                    <a:pt x="954086" y="436816"/>
                  </a:lnTo>
                  <a:lnTo>
                    <a:pt x="1001725" y="421178"/>
                  </a:lnTo>
                  <a:lnTo>
                    <a:pt x="1045129" y="403687"/>
                  </a:lnTo>
                  <a:lnTo>
                    <a:pt x="1083933" y="384489"/>
                  </a:lnTo>
                  <a:lnTo>
                    <a:pt x="1117771" y="363732"/>
                  </a:lnTo>
                  <a:lnTo>
                    <a:pt x="1169086" y="318132"/>
                  </a:lnTo>
                  <a:lnTo>
                    <a:pt x="1196146" y="268066"/>
                  </a:lnTo>
                  <a:lnTo>
                    <a:pt x="1199666" y="241727"/>
                  </a:lnTo>
                  <a:lnTo>
                    <a:pt x="1196146" y="215389"/>
                  </a:lnTo>
                  <a:lnTo>
                    <a:pt x="1169086" y="165323"/>
                  </a:lnTo>
                  <a:lnTo>
                    <a:pt x="1117771" y="119723"/>
                  </a:lnTo>
                  <a:lnTo>
                    <a:pt x="1083933" y="98966"/>
                  </a:lnTo>
                  <a:lnTo>
                    <a:pt x="1045129" y="79768"/>
                  </a:lnTo>
                  <a:lnTo>
                    <a:pt x="1001725" y="62277"/>
                  </a:lnTo>
                  <a:lnTo>
                    <a:pt x="954086" y="46639"/>
                  </a:lnTo>
                  <a:lnTo>
                    <a:pt x="902580" y="33003"/>
                  </a:lnTo>
                  <a:lnTo>
                    <a:pt x="847572" y="21515"/>
                  </a:lnTo>
                  <a:lnTo>
                    <a:pt x="789427" y="12323"/>
                  </a:lnTo>
                  <a:lnTo>
                    <a:pt x="728511" y="5575"/>
                  </a:lnTo>
                  <a:lnTo>
                    <a:pt x="665192" y="1418"/>
                  </a:lnTo>
                  <a:lnTo>
                    <a:pt x="59983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38786" y="3623175"/>
              <a:ext cx="1200150" cy="483870"/>
            </a:xfrm>
            <a:custGeom>
              <a:avLst/>
              <a:gdLst/>
              <a:ahLst/>
              <a:cxnLst/>
              <a:rect l="l" t="t" r="r" b="b"/>
              <a:pathLst>
                <a:path w="1200150" h="483870">
                  <a:moveTo>
                    <a:pt x="0" y="241727"/>
                  </a:moveTo>
                  <a:lnTo>
                    <a:pt x="13835" y="189871"/>
                  </a:lnTo>
                  <a:lnTo>
                    <a:pt x="53388" y="141891"/>
                  </a:lnTo>
                  <a:lnTo>
                    <a:pt x="115732" y="98966"/>
                  </a:lnTo>
                  <a:lnTo>
                    <a:pt x="154537" y="79768"/>
                  </a:lnTo>
                  <a:lnTo>
                    <a:pt x="197941" y="62277"/>
                  </a:lnTo>
                  <a:lnTo>
                    <a:pt x="245579" y="46639"/>
                  </a:lnTo>
                  <a:lnTo>
                    <a:pt x="297085" y="33002"/>
                  </a:lnTo>
                  <a:lnTo>
                    <a:pt x="352094" y="21515"/>
                  </a:lnTo>
                  <a:lnTo>
                    <a:pt x="410239" y="12323"/>
                  </a:lnTo>
                  <a:lnTo>
                    <a:pt x="471154" y="5575"/>
                  </a:lnTo>
                  <a:lnTo>
                    <a:pt x="534474" y="1418"/>
                  </a:lnTo>
                  <a:lnTo>
                    <a:pt x="599832" y="0"/>
                  </a:lnTo>
                  <a:lnTo>
                    <a:pt x="665191" y="1418"/>
                  </a:lnTo>
                  <a:lnTo>
                    <a:pt x="728511" y="5575"/>
                  </a:lnTo>
                  <a:lnTo>
                    <a:pt x="789426" y="12323"/>
                  </a:lnTo>
                  <a:lnTo>
                    <a:pt x="847571" y="21515"/>
                  </a:lnTo>
                  <a:lnTo>
                    <a:pt x="902580" y="33002"/>
                  </a:lnTo>
                  <a:lnTo>
                    <a:pt x="954086" y="46639"/>
                  </a:lnTo>
                  <a:lnTo>
                    <a:pt x="1001724" y="62277"/>
                  </a:lnTo>
                  <a:lnTo>
                    <a:pt x="1045128" y="79768"/>
                  </a:lnTo>
                  <a:lnTo>
                    <a:pt x="1083932" y="98966"/>
                  </a:lnTo>
                  <a:lnTo>
                    <a:pt x="1117771" y="119723"/>
                  </a:lnTo>
                  <a:lnTo>
                    <a:pt x="1169085" y="165323"/>
                  </a:lnTo>
                  <a:lnTo>
                    <a:pt x="1196146" y="215388"/>
                  </a:lnTo>
                  <a:lnTo>
                    <a:pt x="1199665" y="241727"/>
                  </a:lnTo>
                  <a:lnTo>
                    <a:pt x="1196146" y="268066"/>
                  </a:lnTo>
                  <a:lnTo>
                    <a:pt x="1169085" y="318132"/>
                  </a:lnTo>
                  <a:lnTo>
                    <a:pt x="1117771" y="363732"/>
                  </a:lnTo>
                  <a:lnTo>
                    <a:pt x="1083932" y="384489"/>
                  </a:lnTo>
                  <a:lnTo>
                    <a:pt x="1045128" y="403686"/>
                  </a:lnTo>
                  <a:lnTo>
                    <a:pt x="1001724" y="421178"/>
                  </a:lnTo>
                  <a:lnTo>
                    <a:pt x="954086" y="436816"/>
                  </a:lnTo>
                  <a:lnTo>
                    <a:pt x="902580" y="450452"/>
                  </a:lnTo>
                  <a:lnTo>
                    <a:pt x="847571" y="461940"/>
                  </a:lnTo>
                  <a:lnTo>
                    <a:pt x="789426" y="471132"/>
                  </a:lnTo>
                  <a:lnTo>
                    <a:pt x="728511" y="477880"/>
                  </a:lnTo>
                  <a:lnTo>
                    <a:pt x="665191" y="482037"/>
                  </a:lnTo>
                  <a:lnTo>
                    <a:pt x="599832" y="483455"/>
                  </a:lnTo>
                  <a:lnTo>
                    <a:pt x="534474" y="482037"/>
                  </a:lnTo>
                  <a:lnTo>
                    <a:pt x="471154" y="477880"/>
                  </a:lnTo>
                  <a:lnTo>
                    <a:pt x="410239" y="471132"/>
                  </a:lnTo>
                  <a:lnTo>
                    <a:pt x="352094" y="461940"/>
                  </a:lnTo>
                  <a:lnTo>
                    <a:pt x="297085" y="450452"/>
                  </a:lnTo>
                  <a:lnTo>
                    <a:pt x="245579" y="436816"/>
                  </a:lnTo>
                  <a:lnTo>
                    <a:pt x="197941" y="421178"/>
                  </a:lnTo>
                  <a:lnTo>
                    <a:pt x="154537" y="403686"/>
                  </a:lnTo>
                  <a:lnTo>
                    <a:pt x="115732" y="384489"/>
                  </a:lnTo>
                  <a:lnTo>
                    <a:pt x="81894" y="363732"/>
                  </a:lnTo>
                  <a:lnTo>
                    <a:pt x="30579" y="318132"/>
                  </a:lnTo>
                  <a:lnTo>
                    <a:pt x="3519" y="268066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61985" y="3864758"/>
              <a:ext cx="1362075" cy="483870"/>
            </a:xfrm>
            <a:custGeom>
              <a:avLst/>
              <a:gdLst/>
              <a:ahLst/>
              <a:cxnLst/>
              <a:rect l="l" t="t" r="r" b="b"/>
              <a:pathLst>
                <a:path w="1362075" h="483870">
                  <a:moveTo>
                    <a:pt x="680810" y="0"/>
                  </a:moveTo>
                  <a:lnTo>
                    <a:pt x="611201" y="1248"/>
                  </a:lnTo>
                  <a:lnTo>
                    <a:pt x="543603" y="4911"/>
                  </a:lnTo>
                  <a:lnTo>
                    <a:pt x="478357" y="10867"/>
                  </a:lnTo>
                  <a:lnTo>
                    <a:pt x="415808" y="18996"/>
                  </a:lnTo>
                  <a:lnTo>
                    <a:pt x="356295" y="29175"/>
                  </a:lnTo>
                  <a:lnTo>
                    <a:pt x="300162" y="41283"/>
                  </a:lnTo>
                  <a:lnTo>
                    <a:pt x="247751" y="55198"/>
                  </a:lnTo>
                  <a:lnTo>
                    <a:pt x="199404" y="70800"/>
                  </a:lnTo>
                  <a:lnTo>
                    <a:pt x="155463" y="87966"/>
                  </a:lnTo>
                  <a:lnTo>
                    <a:pt x="116271" y="106575"/>
                  </a:lnTo>
                  <a:lnTo>
                    <a:pt x="82170" y="126505"/>
                  </a:lnTo>
                  <a:lnTo>
                    <a:pt x="30607" y="169845"/>
                  </a:lnTo>
                  <a:lnTo>
                    <a:pt x="3514" y="217012"/>
                  </a:lnTo>
                  <a:lnTo>
                    <a:pt x="0" y="241727"/>
                  </a:lnTo>
                  <a:lnTo>
                    <a:pt x="3514" y="266443"/>
                  </a:lnTo>
                  <a:lnTo>
                    <a:pt x="30607" y="313610"/>
                  </a:lnTo>
                  <a:lnTo>
                    <a:pt x="82170" y="356949"/>
                  </a:lnTo>
                  <a:lnTo>
                    <a:pt x="116271" y="376879"/>
                  </a:lnTo>
                  <a:lnTo>
                    <a:pt x="155463" y="395488"/>
                  </a:lnTo>
                  <a:lnTo>
                    <a:pt x="199404" y="412654"/>
                  </a:lnTo>
                  <a:lnTo>
                    <a:pt x="247751" y="428256"/>
                  </a:lnTo>
                  <a:lnTo>
                    <a:pt x="300162" y="442171"/>
                  </a:lnTo>
                  <a:lnTo>
                    <a:pt x="356295" y="454279"/>
                  </a:lnTo>
                  <a:lnTo>
                    <a:pt x="415808" y="464458"/>
                  </a:lnTo>
                  <a:lnTo>
                    <a:pt x="478357" y="472587"/>
                  </a:lnTo>
                  <a:lnTo>
                    <a:pt x="543603" y="478543"/>
                  </a:lnTo>
                  <a:lnTo>
                    <a:pt x="611201" y="482206"/>
                  </a:lnTo>
                  <a:lnTo>
                    <a:pt x="680810" y="483454"/>
                  </a:lnTo>
                  <a:lnTo>
                    <a:pt x="750419" y="482206"/>
                  </a:lnTo>
                  <a:lnTo>
                    <a:pt x="818017" y="478543"/>
                  </a:lnTo>
                  <a:lnTo>
                    <a:pt x="883262" y="472587"/>
                  </a:lnTo>
                  <a:lnTo>
                    <a:pt x="945812" y="464458"/>
                  </a:lnTo>
                  <a:lnTo>
                    <a:pt x="1005325" y="454279"/>
                  </a:lnTo>
                  <a:lnTo>
                    <a:pt x="1061458" y="442171"/>
                  </a:lnTo>
                  <a:lnTo>
                    <a:pt x="1113869" y="428256"/>
                  </a:lnTo>
                  <a:lnTo>
                    <a:pt x="1162216" y="412654"/>
                  </a:lnTo>
                  <a:lnTo>
                    <a:pt x="1206157" y="395488"/>
                  </a:lnTo>
                  <a:lnTo>
                    <a:pt x="1245349" y="376879"/>
                  </a:lnTo>
                  <a:lnTo>
                    <a:pt x="1279451" y="356949"/>
                  </a:lnTo>
                  <a:lnTo>
                    <a:pt x="1331013" y="313610"/>
                  </a:lnTo>
                  <a:lnTo>
                    <a:pt x="1358106" y="266443"/>
                  </a:lnTo>
                  <a:lnTo>
                    <a:pt x="1361621" y="241727"/>
                  </a:lnTo>
                  <a:lnTo>
                    <a:pt x="1358106" y="217012"/>
                  </a:lnTo>
                  <a:lnTo>
                    <a:pt x="1331013" y="169845"/>
                  </a:lnTo>
                  <a:lnTo>
                    <a:pt x="1279451" y="126505"/>
                  </a:lnTo>
                  <a:lnTo>
                    <a:pt x="1245349" y="106575"/>
                  </a:lnTo>
                  <a:lnTo>
                    <a:pt x="1206157" y="87966"/>
                  </a:lnTo>
                  <a:lnTo>
                    <a:pt x="1162216" y="70800"/>
                  </a:lnTo>
                  <a:lnTo>
                    <a:pt x="1113869" y="55198"/>
                  </a:lnTo>
                  <a:lnTo>
                    <a:pt x="1061458" y="41283"/>
                  </a:lnTo>
                  <a:lnTo>
                    <a:pt x="1005325" y="29175"/>
                  </a:lnTo>
                  <a:lnTo>
                    <a:pt x="945812" y="18996"/>
                  </a:lnTo>
                  <a:lnTo>
                    <a:pt x="883262" y="10867"/>
                  </a:lnTo>
                  <a:lnTo>
                    <a:pt x="818017" y="4911"/>
                  </a:lnTo>
                  <a:lnTo>
                    <a:pt x="750419" y="1248"/>
                  </a:lnTo>
                  <a:lnTo>
                    <a:pt x="68081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61985" y="3864758"/>
              <a:ext cx="1362075" cy="483870"/>
            </a:xfrm>
            <a:custGeom>
              <a:avLst/>
              <a:gdLst/>
              <a:ahLst/>
              <a:cxnLst/>
              <a:rect l="l" t="t" r="r" b="b"/>
              <a:pathLst>
                <a:path w="1362075" h="483870">
                  <a:moveTo>
                    <a:pt x="0" y="241727"/>
                  </a:moveTo>
                  <a:lnTo>
                    <a:pt x="13831" y="193011"/>
                  </a:lnTo>
                  <a:lnTo>
                    <a:pt x="53501" y="147636"/>
                  </a:lnTo>
                  <a:lnTo>
                    <a:pt x="116271" y="106575"/>
                  </a:lnTo>
                  <a:lnTo>
                    <a:pt x="155464" y="87966"/>
                  </a:lnTo>
                  <a:lnTo>
                    <a:pt x="199404" y="70800"/>
                  </a:lnTo>
                  <a:lnTo>
                    <a:pt x="247751" y="55198"/>
                  </a:lnTo>
                  <a:lnTo>
                    <a:pt x="300162" y="41283"/>
                  </a:lnTo>
                  <a:lnTo>
                    <a:pt x="356295" y="29175"/>
                  </a:lnTo>
                  <a:lnTo>
                    <a:pt x="415808" y="18996"/>
                  </a:lnTo>
                  <a:lnTo>
                    <a:pt x="478358" y="10867"/>
                  </a:lnTo>
                  <a:lnTo>
                    <a:pt x="543603" y="4911"/>
                  </a:lnTo>
                  <a:lnTo>
                    <a:pt x="611201" y="1248"/>
                  </a:lnTo>
                  <a:lnTo>
                    <a:pt x="680810" y="0"/>
                  </a:lnTo>
                  <a:lnTo>
                    <a:pt x="750419" y="1248"/>
                  </a:lnTo>
                  <a:lnTo>
                    <a:pt x="818017" y="4911"/>
                  </a:lnTo>
                  <a:lnTo>
                    <a:pt x="883262" y="10867"/>
                  </a:lnTo>
                  <a:lnTo>
                    <a:pt x="945812" y="18996"/>
                  </a:lnTo>
                  <a:lnTo>
                    <a:pt x="1005324" y="29175"/>
                  </a:lnTo>
                  <a:lnTo>
                    <a:pt x="1061457" y="41283"/>
                  </a:lnTo>
                  <a:lnTo>
                    <a:pt x="1113868" y="55198"/>
                  </a:lnTo>
                  <a:lnTo>
                    <a:pt x="1162216" y="70800"/>
                  </a:lnTo>
                  <a:lnTo>
                    <a:pt x="1206156" y="87966"/>
                  </a:lnTo>
                  <a:lnTo>
                    <a:pt x="1245349" y="106575"/>
                  </a:lnTo>
                  <a:lnTo>
                    <a:pt x="1279450" y="126506"/>
                  </a:lnTo>
                  <a:lnTo>
                    <a:pt x="1331013" y="169845"/>
                  </a:lnTo>
                  <a:lnTo>
                    <a:pt x="1358106" y="217012"/>
                  </a:lnTo>
                  <a:lnTo>
                    <a:pt x="1361620" y="241727"/>
                  </a:lnTo>
                  <a:lnTo>
                    <a:pt x="1358106" y="266443"/>
                  </a:lnTo>
                  <a:lnTo>
                    <a:pt x="1331013" y="313610"/>
                  </a:lnTo>
                  <a:lnTo>
                    <a:pt x="1279450" y="356949"/>
                  </a:lnTo>
                  <a:lnTo>
                    <a:pt x="1245349" y="376880"/>
                  </a:lnTo>
                  <a:lnTo>
                    <a:pt x="1206156" y="395489"/>
                  </a:lnTo>
                  <a:lnTo>
                    <a:pt x="1162216" y="412655"/>
                  </a:lnTo>
                  <a:lnTo>
                    <a:pt x="1113868" y="428256"/>
                  </a:lnTo>
                  <a:lnTo>
                    <a:pt x="1061457" y="442172"/>
                  </a:lnTo>
                  <a:lnTo>
                    <a:pt x="1005324" y="454280"/>
                  </a:lnTo>
                  <a:lnTo>
                    <a:pt x="945812" y="464459"/>
                  </a:lnTo>
                  <a:lnTo>
                    <a:pt x="883262" y="472588"/>
                  </a:lnTo>
                  <a:lnTo>
                    <a:pt x="818017" y="478544"/>
                  </a:lnTo>
                  <a:lnTo>
                    <a:pt x="750419" y="482207"/>
                  </a:lnTo>
                  <a:lnTo>
                    <a:pt x="680810" y="483455"/>
                  </a:lnTo>
                  <a:lnTo>
                    <a:pt x="611201" y="482207"/>
                  </a:lnTo>
                  <a:lnTo>
                    <a:pt x="543603" y="478544"/>
                  </a:lnTo>
                  <a:lnTo>
                    <a:pt x="478358" y="472588"/>
                  </a:lnTo>
                  <a:lnTo>
                    <a:pt x="415808" y="464459"/>
                  </a:lnTo>
                  <a:lnTo>
                    <a:pt x="356295" y="454280"/>
                  </a:lnTo>
                  <a:lnTo>
                    <a:pt x="300162" y="442172"/>
                  </a:lnTo>
                  <a:lnTo>
                    <a:pt x="247751" y="428256"/>
                  </a:lnTo>
                  <a:lnTo>
                    <a:pt x="199404" y="412655"/>
                  </a:lnTo>
                  <a:lnTo>
                    <a:pt x="155464" y="395489"/>
                  </a:lnTo>
                  <a:lnTo>
                    <a:pt x="116271" y="376880"/>
                  </a:lnTo>
                  <a:lnTo>
                    <a:pt x="82170" y="356949"/>
                  </a:lnTo>
                  <a:lnTo>
                    <a:pt x="30607" y="313610"/>
                  </a:lnTo>
                  <a:lnTo>
                    <a:pt x="3514" y="266443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505879" y="3711447"/>
            <a:ext cx="6673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</a:t>
            </a: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97329" y="3618100"/>
            <a:ext cx="6344285" cy="1180465"/>
            <a:chOff x="2397329" y="3618100"/>
            <a:chExt cx="6344285" cy="1180465"/>
          </a:xfrm>
        </p:grpSpPr>
        <p:sp>
          <p:nvSpPr>
            <p:cNvPr id="26" name="object 26"/>
            <p:cNvSpPr/>
            <p:nvPr/>
          </p:nvSpPr>
          <p:spPr>
            <a:xfrm>
              <a:off x="3735002" y="4786019"/>
              <a:ext cx="771525" cy="7620"/>
            </a:xfrm>
            <a:custGeom>
              <a:avLst/>
              <a:gdLst/>
              <a:ahLst/>
              <a:cxnLst/>
              <a:rect l="l" t="t" r="r" b="b"/>
              <a:pathLst>
                <a:path w="771525" h="7620">
                  <a:moveTo>
                    <a:pt x="0" y="0"/>
                  </a:moveTo>
                  <a:lnTo>
                    <a:pt x="771157" y="7046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57566" y="4786018"/>
              <a:ext cx="750570" cy="7620"/>
            </a:xfrm>
            <a:custGeom>
              <a:avLst/>
              <a:gdLst/>
              <a:ahLst/>
              <a:cxnLst/>
              <a:rect l="l" t="t" r="r" b="b"/>
              <a:pathLst>
                <a:path w="750570" h="7620">
                  <a:moveTo>
                    <a:pt x="0" y="7046"/>
                  </a:moveTo>
                  <a:lnTo>
                    <a:pt x="750067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81327" y="3623180"/>
              <a:ext cx="1155065" cy="483870"/>
            </a:xfrm>
            <a:custGeom>
              <a:avLst/>
              <a:gdLst/>
              <a:ahLst/>
              <a:cxnLst/>
              <a:rect l="l" t="t" r="r" b="b"/>
              <a:pathLst>
                <a:path w="1155065" h="483870">
                  <a:moveTo>
                    <a:pt x="577465" y="0"/>
                  </a:moveTo>
                  <a:lnTo>
                    <a:pt x="510120" y="1626"/>
                  </a:lnTo>
                  <a:lnTo>
                    <a:pt x="445057" y="6384"/>
                  </a:lnTo>
                  <a:lnTo>
                    <a:pt x="382710" y="14092"/>
                  </a:lnTo>
                  <a:lnTo>
                    <a:pt x="323510" y="24569"/>
                  </a:lnTo>
                  <a:lnTo>
                    <a:pt x="267893" y="37634"/>
                  </a:lnTo>
                  <a:lnTo>
                    <a:pt x="216290" y="53105"/>
                  </a:lnTo>
                  <a:lnTo>
                    <a:pt x="169135" y="70800"/>
                  </a:lnTo>
                  <a:lnTo>
                    <a:pt x="126862" y="90539"/>
                  </a:lnTo>
                  <a:lnTo>
                    <a:pt x="89904" y="112140"/>
                  </a:lnTo>
                  <a:lnTo>
                    <a:pt x="58694" y="135422"/>
                  </a:lnTo>
                  <a:lnTo>
                    <a:pt x="15251" y="186302"/>
                  </a:lnTo>
                  <a:lnTo>
                    <a:pt x="0" y="241727"/>
                  </a:lnTo>
                  <a:lnTo>
                    <a:pt x="3885" y="269918"/>
                  </a:lnTo>
                  <a:lnTo>
                    <a:pt x="33665" y="323252"/>
                  </a:lnTo>
                  <a:lnTo>
                    <a:pt x="89904" y="371315"/>
                  </a:lnTo>
                  <a:lnTo>
                    <a:pt x="126862" y="392916"/>
                  </a:lnTo>
                  <a:lnTo>
                    <a:pt x="169135" y="412655"/>
                  </a:lnTo>
                  <a:lnTo>
                    <a:pt x="216290" y="430350"/>
                  </a:lnTo>
                  <a:lnTo>
                    <a:pt x="267893" y="445821"/>
                  </a:lnTo>
                  <a:lnTo>
                    <a:pt x="323510" y="458886"/>
                  </a:lnTo>
                  <a:lnTo>
                    <a:pt x="382710" y="469363"/>
                  </a:lnTo>
                  <a:lnTo>
                    <a:pt x="445057" y="477071"/>
                  </a:lnTo>
                  <a:lnTo>
                    <a:pt x="510120" y="481829"/>
                  </a:lnTo>
                  <a:lnTo>
                    <a:pt x="577465" y="483455"/>
                  </a:lnTo>
                  <a:lnTo>
                    <a:pt x="644809" y="481829"/>
                  </a:lnTo>
                  <a:lnTo>
                    <a:pt x="709872" y="477071"/>
                  </a:lnTo>
                  <a:lnTo>
                    <a:pt x="772220" y="469363"/>
                  </a:lnTo>
                  <a:lnTo>
                    <a:pt x="831419" y="458886"/>
                  </a:lnTo>
                  <a:lnTo>
                    <a:pt x="887037" y="445821"/>
                  </a:lnTo>
                  <a:lnTo>
                    <a:pt x="938640" y="430350"/>
                  </a:lnTo>
                  <a:lnTo>
                    <a:pt x="985794" y="412655"/>
                  </a:lnTo>
                  <a:lnTo>
                    <a:pt x="1028067" y="392916"/>
                  </a:lnTo>
                  <a:lnTo>
                    <a:pt x="1065025" y="371315"/>
                  </a:lnTo>
                  <a:lnTo>
                    <a:pt x="1096236" y="348033"/>
                  </a:lnTo>
                  <a:lnTo>
                    <a:pt x="1139679" y="297153"/>
                  </a:lnTo>
                  <a:lnTo>
                    <a:pt x="1154930" y="241727"/>
                  </a:lnTo>
                  <a:lnTo>
                    <a:pt x="1151045" y="213537"/>
                  </a:lnTo>
                  <a:lnTo>
                    <a:pt x="1121264" y="160203"/>
                  </a:lnTo>
                  <a:lnTo>
                    <a:pt x="1065025" y="112140"/>
                  </a:lnTo>
                  <a:lnTo>
                    <a:pt x="1028067" y="90539"/>
                  </a:lnTo>
                  <a:lnTo>
                    <a:pt x="985794" y="70800"/>
                  </a:lnTo>
                  <a:lnTo>
                    <a:pt x="938640" y="53105"/>
                  </a:lnTo>
                  <a:lnTo>
                    <a:pt x="887037" y="37634"/>
                  </a:lnTo>
                  <a:lnTo>
                    <a:pt x="831419" y="24569"/>
                  </a:lnTo>
                  <a:lnTo>
                    <a:pt x="772220" y="14092"/>
                  </a:lnTo>
                  <a:lnTo>
                    <a:pt x="709872" y="6384"/>
                  </a:lnTo>
                  <a:lnTo>
                    <a:pt x="644809" y="1626"/>
                  </a:lnTo>
                  <a:lnTo>
                    <a:pt x="57746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81327" y="3623180"/>
              <a:ext cx="1155065" cy="483870"/>
            </a:xfrm>
            <a:custGeom>
              <a:avLst/>
              <a:gdLst/>
              <a:ahLst/>
              <a:cxnLst/>
              <a:rect l="l" t="t" r="r" b="b"/>
              <a:pathLst>
                <a:path w="1155065" h="483870">
                  <a:moveTo>
                    <a:pt x="0" y="241727"/>
                  </a:moveTo>
                  <a:lnTo>
                    <a:pt x="15251" y="186301"/>
                  </a:lnTo>
                  <a:lnTo>
                    <a:pt x="58694" y="135422"/>
                  </a:lnTo>
                  <a:lnTo>
                    <a:pt x="89904" y="112140"/>
                  </a:lnTo>
                  <a:lnTo>
                    <a:pt x="126862" y="90539"/>
                  </a:lnTo>
                  <a:lnTo>
                    <a:pt x="169135" y="70800"/>
                  </a:lnTo>
                  <a:lnTo>
                    <a:pt x="216290" y="53104"/>
                  </a:lnTo>
                  <a:lnTo>
                    <a:pt x="267892" y="37634"/>
                  </a:lnTo>
                  <a:lnTo>
                    <a:pt x="323510" y="24569"/>
                  </a:lnTo>
                  <a:lnTo>
                    <a:pt x="382709" y="14092"/>
                  </a:lnTo>
                  <a:lnTo>
                    <a:pt x="445057" y="6384"/>
                  </a:lnTo>
                  <a:lnTo>
                    <a:pt x="510120" y="1626"/>
                  </a:lnTo>
                  <a:lnTo>
                    <a:pt x="577464" y="0"/>
                  </a:lnTo>
                  <a:lnTo>
                    <a:pt x="644809" y="1626"/>
                  </a:lnTo>
                  <a:lnTo>
                    <a:pt x="709872" y="6384"/>
                  </a:lnTo>
                  <a:lnTo>
                    <a:pt x="772219" y="14092"/>
                  </a:lnTo>
                  <a:lnTo>
                    <a:pt x="831419" y="24569"/>
                  </a:lnTo>
                  <a:lnTo>
                    <a:pt x="887036" y="37634"/>
                  </a:lnTo>
                  <a:lnTo>
                    <a:pt x="938639" y="53104"/>
                  </a:lnTo>
                  <a:lnTo>
                    <a:pt x="985794" y="70800"/>
                  </a:lnTo>
                  <a:lnTo>
                    <a:pt x="1028067" y="90539"/>
                  </a:lnTo>
                  <a:lnTo>
                    <a:pt x="1065025" y="112140"/>
                  </a:lnTo>
                  <a:lnTo>
                    <a:pt x="1096235" y="135422"/>
                  </a:lnTo>
                  <a:lnTo>
                    <a:pt x="1139678" y="186301"/>
                  </a:lnTo>
                  <a:lnTo>
                    <a:pt x="1154929" y="241727"/>
                  </a:lnTo>
                  <a:lnTo>
                    <a:pt x="1151044" y="269918"/>
                  </a:lnTo>
                  <a:lnTo>
                    <a:pt x="1121264" y="323252"/>
                  </a:lnTo>
                  <a:lnTo>
                    <a:pt x="1065025" y="371315"/>
                  </a:lnTo>
                  <a:lnTo>
                    <a:pt x="1028067" y="392916"/>
                  </a:lnTo>
                  <a:lnTo>
                    <a:pt x="985794" y="412655"/>
                  </a:lnTo>
                  <a:lnTo>
                    <a:pt x="938639" y="430350"/>
                  </a:lnTo>
                  <a:lnTo>
                    <a:pt x="887036" y="445821"/>
                  </a:lnTo>
                  <a:lnTo>
                    <a:pt x="831419" y="458886"/>
                  </a:lnTo>
                  <a:lnTo>
                    <a:pt x="772219" y="469363"/>
                  </a:lnTo>
                  <a:lnTo>
                    <a:pt x="709872" y="477071"/>
                  </a:lnTo>
                  <a:lnTo>
                    <a:pt x="644809" y="481829"/>
                  </a:lnTo>
                  <a:lnTo>
                    <a:pt x="577464" y="483455"/>
                  </a:lnTo>
                  <a:lnTo>
                    <a:pt x="510120" y="481829"/>
                  </a:lnTo>
                  <a:lnTo>
                    <a:pt x="445057" y="477071"/>
                  </a:lnTo>
                  <a:lnTo>
                    <a:pt x="382709" y="469363"/>
                  </a:lnTo>
                  <a:lnTo>
                    <a:pt x="323510" y="458886"/>
                  </a:lnTo>
                  <a:lnTo>
                    <a:pt x="267892" y="445821"/>
                  </a:lnTo>
                  <a:lnTo>
                    <a:pt x="216290" y="430350"/>
                  </a:lnTo>
                  <a:lnTo>
                    <a:pt x="169135" y="412655"/>
                  </a:lnTo>
                  <a:lnTo>
                    <a:pt x="126862" y="392916"/>
                  </a:lnTo>
                  <a:lnTo>
                    <a:pt x="89904" y="371315"/>
                  </a:lnTo>
                  <a:lnTo>
                    <a:pt x="58694" y="348033"/>
                  </a:lnTo>
                  <a:lnTo>
                    <a:pt x="15251" y="297153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38619" y="4106630"/>
              <a:ext cx="701675" cy="405765"/>
            </a:xfrm>
            <a:custGeom>
              <a:avLst/>
              <a:gdLst/>
              <a:ahLst/>
              <a:cxnLst/>
              <a:rect l="l" t="t" r="r" b="b"/>
              <a:pathLst>
                <a:path w="701675" h="405764">
                  <a:moveTo>
                    <a:pt x="0" y="0"/>
                  </a:moveTo>
                  <a:lnTo>
                    <a:pt x="701500" y="405327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40120" y="4106636"/>
              <a:ext cx="619125" cy="405765"/>
            </a:xfrm>
            <a:custGeom>
              <a:avLst/>
              <a:gdLst/>
              <a:ahLst/>
              <a:cxnLst/>
              <a:rect l="l" t="t" r="r" b="b"/>
              <a:pathLst>
                <a:path w="619125" h="405764">
                  <a:moveTo>
                    <a:pt x="618672" y="0"/>
                  </a:moveTo>
                  <a:lnTo>
                    <a:pt x="0" y="405322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02516" y="4277413"/>
              <a:ext cx="659130" cy="234950"/>
            </a:xfrm>
            <a:custGeom>
              <a:avLst/>
              <a:gdLst/>
              <a:ahLst/>
              <a:cxnLst/>
              <a:rect l="l" t="t" r="r" b="b"/>
              <a:pathLst>
                <a:path w="659129" h="234950">
                  <a:moveTo>
                    <a:pt x="658872" y="0"/>
                  </a:moveTo>
                  <a:lnTo>
                    <a:pt x="0" y="234544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02409" y="4319153"/>
              <a:ext cx="700405" cy="193040"/>
            </a:xfrm>
            <a:custGeom>
              <a:avLst/>
              <a:gdLst/>
              <a:ahLst/>
              <a:cxnLst/>
              <a:rect l="l" t="t" r="r" b="b"/>
              <a:pathLst>
                <a:path w="700405" h="193039">
                  <a:moveTo>
                    <a:pt x="0" y="0"/>
                  </a:moveTo>
                  <a:lnTo>
                    <a:pt x="700107" y="192805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705886" y="3940047"/>
            <a:ext cx="10560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96833" y="3702303"/>
            <a:ext cx="7854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018576" y="4064292"/>
            <a:ext cx="84455" cy="447675"/>
          </a:xfrm>
          <a:custGeom>
            <a:avLst/>
            <a:gdLst/>
            <a:ahLst/>
            <a:cxnLst/>
            <a:rect l="l" t="t" r="r" b="b"/>
            <a:pathLst>
              <a:path w="84455" h="447675">
                <a:moveTo>
                  <a:pt x="0" y="0"/>
                </a:moveTo>
                <a:lnTo>
                  <a:pt x="83940" y="447666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52350" y="5686778"/>
            <a:ext cx="5176520" cy="438784"/>
            <a:chOff x="2252350" y="5686778"/>
            <a:chExt cx="5176520" cy="438784"/>
          </a:xfrm>
        </p:grpSpPr>
        <p:sp>
          <p:nvSpPr>
            <p:cNvPr id="3" name="object 3"/>
            <p:cNvSpPr/>
            <p:nvPr/>
          </p:nvSpPr>
          <p:spPr>
            <a:xfrm>
              <a:off x="2259017" y="5693445"/>
              <a:ext cx="5163185" cy="425450"/>
            </a:xfrm>
            <a:custGeom>
              <a:avLst/>
              <a:gdLst/>
              <a:ahLst/>
              <a:cxnLst/>
              <a:rect l="l" t="t" r="r" b="b"/>
              <a:pathLst>
                <a:path w="5163184" h="425450">
                  <a:moveTo>
                    <a:pt x="5091717" y="0"/>
                  </a:moveTo>
                  <a:lnTo>
                    <a:pt x="70895" y="0"/>
                  </a:lnTo>
                  <a:lnTo>
                    <a:pt x="43299" y="5571"/>
                  </a:lnTo>
                  <a:lnTo>
                    <a:pt x="20764" y="20764"/>
                  </a:lnTo>
                  <a:lnTo>
                    <a:pt x="5571" y="43300"/>
                  </a:lnTo>
                  <a:lnTo>
                    <a:pt x="0" y="70896"/>
                  </a:lnTo>
                  <a:lnTo>
                    <a:pt x="0" y="354476"/>
                  </a:lnTo>
                  <a:lnTo>
                    <a:pt x="5571" y="382072"/>
                  </a:lnTo>
                  <a:lnTo>
                    <a:pt x="20764" y="404607"/>
                  </a:lnTo>
                  <a:lnTo>
                    <a:pt x="43299" y="419801"/>
                  </a:lnTo>
                  <a:lnTo>
                    <a:pt x="70895" y="425372"/>
                  </a:lnTo>
                  <a:lnTo>
                    <a:pt x="5091717" y="425372"/>
                  </a:lnTo>
                  <a:lnTo>
                    <a:pt x="5119312" y="419801"/>
                  </a:lnTo>
                  <a:lnTo>
                    <a:pt x="5141847" y="404607"/>
                  </a:lnTo>
                  <a:lnTo>
                    <a:pt x="5157040" y="382072"/>
                  </a:lnTo>
                  <a:lnTo>
                    <a:pt x="5162612" y="354476"/>
                  </a:lnTo>
                  <a:lnTo>
                    <a:pt x="5162612" y="70896"/>
                  </a:lnTo>
                  <a:lnTo>
                    <a:pt x="5157040" y="43300"/>
                  </a:lnTo>
                  <a:lnTo>
                    <a:pt x="5141847" y="20764"/>
                  </a:lnTo>
                  <a:lnTo>
                    <a:pt x="5119312" y="5571"/>
                  </a:lnTo>
                  <a:lnTo>
                    <a:pt x="5091717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59017" y="5693445"/>
              <a:ext cx="5163185" cy="425450"/>
            </a:xfrm>
            <a:custGeom>
              <a:avLst/>
              <a:gdLst/>
              <a:ahLst/>
              <a:cxnLst/>
              <a:rect l="l" t="t" r="r" b="b"/>
              <a:pathLst>
                <a:path w="5163184" h="425450">
                  <a:moveTo>
                    <a:pt x="0" y="70896"/>
                  </a:moveTo>
                  <a:lnTo>
                    <a:pt x="5571" y="43300"/>
                  </a:lnTo>
                  <a:lnTo>
                    <a:pt x="20764" y="20765"/>
                  </a:lnTo>
                  <a:lnTo>
                    <a:pt x="43299" y="5571"/>
                  </a:lnTo>
                  <a:lnTo>
                    <a:pt x="70895" y="0"/>
                  </a:lnTo>
                  <a:lnTo>
                    <a:pt x="5091716" y="0"/>
                  </a:lnTo>
                  <a:lnTo>
                    <a:pt x="5119312" y="5571"/>
                  </a:lnTo>
                  <a:lnTo>
                    <a:pt x="5141847" y="20765"/>
                  </a:lnTo>
                  <a:lnTo>
                    <a:pt x="5157040" y="43300"/>
                  </a:lnTo>
                  <a:lnTo>
                    <a:pt x="5162612" y="70896"/>
                  </a:lnTo>
                  <a:lnTo>
                    <a:pt x="5162612" y="354476"/>
                  </a:lnTo>
                  <a:lnTo>
                    <a:pt x="5157040" y="382072"/>
                  </a:lnTo>
                  <a:lnTo>
                    <a:pt x="5141847" y="404607"/>
                  </a:lnTo>
                  <a:lnTo>
                    <a:pt x="5119312" y="419801"/>
                  </a:lnTo>
                  <a:lnTo>
                    <a:pt x="5091716" y="425372"/>
                  </a:lnTo>
                  <a:lnTo>
                    <a:pt x="70895" y="425372"/>
                  </a:lnTo>
                  <a:lnTo>
                    <a:pt x="43299" y="419801"/>
                  </a:lnTo>
                  <a:lnTo>
                    <a:pt x="20764" y="404607"/>
                  </a:lnTo>
                  <a:lnTo>
                    <a:pt x="5571" y="382072"/>
                  </a:lnTo>
                  <a:lnTo>
                    <a:pt x="0" y="354476"/>
                  </a:lnTo>
                  <a:lnTo>
                    <a:pt x="0" y="70896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70285" y="227075"/>
            <a:ext cx="6132195" cy="97980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 marR="5080" indent="988060">
              <a:lnSpc>
                <a:spcPct val="73900"/>
              </a:lnSpc>
              <a:spcBef>
                <a:spcPts val="1225"/>
              </a:spcBef>
            </a:pPr>
            <a:r>
              <a:rPr sz="3600" spc="-130" dirty="0"/>
              <a:t>S</a:t>
            </a:r>
            <a:r>
              <a:rPr sz="3600" spc="-125" dirty="0"/>
              <a:t>tron</a:t>
            </a:r>
            <a:r>
              <a:rPr sz="3600" dirty="0"/>
              <a:t>g</a:t>
            </a:r>
            <a:r>
              <a:rPr sz="3600" spc="-250" dirty="0"/>
              <a:t> </a:t>
            </a:r>
            <a:r>
              <a:rPr sz="3600" spc="-125" dirty="0"/>
              <a:t>En</a:t>
            </a:r>
            <a:r>
              <a:rPr sz="3600" spc="-120" dirty="0"/>
              <a:t>tit</a:t>
            </a:r>
            <a:r>
              <a:rPr sz="3600" dirty="0"/>
              <a:t>y</a:t>
            </a:r>
            <a:r>
              <a:rPr sz="3600" spc="-235" dirty="0"/>
              <a:t> </a:t>
            </a:r>
            <a:r>
              <a:rPr sz="3600" spc="-130" dirty="0"/>
              <a:t>S</a:t>
            </a:r>
            <a:r>
              <a:rPr sz="3600" spc="-125" dirty="0"/>
              <a:t>e</a:t>
            </a:r>
            <a:r>
              <a:rPr sz="3600" dirty="0"/>
              <a:t>t  </a:t>
            </a:r>
            <a:r>
              <a:rPr sz="3600" spc="-140" dirty="0"/>
              <a:t>w</a:t>
            </a:r>
            <a:r>
              <a:rPr sz="3600" spc="-120" dirty="0"/>
              <a:t>it</a:t>
            </a:r>
            <a:r>
              <a:rPr sz="3600" dirty="0"/>
              <a:t>h</a:t>
            </a:r>
            <a:r>
              <a:rPr sz="3600" spc="-240" dirty="0"/>
              <a:t> </a:t>
            </a:r>
            <a:r>
              <a:rPr sz="3600" spc="-125" dirty="0"/>
              <a:t>Co</a:t>
            </a:r>
            <a:r>
              <a:rPr sz="3600" spc="-135" dirty="0"/>
              <a:t>m</a:t>
            </a:r>
            <a:r>
              <a:rPr sz="3600" spc="-130" dirty="0"/>
              <a:t>p</a:t>
            </a:r>
            <a:r>
              <a:rPr sz="3600" spc="-125" dirty="0"/>
              <a:t>o</a:t>
            </a:r>
            <a:r>
              <a:rPr sz="3600" spc="-130" dirty="0"/>
              <a:t>s</a:t>
            </a:r>
            <a:r>
              <a:rPr sz="3600" spc="-120" dirty="0"/>
              <a:t>it</a:t>
            </a:r>
            <a:r>
              <a:rPr sz="3600" dirty="0"/>
              <a:t>e</a:t>
            </a:r>
            <a:r>
              <a:rPr sz="3600" spc="-240" dirty="0"/>
              <a:t> </a:t>
            </a:r>
            <a:r>
              <a:rPr sz="3600" spc="-130" dirty="0"/>
              <a:t>A</a:t>
            </a:r>
            <a:r>
              <a:rPr sz="3600" spc="-120" dirty="0"/>
              <a:t>tt</a:t>
            </a:r>
            <a:r>
              <a:rPr sz="3600" spc="-125" dirty="0"/>
              <a:t>r</a:t>
            </a:r>
            <a:r>
              <a:rPr sz="3600" spc="-120" dirty="0"/>
              <a:t>i</a:t>
            </a:r>
            <a:r>
              <a:rPr sz="3600" spc="-130" dirty="0"/>
              <a:t>b</a:t>
            </a:r>
            <a:r>
              <a:rPr sz="3600" spc="-125" dirty="0"/>
              <a:t>u</a:t>
            </a:r>
            <a:r>
              <a:rPr sz="3600" spc="-120" dirty="0"/>
              <a:t>t</a:t>
            </a:r>
            <a:r>
              <a:rPr sz="3600" dirty="0"/>
              <a:t>e</a:t>
            </a:r>
            <a:endParaRPr sz="36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1847" y="2476286"/>
            <a:ext cx="4539229" cy="22187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5108" y="5727192"/>
            <a:ext cx="68008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person(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first_name, middle_name,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last_name)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  <a:endParaRPr lang="en-US" spc="-20" dirty="0"/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endParaRPr lang="en-US" sz="11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61715" y="4260088"/>
            <a:ext cx="6775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pe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7004" y="3528567"/>
            <a:ext cx="310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79997" y="3522471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5072" y="3522471"/>
            <a:ext cx="6540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ddl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42591" y="4107688"/>
            <a:ext cx="3562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la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35924" y="2931159"/>
            <a:ext cx="3708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f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6283" y="1258823"/>
            <a:ext cx="630555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2900"/>
              </a:lnSpc>
              <a:spcBef>
                <a:spcPts val="9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Create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separate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attributes for each component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Don’t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include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higher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level attribute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01229" y="4017126"/>
            <a:ext cx="2419985" cy="1650364"/>
            <a:chOff x="5101229" y="4017126"/>
            <a:chExt cx="2419985" cy="1650364"/>
          </a:xfrm>
        </p:grpSpPr>
        <p:sp>
          <p:nvSpPr>
            <p:cNvPr id="3" name="object 3"/>
            <p:cNvSpPr/>
            <p:nvPr/>
          </p:nvSpPr>
          <p:spPr>
            <a:xfrm>
              <a:off x="5107896" y="4035120"/>
              <a:ext cx="2406650" cy="1625600"/>
            </a:xfrm>
            <a:custGeom>
              <a:avLst/>
              <a:gdLst/>
              <a:ahLst/>
              <a:cxnLst/>
              <a:rect l="l" t="t" r="r" b="b"/>
              <a:pathLst>
                <a:path w="2406650" h="1625600">
                  <a:moveTo>
                    <a:pt x="1164737" y="1511300"/>
                  </a:moveTo>
                  <a:lnTo>
                    <a:pt x="272109" y="1511300"/>
                  </a:lnTo>
                  <a:lnTo>
                    <a:pt x="286009" y="1524000"/>
                  </a:lnTo>
                  <a:lnTo>
                    <a:pt x="314794" y="1536700"/>
                  </a:lnTo>
                  <a:lnTo>
                    <a:pt x="323605" y="1549400"/>
                  </a:lnTo>
                  <a:lnTo>
                    <a:pt x="331370" y="1549400"/>
                  </a:lnTo>
                  <a:lnTo>
                    <a:pt x="338717" y="1562100"/>
                  </a:lnTo>
                  <a:lnTo>
                    <a:pt x="346273" y="1574800"/>
                  </a:lnTo>
                  <a:lnTo>
                    <a:pt x="388660" y="1587500"/>
                  </a:lnTo>
                  <a:lnTo>
                    <a:pt x="478449" y="1612900"/>
                  </a:lnTo>
                  <a:lnTo>
                    <a:pt x="519409" y="1612900"/>
                  </a:lnTo>
                  <a:lnTo>
                    <a:pt x="568734" y="1625600"/>
                  </a:lnTo>
                  <a:lnTo>
                    <a:pt x="900983" y="1625600"/>
                  </a:lnTo>
                  <a:lnTo>
                    <a:pt x="931956" y="1612900"/>
                  </a:lnTo>
                  <a:lnTo>
                    <a:pt x="960120" y="1600200"/>
                  </a:lnTo>
                  <a:lnTo>
                    <a:pt x="1000779" y="1587500"/>
                  </a:lnTo>
                  <a:lnTo>
                    <a:pt x="1020756" y="1587500"/>
                  </a:lnTo>
                  <a:lnTo>
                    <a:pt x="1036566" y="1576225"/>
                  </a:lnTo>
                  <a:lnTo>
                    <a:pt x="1037420" y="1574800"/>
                  </a:lnTo>
                  <a:lnTo>
                    <a:pt x="1070298" y="1574800"/>
                  </a:lnTo>
                  <a:lnTo>
                    <a:pt x="1095546" y="1562100"/>
                  </a:lnTo>
                  <a:lnTo>
                    <a:pt x="1118575" y="1536700"/>
                  </a:lnTo>
                  <a:lnTo>
                    <a:pt x="1141075" y="1524000"/>
                  </a:lnTo>
                  <a:lnTo>
                    <a:pt x="1164737" y="1511300"/>
                  </a:lnTo>
                  <a:close/>
                </a:path>
                <a:path w="2406650" h="1625600">
                  <a:moveTo>
                    <a:pt x="1035894" y="1577348"/>
                  </a:moveTo>
                  <a:lnTo>
                    <a:pt x="1025892" y="1587500"/>
                  </a:lnTo>
                  <a:lnTo>
                    <a:pt x="1029816" y="1587500"/>
                  </a:lnTo>
                  <a:lnTo>
                    <a:pt x="1035894" y="1577348"/>
                  </a:lnTo>
                  <a:close/>
                </a:path>
                <a:path w="2406650" h="1625600">
                  <a:moveTo>
                    <a:pt x="1038026" y="1575184"/>
                  </a:moveTo>
                  <a:lnTo>
                    <a:pt x="1036566" y="1576225"/>
                  </a:lnTo>
                  <a:lnTo>
                    <a:pt x="1035894" y="1577348"/>
                  </a:lnTo>
                  <a:lnTo>
                    <a:pt x="1038026" y="1575184"/>
                  </a:lnTo>
                  <a:close/>
                </a:path>
                <a:path w="2406650" h="1625600">
                  <a:moveTo>
                    <a:pt x="1038565" y="1574800"/>
                  </a:moveTo>
                  <a:lnTo>
                    <a:pt x="1038405" y="1574800"/>
                  </a:lnTo>
                  <a:lnTo>
                    <a:pt x="1038026" y="1575184"/>
                  </a:lnTo>
                  <a:lnTo>
                    <a:pt x="1038565" y="1574800"/>
                  </a:lnTo>
                  <a:close/>
                </a:path>
                <a:path w="2406650" h="1625600">
                  <a:moveTo>
                    <a:pt x="1598686" y="1028700"/>
                  </a:moveTo>
                  <a:lnTo>
                    <a:pt x="47219" y="1028700"/>
                  </a:lnTo>
                  <a:lnTo>
                    <a:pt x="15008" y="1106671"/>
                  </a:lnTo>
                  <a:lnTo>
                    <a:pt x="17899" y="1130300"/>
                  </a:lnTo>
                  <a:lnTo>
                    <a:pt x="19255" y="1181100"/>
                  </a:lnTo>
                  <a:lnTo>
                    <a:pt x="15740" y="1257300"/>
                  </a:lnTo>
                  <a:lnTo>
                    <a:pt x="27635" y="1295400"/>
                  </a:lnTo>
                  <a:lnTo>
                    <a:pt x="34627" y="1308100"/>
                  </a:lnTo>
                  <a:lnTo>
                    <a:pt x="43541" y="1320800"/>
                  </a:lnTo>
                  <a:lnTo>
                    <a:pt x="61203" y="1346200"/>
                  </a:lnTo>
                  <a:lnTo>
                    <a:pt x="94438" y="1397000"/>
                  </a:lnTo>
                  <a:lnTo>
                    <a:pt x="141658" y="1422400"/>
                  </a:lnTo>
                  <a:lnTo>
                    <a:pt x="158574" y="1447800"/>
                  </a:lnTo>
                  <a:lnTo>
                    <a:pt x="173494" y="1460500"/>
                  </a:lnTo>
                  <a:lnTo>
                    <a:pt x="188235" y="1473200"/>
                  </a:lnTo>
                  <a:lnTo>
                    <a:pt x="204617" y="1485900"/>
                  </a:lnTo>
                  <a:lnTo>
                    <a:pt x="240458" y="1511300"/>
                  </a:lnTo>
                  <a:lnTo>
                    <a:pt x="259399" y="1524000"/>
                  </a:lnTo>
                  <a:lnTo>
                    <a:pt x="267795" y="1524000"/>
                  </a:lnTo>
                  <a:lnTo>
                    <a:pt x="272109" y="1511300"/>
                  </a:lnTo>
                  <a:lnTo>
                    <a:pt x="1164737" y="1511300"/>
                  </a:lnTo>
                  <a:lnTo>
                    <a:pt x="1176146" y="1498600"/>
                  </a:lnTo>
                  <a:lnTo>
                    <a:pt x="1200356" y="1498600"/>
                  </a:lnTo>
                  <a:lnTo>
                    <a:pt x="1211955" y="1485900"/>
                  </a:lnTo>
                  <a:lnTo>
                    <a:pt x="1236889" y="1473200"/>
                  </a:lnTo>
                  <a:lnTo>
                    <a:pt x="1255217" y="1460500"/>
                  </a:lnTo>
                  <a:lnTo>
                    <a:pt x="1271589" y="1447800"/>
                  </a:lnTo>
                  <a:lnTo>
                    <a:pt x="1290654" y="1422400"/>
                  </a:lnTo>
                  <a:lnTo>
                    <a:pt x="1312692" y="1409700"/>
                  </a:lnTo>
                  <a:lnTo>
                    <a:pt x="1362086" y="1384300"/>
                  </a:lnTo>
                  <a:lnTo>
                    <a:pt x="1385092" y="1358900"/>
                  </a:lnTo>
                  <a:lnTo>
                    <a:pt x="1394354" y="1358900"/>
                  </a:lnTo>
                  <a:lnTo>
                    <a:pt x="1401738" y="1346200"/>
                  </a:lnTo>
                  <a:lnTo>
                    <a:pt x="1408668" y="1333500"/>
                  </a:lnTo>
                  <a:lnTo>
                    <a:pt x="1416570" y="1320800"/>
                  </a:lnTo>
                  <a:lnTo>
                    <a:pt x="1437821" y="1295400"/>
                  </a:lnTo>
                  <a:lnTo>
                    <a:pt x="1446654" y="1282700"/>
                  </a:lnTo>
                  <a:lnTo>
                    <a:pt x="1449584" y="1282700"/>
                  </a:lnTo>
                  <a:lnTo>
                    <a:pt x="1453124" y="1270000"/>
                  </a:lnTo>
                  <a:lnTo>
                    <a:pt x="1463790" y="1244600"/>
                  </a:lnTo>
                  <a:lnTo>
                    <a:pt x="1471043" y="1231900"/>
                  </a:lnTo>
                  <a:lnTo>
                    <a:pt x="1488379" y="1206500"/>
                  </a:lnTo>
                  <a:lnTo>
                    <a:pt x="1509159" y="1168400"/>
                  </a:lnTo>
                  <a:lnTo>
                    <a:pt x="1526748" y="1143000"/>
                  </a:lnTo>
                  <a:lnTo>
                    <a:pt x="1531869" y="1130300"/>
                  </a:lnTo>
                  <a:lnTo>
                    <a:pt x="1535672" y="1117600"/>
                  </a:lnTo>
                  <a:lnTo>
                    <a:pt x="1538949" y="1104900"/>
                  </a:lnTo>
                  <a:lnTo>
                    <a:pt x="1542488" y="1092200"/>
                  </a:lnTo>
                  <a:lnTo>
                    <a:pt x="1565664" y="1079500"/>
                  </a:lnTo>
                  <a:lnTo>
                    <a:pt x="1575896" y="1066800"/>
                  </a:lnTo>
                  <a:lnTo>
                    <a:pt x="1585164" y="1054100"/>
                  </a:lnTo>
                  <a:lnTo>
                    <a:pt x="1598686" y="1028700"/>
                  </a:lnTo>
                  <a:close/>
                </a:path>
                <a:path w="2406650" h="1625600">
                  <a:moveTo>
                    <a:pt x="1892424" y="812800"/>
                  </a:moveTo>
                  <a:lnTo>
                    <a:pt x="300142" y="812800"/>
                  </a:lnTo>
                  <a:lnTo>
                    <a:pt x="289481" y="825500"/>
                  </a:lnTo>
                  <a:lnTo>
                    <a:pt x="267575" y="850900"/>
                  </a:lnTo>
                  <a:lnTo>
                    <a:pt x="245732" y="863600"/>
                  </a:lnTo>
                  <a:lnTo>
                    <a:pt x="221522" y="876300"/>
                  </a:lnTo>
                  <a:lnTo>
                    <a:pt x="196729" y="889000"/>
                  </a:lnTo>
                  <a:lnTo>
                    <a:pt x="173136" y="901700"/>
                  </a:lnTo>
                  <a:lnTo>
                    <a:pt x="160722" y="914400"/>
                  </a:lnTo>
                  <a:lnTo>
                    <a:pt x="149276" y="927100"/>
                  </a:lnTo>
                  <a:lnTo>
                    <a:pt x="137955" y="939800"/>
                  </a:lnTo>
                  <a:lnTo>
                    <a:pt x="125917" y="952500"/>
                  </a:lnTo>
                  <a:lnTo>
                    <a:pt x="103044" y="977900"/>
                  </a:lnTo>
                  <a:lnTo>
                    <a:pt x="68804" y="1003300"/>
                  </a:lnTo>
                  <a:lnTo>
                    <a:pt x="35576" y="1028700"/>
                  </a:lnTo>
                  <a:lnTo>
                    <a:pt x="15740" y="1054100"/>
                  </a:lnTo>
                  <a:lnTo>
                    <a:pt x="8551" y="1066800"/>
                  </a:lnTo>
                  <a:lnTo>
                    <a:pt x="4977" y="1092200"/>
                  </a:lnTo>
                  <a:lnTo>
                    <a:pt x="2850" y="1117600"/>
                  </a:lnTo>
                  <a:lnTo>
                    <a:pt x="0" y="1143000"/>
                  </a:lnTo>
                  <a:lnTo>
                    <a:pt x="15008" y="1106671"/>
                  </a:lnTo>
                  <a:lnTo>
                    <a:pt x="14791" y="1104900"/>
                  </a:lnTo>
                  <a:lnTo>
                    <a:pt x="13050" y="1079500"/>
                  </a:lnTo>
                  <a:lnTo>
                    <a:pt x="15795" y="1066800"/>
                  </a:lnTo>
                  <a:lnTo>
                    <a:pt x="26145" y="1054100"/>
                  </a:lnTo>
                  <a:lnTo>
                    <a:pt x="47219" y="1028700"/>
                  </a:lnTo>
                  <a:lnTo>
                    <a:pt x="1598686" y="1028700"/>
                  </a:lnTo>
                  <a:lnTo>
                    <a:pt x="1605447" y="1016000"/>
                  </a:lnTo>
                  <a:lnTo>
                    <a:pt x="1619061" y="1003300"/>
                  </a:lnTo>
                  <a:lnTo>
                    <a:pt x="1634650" y="990600"/>
                  </a:lnTo>
                  <a:lnTo>
                    <a:pt x="1651377" y="965200"/>
                  </a:lnTo>
                  <a:lnTo>
                    <a:pt x="1668406" y="952500"/>
                  </a:lnTo>
                  <a:lnTo>
                    <a:pt x="1694298" y="927100"/>
                  </a:lnTo>
                  <a:lnTo>
                    <a:pt x="1711516" y="914400"/>
                  </a:lnTo>
                  <a:lnTo>
                    <a:pt x="1725583" y="914400"/>
                  </a:lnTo>
                  <a:lnTo>
                    <a:pt x="1735020" y="901700"/>
                  </a:lnTo>
                  <a:lnTo>
                    <a:pt x="1762843" y="876300"/>
                  </a:lnTo>
                  <a:lnTo>
                    <a:pt x="1796509" y="863600"/>
                  </a:lnTo>
                  <a:lnTo>
                    <a:pt x="1811616" y="863600"/>
                  </a:lnTo>
                  <a:lnTo>
                    <a:pt x="1825945" y="850900"/>
                  </a:lnTo>
                  <a:lnTo>
                    <a:pt x="1857282" y="825500"/>
                  </a:lnTo>
                  <a:lnTo>
                    <a:pt x="1880166" y="825500"/>
                  </a:lnTo>
                  <a:lnTo>
                    <a:pt x="1892424" y="812800"/>
                  </a:lnTo>
                  <a:close/>
                </a:path>
                <a:path w="2406650" h="1625600">
                  <a:moveTo>
                    <a:pt x="1725583" y="914400"/>
                  </a:moveTo>
                  <a:lnTo>
                    <a:pt x="1720759" y="914400"/>
                  </a:lnTo>
                  <a:lnTo>
                    <a:pt x="1714941" y="927100"/>
                  </a:lnTo>
                  <a:lnTo>
                    <a:pt x="1708583" y="927100"/>
                  </a:lnTo>
                  <a:lnTo>
                    <a:pt x="1703041" y="939800"/>
                  </a:lnTo>
                  <a:lnTo>
                    <a:pt x="1704867" y="939800"/>
                  </a:lnTo>
                  <a:lnTo>
                    <a:pt x="1716146" y="927100"/>
                  </a:lnTo>
                  <a:lnTo>
                    <a:pt x="1725583" y="914400"/>
                  </a:lnTo>
                  <a:close/>
                </a:path>
                <a:path w="2406650" h="1625600">
                  <a:moveTo>
                    <a:pt x="377803" y="762000"/>
                  </a:moveTo>
                  <a:lnTo>
                    <a:pt x="375448" y="762000"/>
                  </a:lnTo>
                  <a:lnTo>
                    <a:pt x="365182" y="774700"/>
                  </a:lnTo>
                  <a:lnTo>
                    <a:pt x="346273" y="800100"/>
                  </a:lnTo>
                  <a:lnTo>
                    <a:pt x="314193" y="812800"/>
                  </a:lnTo>
                  <a:lnTo>
                    <a:pt x="1904500" y="812800"/>
                  </a:lnTo>
                  <a:lnTo>
                    <a:pt x="1951720" y="800100"/>
                  </a:lnTo>
                  <a:lnTo>
                    <a:pt x="1975254" y="787400"/>
                  </a:lnTo>
                  <a:lnTo>
                    <a:pt x="364963" y="787400"/>
                  </a:lnTo>
                  <a:lnTo>
                    <a:pt x="368842" y="774700"/>
                  </a:lnTo>
                  <a:lnTo>
                    <a:pt x="373768" y="774700"/>
                  </a:lnTo>
                  <a:lnTo>
                    <a:pt x="377803" y="762000"/>
                  </a:lnTo>
                  <a:close/>
                </a:path>
                <a:path w="2406650" h="1625600">
                  <a:moveTo>
                    <a:pt x="2035746" y="0"/>
                  </a:moveTo>
                  <a:lnTo>
                    <a:pt x="1609000" y="0"/>
                  </a:lnTo>
                  <a:lnTo>
                    <a:pt x="1557306" y="12700"/>
                  </a:lnTo>
                  <a:lnTo>
                    <a:pt x="1511009" y="25400"/>
                  </a:lnTo>
                  <a:lnTo>
                    <a:pt x="1494605" y="38100"/>
                  </a:lnTo>
                  <a:lnTo>
                    <a:pt x="1478939" y="38100"/>
                  </a:lnTo>
                  <a:lnTo>
                    <a:pt x="1448051" y="63500"/>
                  </a:lnTo>
                  <a:lnTo>
                    <a:pt x="1400366" y="63500"/>
                  </a:lnTo>
                  <a:lnTo>
                    <a:pt x="1385092" y="76200"/>
                  </a:lnTo>
                  <a:lnTo>
                    <a:pt x="1372688" y="76200"/>
                  </a:lnTo>
                  <a:lnTo>
                    <a:pt x="1361121" y="88900"/>
                  </a:lnTo>
                  <a:lnTo>
                    <a:pt x="1349734" y="101600"/>
                  </a:lnTo>
                  <a:lnTo>
                    <a:pt x="1337872" y="101600"/>
                  </a:lnTo>
                  <a:lnTo>
                    <a:pt x="1322473" y="114300"/>
                  </a:lnTo>
                  <a:lnTo>
                    <a:pt x="1306841" y="127000"/>
                  </a:lnTo>
                  <a:lnTo>
                    <a:pt x="1290985" y="127000"/>
                  </a:lnTo>
                  <a:lnTo>
                    <a:pt x="1274914" y="139700"/>
                  </a:lnTo>
                  <a:lnTo>
                    <a:pt x="1251151" y="139700"/>
                  </a:lnTo>
                  <a:lnTo>
                    <a:pt x="1239189" y="152400"/>
                  </a:lnTo>
                  <a:lnTo>
                    <a:pt x="1227695" y="152400"/>
                  </a:lnTo>
                  <a:lnTo>
                    <a:pt x="1215392" y="165100"/>
                  </a:lnTo>
                  <a:lnTo>
                    <a:pt x="1203642" y="165100"/>
                  </a:lnTo>
                  <a:lnTo>
                    <a:pt x="1192114" y="177800"/>
                  </a:lnTo>
                  <a:lnTo>
                    <a:pt x="1180476" y="177800"/>
                  </a:lnTo>
                  <a:lnTo>
                    <a:pt x="1118368" y="228600"/>
                  </a:lnTo>
                  <a:lnTo>
                    <a:pt x="1086772" y="241300"/>
                  </a:lnTo>
                  <a:lnTo>
                    <a:pt x="1054558" y="266700"/>
                  </a:lnTo>
                  <a:lnTo>
                    <a:pt x="1031389" y="266700"/>
                  </a:lnTo>
                  <a:lnTo>
                    <a:pt x="1019309" y="279400"/>
                  </a:lnTo>
                  <a:lnTo>
                    <a:pt x="1007339" y="279400"/>
                  </a:lnTo>
                  <a:lnTo>
                    <a:pt x="988793" y="292100"/>
                  </a:lnTo>
                  <a:lnTo>
                    <a:pt x="973752" y="304800"/>
                  </a:lnTo>
                  <a:lnTo>
                    <a:pt x="959765" y="330200"/>
                  </a:lnTo>
                  <a:lnTo>
                    <a:pt x="944380" y="342900"/>
                  </a:lnTo>
                  <a:lnTo>
                    <a:pt x="932824" y="355600"/>
                  </a:lnTo>
                  <a:lnTo>
                    <a:pt x="920401" y="355600"/>
                  </a:lnTo>
                  <a:lnTo>
                    <a:pt x="908163" y="368300"/>
                  </a:lnTo>
                  <a:lnTo>
                    <a:pt x="897162" y="368300"/>
                  </a:lnTo>
                  <a:lnTo>
                    <a:pt x="888262" y="381000"/>
                  </a:lnTo>
                  <a:lnTo>
                    <a:pt x="880838" y="393700"/>
                  </a:lnTo>
                  <a:lnTo>
                    <a:pt x="873706" y="406400"/>
                  </a:lnTo>
                  <a:lnTo>
                    <a:pt x="865682" y="419100"/>
                  </a:lnTo>
                  <a:lnTo>
                    <a:pt x="858329" y="431800"/>
                  </a:lnTo>
                  <a:lnTo>
                    <a:pt x="850402" y="431800"/>
                  </a:lnTo>
                  <a:lnTo>
                    <a:pt x="842245" y="444500"/>
                  </a:lnTo>
                  <a:lnTo>
                    <a:pt x="834203" y="457200"/>
                  </a:lnTo>
                  <a:lnTo>
                    <a:pt x="816272" y="469900"/>
                  </a:lnTo>
                  <a:lnTo>
                    <a:pt x="801204" y="495300"/>
                  </a:lnTo>
                  <a:lnTo>
                    <a:pt x="771245" y="546100"/>
                  </a:lnTo>
                  <a:lnTo>
                    <a:pt x="735726" y="584200"/>
                  </a:lnTo>
                  <a:lnTo>
                    <a:pt x="692546" y="609600"/>
                  </a:lnTo>
                  <a:lnTo>
                    <a:pt x="684368" y="622300"/>
                  </a:lnTo>
                  <a:lnTo>
                    <a:pt x="669244" y="635000"/>
                  </a:lnTo>
                  <a:lnTo>
                    <a:pt x="661066" y="635000"/>
                  </a:lnTo>
                  <a:lnTo>
                    <a:pt x="630122" y="660400"/>
                  </a:lnTo>
                  <a:lnTo>
                    <a:pt x="610656" y="673100"/>
                  </a:lnTo>
                  <a:lnTo>
                    <a:pt x="592496" y="673100"/>
                  </a:lnTo>
                  <a:lnTo>
                    <a:pt x="565471" y="685800"/>
                  </a:lnTo>
                  <a:lnTo>
                    <a:pt x="519409" y="698500"/>
                  </a:lnTo>
                  <a:lnTo>
                    <a:pt x="506952" y="711200"/>
                  </a:lnTo>
                  <a:lnTo>
                    <a:pt x="495220" y="723900"/>
                  </a:lnTo>
                  <a:lnTo>
                    <a:pt x="483778" y="723900"/>
                  </a:lnTo>
                  <a:lnTo>
                    <a:pt x="472191" y="736600"/>
                  </a:lnTo>
                  <a:lnTo>
                    <a:pt x="429094" y="762000"/>
                  </a:lnTo>
                  <a:lnTo>
                    <a:pt x="398671" y="774700"/>
                  </a:lnTo>
                  <a:lnTo>
                    <a:pt x="378984" y="787400"/>
                  </a:lnTo>
                  <a:lnTo>
                    <a:pt x="1998738" y="787400"/>
                  </a:lnTo>
                  <a:lnTo>
                    <a:pt x="2046157" y="762000"/>
                  </a:lnTo>
                  <a:lnTo>
                    <a:pt x="2091299" y="749300"/>
                  </a:lnTo>
                  <a:lnTo>
                    <a:pt x="2142440" y="749300"/>
                  </a:lnTo>
                  <a:lnTo>
                    <a:pt x="2171810" y="736600"/>
                  </a:lnTo>
                  <a:lnTo>
                    <a:pt x="2219294" y="723900"/>
                  </a:lnTo>
                  <a:lnTo>
                    <a:pt x="2231752" y="711200"/>
                  </a:lnTo>
                  <a:lnTo>
                    <a:pt x="2243484" y="698500"/>
                  </a:lnTo>
                  <a:lnTo>
                    <a:pt x="2254926" y="698500"/>
                  </a:lnTo>
                  <a:lnTo>
                    <a:pt x="2266513" y="685800"/>
                  </a:lnTo>
                  <a:lnTo>
                    <a:pt x="2283599" y="673100"/>
                  </a:lnTo>
                  <a:lnTo>
                    <a:pt x="2298803" y="660400"/>
                  </a:lnTo>
                  <a:lnTo>
                    <a:pt x="2313601" y="635000"/>
                  </a:lnTo>
                  <a:lnTo>
                    <a:pt x="2329472" y="622300"/>
                  </a:lnTo>
                  <a:lnTo>
                    <a:pt x="2342433" y="622300"/>
                  </a:lnTo>
                  <a:lnTo>
                    <a:pt x="2357199" y="609600"/>
                  </a:lnTo>
                  <a:lnTo>
                    <a:pt x="2369905" y="609600"/>
                  </a:lnTo>
                  <a:lnTo>
                    <a:pt x="2376690" y="596900"/>
                  </a:lnTo>
                  <a:lnTo>
                    <a:pt x="2390364" y="520700"/>
                  </a:lnTo>
                  <a:lnTo>
                    <a:pt x="2399670" y="457200"/>
                  </a:lnTo>
                  <a:lnTo>
                    <a:pt x="2404839" y="406400"/>
                  </a:lnTo>
                  <a:lnTo>
                    <a:pt x="2406101" y="368300"/>
                  </a:lnTo>
                  <a:lnTo>
                    <a:pt x="2403687" y="330200"/>
                  </a:lnTo>
                  <a:lnTo>
                    <a:pt x="2397826" y="304800"/>
                  </a:lnTo>
                  <a:lnTo>
                    <a:pt x="2388751" y="266700"/>
                  </a:lnTo>
                  <a:lnTo>
                    <a:pt x="2376690" y="215900"/>
                  </a:lnTo>
                  <a:lnTo>
                    <a:pt x="2370045" y="203200"/>
                  </a:lnTo>
                  <a:lnTo>
                    <a:pt x="2353724" y="177800"/>
                  </a:lnTo>
                  <a:lnTo>
                    <a:pt x="2333146" y="152400"/>
                  </a:lnTo>
                  <a:lnTo>
                    <a:pt x="2313732" y="127000"/>
                  </a:lnTo>
                  <a:lnTo>
                    <a:pt x="2286468" y="88900"/>
                  </a:lnTo>
                  <a:lnTo>
                    <a:pt x="2215424" y="38100"/>
                  </a:lnTo>
                  <a:lnTo>
                    <a:pt x="2187815" y="25400"/>
                  </a:lnTo>
                  <a:lnTo>
                    <a:pt x="2176647" y="25400"/>
                  </a:lnTo>
                  <a:lnTo>
                    <a:pt x="2164977" y="12700"/>
                  </a:lnTo>
                  <a:lnTo>
                    <a:pt x="2088183" y="12700"/>
                  </a:lnTo>
                  <a:lnTo>
                    <a:pt x="2035746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107896" y="4023794"/>
              <a:ext cx="2406650" cy="1637030"/>
            </a:xfrm>
            <a:custGeom>
              <a:avLst/>
              <a:gdLst/>
              <a:ahLst/>
              <a:cxnLst/>
              <a:rect l="l" t="t" r="r" b="b"/>
              <a:pathLst>
                <a:path w="2406650" h="1637029">
                  <a:moveTo>
                    <a:pt x="0" y="1148995"/>
                  </a:moveTo>
                  <a:lnTo>
                    <a:pt x="2850" y="1125060"/>
                  </a:lnTo>
                  <a:lnTo>
                    <a:pt x="4977" y="1100908"/>
                  </a:lnTo>
                  <a:lnTo>
                    <a:pt x="8550" y="1077190"/>
                  </a:lnTo>
                  <a:lnTo>
                    <a:pt x="15740" y="1054557"/>
                  </a:lnTo>
                  <a:lnTo>
                    <a:pt x="35576" y="1030494"/>
                  </a:lnTo>
                  <a:lnTo>
                    <a:pt x="68803" y="1002798"/>
                  </a:lnTo>
                  <a:lnTo>
                    <a:pt x="103044" y="977372"/>
                  </a:lnTo>
                  <a:lnTo>
                    <a:pt x="125918" y="960119"/>
                  </a:lnTo>
                  <a:lnTo>
                    <a:pt x="137955" y="948552"/>
                  </a:lnTo>
                  <a:lnTo>
                    <a:pt x="149276" y="936203"/>
                  </a:lnTo>
                  <a:lnTo>
                    <a:pt x="160722" y="924007"/>
                  </a:lnTo>
                  <a:lnTo>
                    <a:pt x="173136" y="912901"/>
                  </a:lnTo>
                  <a:lnTo>
                    <a:pt x="196729" y="897027"/>
                  </a:lnTo>
                  <a:lnTo>
                    <a:pt x="221522" y="882743"/>
                  </a:lnTo>
                  <a:lnTo>
                    <a:pt x="245731" y="867799"/>
                  </a:lnTo>
                  <a:lnTo>
                    <a:pt x="267574" y="849942"/>
                  </a:lnTo>
                  <a:lnTo>
                    <a:pt x="289481" y="827208"/>
                  </a:lnTo>
                  <a:lnTo>
                    <a:pt x="300141" y="817791"/>
                  </a:lnTo>
                  <a:lnTo>
                    <a:pt x="314193" y="812644"/>
                  </a:lnTo>
                  <a:lnTo>
                    <a:pt x="346273" y="802723"/>
                  </a:lnTo>
                  <a:lnTo>
                    <a:pt x="365182" y="783689"/>
                  </a:lnTo>
                  <a:lnTo>
                    <a:pt x="375448" y="773213"/>
                  </a:lnTo>
                  <a:lnTo>
                    <a:pt x="379009" y="769607"/>
                  </a:lnTo>
                  <a:lnTo>
                    <a:pt x="377803" y="771181"/>
                  </a:lnTo>
                  <a:lnTo>
                    <a:pt x="373768" y="776246"/>
                  </a:lnTo>
                  <a:lnTo>
                    <a:pt x="368842" y="783114"/>
                  </a:lnTo>
                  <a:lnTo>
                    <a:pt x="364963" y="790095"/>
                  </a:lnTo>
                  <a:lnTo>
                    <a:pt x="364068" y="795500"/>
                  </a:lnTo>
                  <a:lnTo>
                    <a:pt x="368095" y="797639"/>
                  </a:lnTo>
                  <a:lnTo>
                    <a:pt x="429093" y="767576"/>
                  </a:lnTo>
                  <a:lnTo>
                    <a:pt x="472190" y="739764"/>
                  </a:lnTo>
                  <a:lnTo>
                    <a:pt x="495219" y="722971"/>
                  </a:lnTo>
                  <a:lnTo>
                    <a:pt x="506952" y="714970"/>
                  </a:lnTo>
                  <a:lnTo>
                    <a:pt x="519409" y="708285"/>
                  </a:lnTo>
                  <a:lnTo>
                    <a:pt x="565470" y="690093"/>
                  </a:lnTo>
                  <a:lnTo>
                    <a:pt x="592495" y="682641"/>
                  </a:lnTo>
                  <a:lnTo>
                    <a:pt x="610655" y="677990"/>
                  </a:lnTo>
                  <a:lnTo>
                    <a:pt x="630122" y="668198"/>
                  </a:lnTo>
                  <a:lnTo>
                    <a:pt x="661066" y="645326"/>
                  </a:lnTo>
                  <a:lnTo>
                    <a:pt x="669244" y="637800"/>
                  </a:lnTo>
                  <a:lnTo>
                    <a:pt x="676806" y="629587"/>
                  </a:lnTo>
                  <a:lnTo>
                    <a:pt x="684368" y="621373"/>
                  </a:lnTo>
                  <a:lnTo>
                    <a:pt x="692546" y="613847"/>
                  </a:lnTo>
                  <a:lnTo>
                    <a:pt x="717167" y="596288"/>
                  </a:lnTo>
                  <a:lnTo>
                    <a:pt x="735726" y="585003"/>
                  </a:lnTo>
                  <a:lnTo>
                    <a:pt x="752369" y="572401"/>
                  </a:lnTo>
                  <a:lnTo>
                    <a:pt x="771244" y="550888"/>
                  </a:lnTo>
                  <a:lnTo>
                    <a:pt x="786896" y="527126"/>
                  </a:lnTo>
                  <a:lnTo>
                    <a:pt x="801203" y="502351"/>
                  </a:lnTo>
                  <a:lnTo>
                    <a:pt x="816271" y="478236"/>
                  </a:lnTo>
                  <a:lnTo>
                    <a:pt x="834202" y="456450"/>
                  </a:lnTo>
                  <a:lnTo>
                    <a:pt x="842245" y="448735"/>
                  </a:lnTo>
                  <a:lnTo>
                    <a:pt x="850401" y="441121"/>
                  </a:lnTo>
                  <a:lnTo>
                    <a:pt x="858328" y="433303"/>
                  </a:lnTo>
                  <a:lnTo>
                    <a:pt x="865682" y="424971"/>
                  </a:lnTo>
                  <a:lnTo>
                    <a:pt x="873706" y="413242"/>
                  </a:lnTo>
                  <a:lnTo>
                    <a:pt x="880838" y="400838"/>
                  </a:lnTo>
                  <a:lnTo>
                    <a:pt x="888262" y="388695"/>
                  </a:lnTo>
                  <a:lnTo>
                    <a:pt x="897161" y="377752"/>
                  </a:lnTo>
                  <a:lnTo>
                    <a:pt x="908162" y="368921"/>
                  </a:lnTo>
                  <a:lnTo>
                    <a:pt x="920401" y="361613"/>
                  </a:lnTo>
                  <a:lnTo>
                    <a:pt x="932824" y="354504"/>
                  </a:lnTo>
                  <a:lnTo>
                    <a:pt x="944380" y="346273"/>
                  </a:lnTo>
                  <a:lnTo>
                    <a:pt x="959764" y="329607"/>
                  </a:lnTo>
                  <a:lnTo>
                    <a:pt x="973751" y="311069"/>
                  </a:lnTo>
                  <a:lnTo>
                    <a:pt x="988792" y="294394"/>
                  </a:lnTo>
                  <a:lnTo>
                    <a:pt x="1007339" y="283314"/>
                  </a:lnTo>
                  <a:lnTo>
                    <a:pt x="1019309" y="279758"/>
                  </a:lnTo>
                  <a:lnTo>
                    <a:pt x="1031389" y="276455"/>
                  </a:lnTo>
                  <a:lnTo>
                    <a:pt x="1043249" y="272647"/>
                  </a:lnTo>
                  <a:lnTo>
                    <a:pt x="1086772" y="249139"/>
                  </a:lnTo>
                  <a:lnTo>
                    <a:pt x="1149537" y="209422"/>
                  </a:lnTo>
                  <a:lnTo>
                    <a:pt x="1192114" y="180720"/>
                  </a:lnTo>
                  <a:lnTo>
                    <a:pt x="1203642" y="172374"/>
                  </a:lnTo>
                  <a:lnTo>
                    <a:pt x="1215392" y="164409"/>
                  </a:lnTo>
                  <a:lnTo>
                    <a:pt x="1227694" y="157397"/>
                  </a:lnTo>
                  <a:lnTo>
                    <a:pt x="1239188" y="152726"/>
                  </a:lnTo>
                  <a:lnTo>
                    <a:pt x="1251150" y="149195"/>
                  </a:lnTo>
                  <a:lnTo>
                    <a:pt x="1263189" y="145830"/>
                  </a:lnTo>
                  <a:lnTo>
                    <a:pt x="1274914" y="141657"/>
                  </a:lnTo>
                  <a:lnTo>
                    <a:pt x="1322473" y="118707"/>
                  </a:lnTo>
                  <a:lnTo>
                    <a:pt x="1361120" y="93713"/>
                  </a:lnTo>
                  <a:lnTo>
                    <a:pt x="1372688" y="85441"/>
                  </a:lnTo>
                  <a:lnTo>
                    <a:pt x="1385091" y="78698"/>
                  </a:lnTo>
                  <a:lnTo>
                    <a:pt x="1400365" y="73382"/>
                  </a:lnTo>
                  <a:lnTo>
                    <a:pt x="1416157" y="69601"/>
                  </a:lnTo>
                  <a:lnTo>
                    <a:pt x="1432155" y="66433"/>
                  </a:lnTo>
                  <a:lnTo>
                    <a:pt x="1448050" y="62959"/>
                  </a:lnTo>
                  <a:lnTo>
                    <a:pt x="1463568" y="54520"/>
                  </a:lnTo>
                  <a:lnTo>
                    <a:pt x="1478939" y="45702"/>
                  </a:lnTo>
                  <a:lnTo>
                    <a:pt x="1494605" y="37642"/>
                  </a:lnTo>
                  <a:lnTo>
                    <a:pt x="1557305" y="20360"/>
                  </a:lnTo>
                  <a:lnTo>
                    <a:pt x="1608999" y="10227"/>
                  </a:lnTo>
                  <a:lnTo>
                    <a:pt x="1651047" y="2851"/>
                  </a:lnTo>
                  <a:lnTo>
                    <a:pt x="1668405" y="0"/>
                  </a:lnTo>
                  <a:lnTo>
                    <a:pt x="1720878" y="1607"/>
                  </a:lnTo>
                  <a:lnTo>
                    <a:pt x="1773360" y="3004"/>
                  </a:lnTo>
                  <a:lnTo>
                    <a:pt x="1825847" y="4295"/>
                  </a:lnTo>
                  <a:lnTo>
                    <a:pt x="1878334" y="5586"/>
                  </a:lnTo>
                  <a:lnTo>
                    <a:pt x="1930816" y="6982"/>
                  </a:lnTo>
                  <a:lnTo>
                    <a:pt x="1983288" y="8590"/>
                  </a:lnTo>
                  <a:lnTo>
                    <a:pt x="2035745" y="10515"/>
                  </a:lnTo>
                  <a:lnTo>
                    <a:pt x="2088183" y="12863"/>
                  </a:lnTo>
                  <a:lnTo>
                    <a:pt x="2140595" y="15739"/>
                  </a:lnTo>
                  <a:lnTo>
                    <a:pt x="2187814" y="31480"/>
                  </a:lnTo>
                  <a:lnTo>
                    <a:pt x="2251003" y="70866"/>
                  </a:lnTo>
                  <a:lnTo>
                    <a:pt x="2286468" y="97990"/>
                  </a:lnTo>
                  <a:lnTo>
                    <a:pt x="2313732" y="125918"/>
                  </a:lnTo>
                  <a:lnTo>
                    <a:pt x="2353724" y="184486"/>
                  </a:lnTo>
                  <a:lnTo>
                    <a:pt x="2376690" y="220356"/>
                  </a:lnTo>
                  <a:lnTo>
                    <a:pt x="2388750" y="268270"/>
                  </a:lnTo>
                  <a:lnTo>
                    <a:pt x="2397826" y="307154"/>
                  </a:lnTo>
                  <a:lnTo>
                    <a:pt x="2406100" y="375493"/>
                  </a:lnTo>
                  <a:lnTo>
                    <a:pt x="2404839" y="413781"/>
                  </a:lnTo>
                  <a:lnTo>
                    <a:pt x="2399670" y="460701"/>
                  </a:lnTo>
                  <a:lnTo>
                    <a:pt x="2390364" y="520672"/>
                  </a:lnTo>
                  <a:lnTo>
                    <a:pt x="2376690" y="598108"/>
                  </a:lnTo>
                  <a:lnTo>
                    <a:pt x="2342433" y="622092"/>
                  </a:lnTo>
                  <a:lnTo>
                    <a:pt x="2329472" y="629587"/>
                  </a:lnTo>
                  <a:lnTo>
                    <a:pt x="2313600" y="645257"/>
                  </a:lnTo>
                  <a:lnTo>
                    <a:pt x="2298802" y="662136"/>
                  </a:lnTo>
                  <a:lnTo>
                    <a:pt x="2283599" y="678479"/>
                  </a:lnTo>
                  <a:lnTo>
                    <a:pt x="2266512" y="692546"/>
                  </a:lnTo>
                  <a:lnTo>
                    <a:pt x="2254925" y="700811"/>
                  </a:lnTo>
                  <a:lnTo>
                    <a:pt x="2243483" y="709339"/>
                  </a:lnTo>
                  <a:lnTo>
                    <a:pt x="2171810" y="743617"/>
                  </a:lnTo>
                  <a:lnTo>
                    <a:pt x="2119497" y="756223"/>
                  </a:lnTo>
                  <a:lnTo>
                    <a:pt x="2091298" y="760593"/>
                  </a:lnTo>
                  <a:lnTo>
                    <a:pt x="2046157" y="771243"/>
                  </a:lnTo>
                  <a:lnTo>
                    <a:pt x="2022323" y="778370"/>
                  </a:lnTo>
                  <a:lnTo>
                    <a:pt x="1998738" y="786322"/>
                  </a:lnTo>
                  <a:lnTo>
                    <a:pt x="1975254" y="794605"/>
                  </a:lnTo>
                  <a:lnTo>
                    <a:pt x="1951719" y="802723"/>
                  </a:lnTo>
                  <a:lnTo>
                    <a:pt x="1904500" y="818463"/>
                  </a:lnTo>
                  <a:lnTo>
                    <a:pt x="1892423" y="821841"/>
                  </a:lnTo>
                  <a:lnTo>
                    <a:pt x="1880165" y="824849"/>
                  </a:lnTo>
                  <a:lnTo>
                    <a:pt x="1868270" y="828598"/>
                  </a:lnTo>
                  <a:lnTo>
                    <a:pt x="1857281" y="834202"/>
                  </a:lnTo>
                  <a:lnTo>
                    <a:pt x="1825945" y="855688"/>
                  </a:lnTo>
                  <a:lnTo>
                    <a:pt x="1811615" y="864922"/>
                  </a:lnTo>
                  <a:lnTo>
                    <a:pt x="1796509" y="870600"/>
                  </a:lnTo>
                  <a:lnTo>
                    <a:pt x="1762843" y="881422"/>
                  </a:lnTo>
                  <a:lnTo>
                    <a:pt x="1735019" y="909317"/>
                  </a:lnTo>
                  <a:lnTo>
                    <a:pt x="1704867" y="939864"/>
                  </a:lnTo>
                  <a:lnTo>
                    <a:pt x="1668405" y="960119"/>
                  </a:lnTo>
                  <a:lnTo>
                    <a:pt x="1634649" y="989581"/>
                  </a:lnTo>
                  <a:lnTo>
                    <a:pt x="1605446" y="1023078"/>
                  </a:lnTo>
                  <a:lnTo>
                    <a:pt x="1585164" y="1054196"/>
                  </a:lnTo>
                  <a:lnTo>
                    <a:pt x="1575896" y="1067944"/>
                  </a:lnTo>
                  <a:lnTo>
                    <a:pt x="1565664" y="1078933"/>
                  </a:lnTo>
                  <a:lnTo>
                    <a:pt x="1542488" y="1101777"/>
                  </a:lnTo>
                  <a:lnTo>
                    <a:pt x="1538948" y="1113756"/>
                  </a:lnTo>
                  <a:lnTo>
                    <a:pt x="1509159" y="1177704"/>
                  </a:lnTo>
                  <a:lnTo>
                    <a:pt x="1471043" y="1233328"/>
                  </a:lnTo>
                  <a:lnTo>
                    <a:pt x="1463790" y="1243434"/>
                  </a:lnTo>
                  <a:lnTo>
                    <a:pt x="1453123" y="1277182"/>
                  </a:lnTo>
                  <a:lnTo>
                    <a:pt x="1449583" y="1288783"/>
                  </a:lnTo>
                  <a:lnTo>
                    <a:pt x="1446654" y="1291380"/>
                  </a:lnTo>
                  <a:lnTo>
                    <a:pt x="1437821" y="1298115"/>
                  </a:lnTo>
                  <a:lnTo>
                    <a:pt x="1416570" y="1322132"/>
                  </a:lnTo>
                  <a:lnTo>
                    <a:pt x="1408668" y="1333990"/>
                  </a:lnTo>
                  <a:lnTo>
                    <a:pt x="1401737" y="1346610"/>
                  </a:lnTo>
                  <a:lnTo>
                    <a:pt x="1394354" y="1358795"/>
                  </a:lnTo>
                  <a:lnTo>
                    <a:pt x="1385091" y="1369352"/>
                  </a:lnTo>
                  <a:lnTo>
                    <a:pt x="1362085" y="1385937"/>
                  </a:lnTo>
                  <a:lnTo>
                    <a:pt x="1337227" y="1400141"/>
                  </a:lnTo>
                  <a:lnTo>
                    <a:pt x="1312691" y="1414689"/>
                  </a:lnTo>
                  <a:lnTo>
                    <a:pt x="1290653" y="1432310"/>
                  </a:lnTo>
                  <a:lnTo>
                    <a:pt x="1271588" y="1451708"/>
                  </a:lnTo>
                  <a:lnTo>
                    <a:pt x="1255216" y="1467324"/>
                  </a:lnTo>
                  <a:lnTo>
                    <a:pt x="1236888" y="1481172"/>
                  </a:lnTo>
                  <a:lnTo>
                    <a:pt x="1211955" y="1495269"/>
                  </a:lnTo>
                  <a:lnTo>
                    <a:pt x="1200356" y="1499725"/>
                  </a:lnTo>
                  <a:lnTo>
                    <a:pt x="1188219" y="1502899"/>
                  </a:lnTo>
                  <a:lnTo>
                    <a:pt x="1176145" y="1506193"/>
                  </a:lnTo>
                  <a:lnTo>
                    <a:pt x="1164736" y="1511008"/>
                  </a:lnTo>
                  <a:lnTo>
                    <a:pt x="1141075" y="1526915"/>
                  </a:lnTo>
                  <a:lnTo>
                    <a:pt x="1118574" y="1544892"/>
                  </a:lnTo>
                  <a:lnTo>
                    <a:pt x="1095545" y="1561667"/>
                  </a:lnTo>
                  <a:lnTo>
                    <a:pt x="1070298" y="1573967"/>
                  </a:lnTo>
                  <a:lnTo>
                    <a:pt x="1038565" y="1584567"/>
                  </a:lnTo>
                  <a:lnTo>
                    <a:pt x="1020756" y="1590550"/>
                  </a:lnTo>
                  <a:lnTo>
                    <a:pt x="1041265" y="1582686"/>
                  </a:lnTo>
                  <a:lnTo>
                    <a:pt x="1038405" y="1582951"/>
                  </a:lnTo>
                  <a:lnTo>
                    <a:pt x="1000779" y="1593380"/>
                  </a:lnTo>
                  <a:lnTo>
                    <a:pt x="960119" y="1605446"/>
                  </a:lnTo>
                  <a:lnTo>
                    <a:pt x="900982" y="1624761"/>
                  </a:lnTo>
                  <a:lnTo>
                    <a:pt x="865682" y="1636925"/>
                  </a:lnTo>
                  <a:lnTo>
                    <a:pt x="816191" y="1635005"/>
                  </a:lnTo>
                  <a:lnTo>
                    <a:pt x="766668" y="1633521"/>
                  </a:lnTo>
                  <a:lnTo>
                    <a:pt x="717136" y="1632147"/>
                  </a:lnTo>
                  <a:lnTo>
                    <a:pt x="667621" y="1630555"/>
                  </a:lnTo>
                  <a:lnTo>
                    <a:pt x="618146" y="1628416"/>
                  </a:lnTo>
                  <a:lnTo>
                    <a:pt x="568734" y="1625402"/>
                  </a:lnTo>
                  <a:lnTo>
                    <a:pt x="519409" y="1621186"/>
                  </a:lnTo>
                  <a:lnTo>
                    <a:pt x="478449" y="1614164"/>
                  </a:lnTo>
                  <a:lnTo>
                    <a:pt x="433792" y="1602331"/>
                  </a:lnTo>
                  <a:lnTo>
                    <a:pt x="388659" y="1588120"/>
                  </a:lnTo>
                  <a:lnTo>
                    <a:pt x="346273" y="1573967"/>
                  </a:lnTo>
                  <a:lnTo>
                    <a:pt x="331370" y="1557155"/>
                  </a:lnTo>
                  <a:lnTo>
                    <a:pt x="323605" y="1549151"/>
                  </a:lnTo>
                  <a:lnTo>
                    <a:pt x="314794" y="1542487"/>
                  </a:lnTo>
                  <a:lnTo>
                    <a:pt x="286009" y="1526783"/>
                  </a:lnTo>
                  <a:lnTo>
                    <a:pt x="272108" y="1522417"/>
                  </a:lnTo>
                  <a:lnTo>
                    <a:pt x="267794" y="1525121"/>
                  </a:lnTo>
                  <a:lnTo>
                    <a:pt x="267769" y="1530625"/>
                  </a:lnTo>
                  <a:lnTo>
                    <a:pt x="266737" y="1534661"/>
                  </a:lnTo>
                  <a:lnTo>
                    <a:pt x="204616" y="1495269"/>
                  </a:lnTo>
                  <a:lnTo>
                    <a:pt x="173493" y="1463285"/>
                  </a:lnTo>
                  <a:lnTo>
                    <a:pt x="158574" y="1446588"/>
                  </a:lnTo>
                  <a:lnTo>
                    <a:pt x="141657" y="1432310"/>
                  </a:lnTo>
                  <a:lnTo>
                    <a:pt x="94438" y="1400831"/>
                  </a:lnTo>
                  <a:lnTo>
                    <a:pt x="61203" y="1352512"/>
                  </a:lnTo>
                  <a:lnTo>
                    <a:pt x="43541" y="1328143"/>
                  </a:lnTo>
                  <a:lnTo>
                    <a:pt x="34627" y="1313767"/>
                  </a:lnTo>
                  <a:lnTo>
                    <a:pt x="27635" y="1295429"/>
                  </a:lnTo>
                  <a:lnTo>
                    <a:pt x="15740" y="1259173"/>
                  </a:lnTo>
                  <a:lnTo>
                    <a:pt x="19254" y="1183575"/>
                  </a:lnTo>
                  <a:lnTo>
                    <a:pt x="17898" y="1133985"/>
                  </a:lnTo>
                  <a:lnTo>
                    <a:pt x="14790" y="1103622"/>
                  </a:lnTo>
                  <a:lnTo>
                    <a:pt x="13050" y="1085705"/>
                  </a:lnTo>
                  <a:lnTo>
                    <a:pt x="15795" y="1073453"/>
                  </a:lnTo>
                  <a:lnTo>
                    <a:pt x="26145" y="1060084"/>
                  </a:lnTo>
                  <a:lnTo>
                    <a:pt x="47219" y="1038818"/>
                  </a:lnTo>
                </a:path>
              </a:pathLst>
            </a:custGeom>
            <a:ln w="13334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27606" y="5890158"/>
            <a:ext cx="5176520" cy="438784"/>
            <a:chOff x="527606" y="5890158"/>
            <a:chExt cx="5176520" cy="438784"/>
          </a:xfrm>
        </p:grpSpPr>
        <p:sp>
          <p:nvSpPr>
            <p:cNvPr id="6" name="object 6"/>
            <p:cNvSpPr/>
            <p:nvPr/>
          </p:nvSpPr>
          <p:spPr>
            <a:xfrm>
              <a:off x="534273" y="5896825"/>
              <a:ext cx="5163185" cy="425450"/>
            </a:xfrm>
            <a:custGeom>
              <a:avLst/>
              <a:gdLst/>
              <a:ahLst/>
              <a:cxnLst/>
              <a:rect l="l" t="t" r="r" b="b"/>
              <a:pathLst>
                <a:path w="5163185" h="425450">
                  <a:moveTo>
                    <a:pt x="5091716" y="0"/>
                  </a:moveTo>
                  <a:lnTo>
                    <a:pt x="70895" y="0"/>
                  </a:lnTo>
                  <a:lnTo>
                    <a:pt x="43299" y="5571"/>
                  </a:lnTo>
                  <a:lnTo>
                    <a:pt x="20764" y="20764"/>
                  </a:lnTo>
                  <a:lnTo>
                    <a:pt x="5571" y="43300"/>
                  </a:lnTo>
                  <a:lnTo>
                    <a:pt x="0" y="70896"/>
                  </a:lnTo>
                  <a:lnTo>
                    <a:pt x="0" y="354476"/>
                  </a:lnTo>
                  <a:lnTo>
                    <a:pt x="5571" y="382072"/>
                  </a:lnTo>
                  <a:lnTo>
                    <a:pt x="20764" y="404607"/>
                  </a:lnTo>
                  <a:lnTo>
                    <a:pt x="43299" y="419801"/>
                  </a:lnTo>
                  <a:lnTo>
                    <a:pt x="70895" y="425372"/>
                  </a:lnTo>
                  <a:lnTo>
                    <a:pt x="5091716" y="425372"/>
                  </a:lnTo>
                  <a:lnTo>
                    <a:pt x="5119312" y="419801"/>
                  </a:lnTo>
                  <a:lnTo>
                    <a:pt x="5141847" y="404607"/>
                  </a:lnTo>
                  <a:lnTo>
                    <a:pt x="5157040" y="382072"/>
                  </a:lnTo>
                  <a:lnTo>
                    <a:pt x="5162612" y="354476"/>
                  </a:lnTo>
                  <a:lnTo>
                    <a:pt x="5162612" y="70896"/>
                  </a:lnTo>
                  <a:lnTo>
                    <a:pt x="5157040" y="43300"/>
                  </a:lnTo>
                  <a:lnTo>
                    <a:pt x="5141847" y="20764"/>
                  </a:lnTo>
                  <a:lnTo>
                    <a:pt x="5119312" y="5571"/>
                  </a:lnTo>
                  <a:lnTo>
                    <a:pt x="5091716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4273" y="5896825"/>
              <a:ext cx="5163185" cy="425450"/>
            </a:xfrm>
            <a:custGeom>
              <a:avLst/>
              <a:gdLst/>
              <a:ahLst/>
              <a:cxnLst/>
              <a:rect l="l" t="t" r="r" b="b"/>
              <a:pathLst>
                <a:path w="5163185" h="425450">
                  <a:moveTo>
                    <a:pt x="0" y="70896"/>
                  </a:moveTo>
                  <a:lnTo>
                    <a:pt x="5571" y="43300"/>
                  </a:lnTo>
                  <a:lnTo>
                    <a:pt x="20764" y="20765"/>
                  </a:lnTo>
                  <a:lnTo>
                    <a:pt x="43299" y="5571"/>
                  </a:lnTo>
                  <a:lnTo>
                    <a:pt x="70895" y="0"/>
                  </a:lnTo>
                  <a:lnTo>
                    <a:pt x="5091716" y="0"/>
                  </a:lnTo>
                  <a:lnTo>
                    <a:pt x="5119312" y="5571"/>
                  </a:lnTo>
                  <a:lnTo>
                    <a:pt x="5141847" y="20765"/>
                  </a:lnTo>
                  <a:lnTo>
                    <a:pt x="5157040" y="43300"/>
                  </a:lnTo>
                  <a:lnTo>
                    <a:pt x="5162612" y="70896"/>
                  </a:lnTo>
                  <a:lnTo>
                    <a:pt x="5162612" y="354476"/>
                  </a:lnTo>
                  <a:lnTo>
                    <a:pt x="5157040" y="382072"/>
                  </a:lnTo>
                  <a:lnTo>
                    <a:pt x="5141847" y="404607"/>
                  </a:lnTo>
                  <a:lnTo>
                    <a:pt x="5119312" y="419801"/>
                  </a:lnTo>
                  <a:lnTo>
                    <a:pt x="5091716" y="425372"/>
                  </a:lnTo>
                  <a:lnTo>
                    <a:pt x="70895" y="425372"/>
                  </a:lnTo>
                  <a:lnTo>
                    <a:pt x="43299" y="419801"/>
                  </a:lnTo>
                  <a:lnTo>
                    <a:pt x="20764" y="404607"/>
                  </a:lnTo>
                  <a:lnTo>
                    <a:pt x="5571" y="382072"/>
                  </a:lnTo>
                  <a:lnTo>
                    <a:pt x="0" y="354476"/>
                  </a:lnTo>
                  <a:lnTo>
                    <a:pt x="0" y="70896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41102" y="227075"/>
            <a:ext cx="6391275" cy="97980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 marR="5080" indent="1117600">
              <a:lnSpc>
                <a:spcPct val="73900"/>
              </a:lnSpc>
              <a:spcBef>
                <a:spcPts val="1225"/>
              </a:spcBef>
            </a:pPr>
            <a:r>
              <a:rPr sz="3600" spc="-130" dirty="0"/>
              <a:t>S</a:t>
            </a:r>
            <a:r>
              <a:rPr sz="3600" spc="-125" dirty="0"/>
              <a:t>tron</a:t>
            </a:r>
            <a:r>
              <a:rPr sz="3600" dirty="0"/>
              <a:t>g</a:t>
            </a:r>
            <a:r>
              <a:rPr sz="3600" spc="-250" dirty="0"/>
              <a:t> </a:t>
            </a:r>
            <a:r>
              <a:rPr sz="3600" spc="-125" dirty="0"/>
              <a:t>En</a:t>
            </a:r>
            <a:r>
              <a:rPr sz="3600" spc="-120" dirty="0"/>
              <a:t>tit</a:t>
            </a:r>
            <a:r>
              <a:rPr sz="3600" dirty="0"/>
              <a:t>y</a:t>
            </a:r>
            <a:r>
              <a:rPr sz="3600" spc="-240" dirty="0"/>
              <a:t> </a:t>
            </a:r>
            <a:r>
              <a:rPr sz="3600" spc="-130" dirty="0"/>
              <a:t>S</a:t>
            </a:r>
            <a:r>
              <a:rPr sz="3600" spc="-125" dirty="0"/>
              <a:t>e</a:t>
            </a:r>
            <a:r>
              <a:rPr sz="3600" dirty="0"/>
              <a:t>t  </a:t>
            </a:r>
            <a:r>
              <a:rPr sz="3600" spc="-140" dirty="0"/>
              <a:t>w</a:t>
            </a:r>
            <a:r>
              <a:rPr sz="3600" spc="-120" dirty="0"/>
              <a:t>it</a:t>
            </a:r>
            <a:r>
              <a:rPr sz="3600" dirty="0"/>
              <a:t>h</a:t>
            </a:r>
            <a:r>
              <a:rPr sz="3600" spc="-240" dirty="0"/>
              <a:t> </a:t>
            </a:r>
            <a:r>
              <a:rPr sz="3600" spc="-135" dirty="0"/>
              <a:t>M</a:t>
            </a:r>
            <a:r>
              <a:rPr sz="3600" spc="-125" dirty="0"/>
              <a:t>u</a:t>
            </a:r>
            <a:r>
              <a:rPr sz="3600" spc="-120" dirty="0"/>
              <a:t>ltiv</a:t>
            </a:r>
            <a:r>
              <a:rPr sz="3600" spc="-125" dirty="0"/>
              <a:t>a</a:t>
            </a:r>
            <a:r>
              <a:rPr sz="3600" spc="-120" dirty="0"/>
              <a:t>l</a:t>
            </a:r>
            <a:r>
              <a:rPr sz="3600" spc="-125" dirty="0"/>
              <a:t>ue</a:t>
            </a:r>
            <a:r>
              <a:rPr sz="3600" dirty="0"/>
              <a:t>d</a:t>
            </a:r>
            <a:r>
              <a:rPr sz="3600" spc="-245" dirty="0"/>
              <a:t> </a:t>
            </a:r>
            <a:r>
              <a:rPr sz="3600" spc="-130" dirty="0"/>
              <a:t>A</a:t>
            </a:r>
            <a:r>
              <a:rPr sz="3600" spc="-120" dirty="0"/>
              <a:t>tt</a:t>
            </a:r>
            <a:r>
              <a:rPr sz="3600" spc="-125" dirty="0"/>
              <a:t>r</a:t>
            </a:r>
            <a:r>
              <a:rPr sz="3600" spc="-120" dirty="0"/>
              <a:t>i</a:t>
            </a:r>
            <a:r>
              <a:rPr sz="3600" spc="-130" dirty="0"/>
              <a:t>b</a:t>
            </a:r>
            <a:r>
              <a:rPr sz="3600" spc="-125" dirty="0"/>
              <a:t>u</a:t>
            </a:r>
            <a:r>
              <a:rPr sz="3600" spc="-120" dirty="0"/>
              <a:t>t</a:t>
            </a:r>
            <a:r>
              <a:rPr sz="3600" dirty="0"/>
              <a:t>e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715108" y="5455919"/>
            <a:ext cx="479425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000"/>
              </a:lnSpc>
              <a:spcBef>
                <a:spcPts val="1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person(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name)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person_phone(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phone_number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6283" y="1341119"/>
            <a:ext cx="7666990" cy="2019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separate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multivalued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attribute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00">
              <a:latin typeface="Verdana"/>
              <a:cs typeface="Verdana"/>
            </a:endParaRPr>
          </a:p>
          <a:p>
            <a:pPr marL="12700">
              <a:lnSpc>
                <a:spcPts val="2425"/>
              </a:lnSpc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Name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concatenation,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separated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“_”</a:t>
            </a:r>
            <a:endParaRPr sz="2100">
              <a:latin typeface="Verdana"/>
              <a:cs typeface="Verdana"/>
            </a:endParaRPr>
          </a:p>
          <a:p>
            <a:pPr marL="499109">
              <a:lnSpc>
                <a:spcPts val="2425"/>
              </a:lnSpc>
            </a:pPr>
            <a:r>
              <a:rPr sz="2100" i="1" spc="-5" dirty="0">
                <a:solidFill>
                  <a:srgbClr val="292934"/>
                </a:solidFill>
                <a:latin typeface="Verdana"/>
                <a:cs typeface="Verdana"/>
              </a:rPr>
              <a:t>entityname_attributename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all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12940" y="4939906"/>
            <a:ext cx="1265555" cy="548640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1035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86905" y="4235239"/>
            <a:ext cx="1039494" cy="494030"/>
            <a:chOff x="6286905" y="4235239"/>
            <a:chExt cx="1039494" cy="494030"/>
          </a:xfrm>
        </p:grpSpPr>
        <p:sp>
          <p:nvSpPr>
            <p:cNvPr id="13" name="object 13"/>
            <p:cNvSpPr/>
            <p:nvPr/>
          </p:nvSpPr>
          <p:spPr>
            <a:xfrm>
              <a:off x="6291985" y="4240319"/>
              <a:ext cx="1029335" cy="483870"/>
            </a:xfrm>
            <a:custGeom>
              <a:avLst/>
              <a:gdLst/>
              <a:ahLst/>
              <a:cxnLst/>
              <a:rect l="l" t="t" r="r" b="b"/>
              <a:pathLst>
                <a:path w="1029334" h="483870">
                  <a:moveTo>
                    <a:pt x="514541" y="0"/>
                  </a:moveTo>
                  <a:lnTo>
                    <a:pt x="449998" y="1883"/>
                  </a:lnTo>
                  <a:lnTo>
                    <a:pt x="387848" y="7382"/>
                  </a:lnTo>
                  <a:lnTo>
                    <a:pt x="328572" y="16271"/>
                  </a:lnTo>
                  <a:lnTo>
                    <a:pt x="272652" y="28322"/>
                  </a:lnTo>
                  <a:lnTo>
                    <a:pt x="220572" y="43309"/>
                  </a:lnTo>
                  <a:lnTo>
                    <a:pt x="172813" y="61006"/>
                  </a:lnTo>
                  <a:lnTo>
                    <a:pt x="129858" y="81186"/>
                  </a:lnTo>
                  <a:lnTo>
                    <a:pt x="92188" y="103623"/>
                  </a:lnTo>
                  <a:lnTo>
                    <a:pt x="60286" y="128090"/>
                  </a:lnTo>
                  <a:lnTo>
                    <a:pt x="15714" y="182208"/>
                  </a:lnTo>
                  <a:lnTo>
                    <a:pt x="0" y="241727"/>
                  </a:lnTo>
                  <a:lnTo>
                    <a:pt x="4009" y="272049"/>
                  </a:lnTo>
                  <a:lnTo>
                    <a:pt x="34634" y="329095"/>
                  </a:lnTo>
                  <a:lnTo>
                    <a:pt x="92188" y="379832"/>
                  </a:lnTo>
                  <a:lnTo>
                    <a:pt x="129858" y="402269"/>
                  </a:lnTo>
                  <a:lnTo>
                    <a:pt x="172813" y="422449"/>
                  </a:lnTo>
                  <a:lnTo>
                    <a:pt x="220572" y="440146"/>
                  </a:lnTo>
                  <a:lnTo>
                    <a:pt x="272652" y="455133"/>
                  </a:lnTo>
                  <a:lnTo>
                    <a:pt x="328572" y="467184"/>
                  </a:lnTo>
                  <a:lnTo>
                    <a:pt x="387848" y="476073"/>
                  </a:lnTo>
                  <a:lnTo>
                    <a:pt x="449998" y="481572"/>
                  </a:lnTo>
                  <a:lnTo>
                    <a:pt x="514541" y="483455"/>
                  </a:lnTo>
                  <a:lnTo>
                    <a:pt x="579084" y="481572"/>
                  </a:lnTo>
                  <a:lnTo>
                    <a:pt x="641234" y="476073"/>
                  </a:lnTo>
                  <a:lnTo>
                    <a:pt x="700510" y="467184"/>
                  </a:lnTo>
                  <a:lnTo>
                    <a:pt x="756429" y="455133"/>
                  </a:lnTo>
                  <a:lnTo>
                    <a:pt x="808509" y="440146"/>
                  </a:lnTo>
                  <a:lnTo>
                    <a:pt x="856268" y="422449"/>
                  </a:lnTo>
                  <a:lnTo>
                    <a:pt x="899223" y="402269"/>
                  </a:lnTo>
                  <a:lnTo>
                    <a:pt x="936893" y="379832"/>
                  </a:lnTo>
                  <a:lnTo>
                    <a:pt x="968795" y="355365"/>
                  </a:lnTo>
                  <a:lnTo>
                    <a:pt x="1013367" y="301247"/>
                  </a:lnTo>
                  <a:lnTo>
                    <a:pt x="1029082" y="241727"/>
                  </a:lnTo>
                  <a:lnTo>
                    <a:pt x="1025073" y="211406"/>
                  </a:lnTo>
                  <a:lnTo>
                    <a:pt x="994447" y="154360"/>
                  </a:lnTo>
                  <a:lnTo>
                    <a:pt x="936893" y="103623"/>
                  </a:lnTo>
                  <a:lnTo>
                    <a:pt x="899223" y="81186"/>
                  </a:lnTo>
                  <a:lnTo>
                    <a:pt x="856268" y="61006"/>
                  </a:lnTo>
                  <a:lnTo>
                    <a:pt x="808509" y="43309"/>
                  </a:lnTo>
                  <a:lnTo>
                    <a:pt x="756429" y="28322"/>
                  </a:lnTo>
                  <a:lnTo>
                    <a:pt x="700510" y="16271"/>
                  </a:lnTo>
                  <a:lnTo>
                    <a:pt x="641234" y="7382"/>
                  </a:lnTo>
                  <a:lnTo>
                    <a:pt x="579084" y="1883"/>
                  </a:lnTo>
                  <a:lnTo>
                    <a:pt x="51454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91985" y="4240319"/>
              <a:ext cx="1029335" cy="483870"/>
            </a:xfrm>
            <a:custGeom>
              <a:avLst/>
              <a:gdLst/>
              <a:ahLst/>
              <a:cxnLst/>
              <a:rect l="l" t="t" r="r" b="b"/>
              <a:pathLst>
                <a:path w="1029334" h="483870">
                  <a:moveTo>
                    <a:pt x="0" y="241727"/>
                  </a:moveTo>
                  <a:lnTo>
                    <a:pt x="15714" y="182208"/>
                  </a:lnTo>
                  <a:lnTo>
                    <a:pt x="60286" y="128090"/>
                  </a:lnTo>
                  <a:lnTo>
                    <a:pt x="92188" y="103623"/>
                  </a:lnTo>
                  <a:lnTo>
                    <a:pt x="129858" y="81186"/>
                  </a:lnTo>
                  <a:lnTo>
                    <a:pt x="172813" y="61006"/>
                  </a:lnTo>
                  <a:lnTo>
                    <a:pt x="220572" y="43309"/>
                  </a:lnTo>
                  <a:lnTo>
                    <a:pt x="272652" y="28322"/>
                  </a:lnTo>
                  <a:lnTo>
                    <a:pt x="328571" y="16271"/>
                  </a:lnTo>
                  <a:lnTo>
                    <a:pt x="387847" y="7382"/>
                  </a:lnTo>
                  <a:lnTo>
                    <a:pt x="449997" y="1883"/>
                  </a:lnTo>
                  <a:lnTo>
                    <a:pt x="514540" y="0"/>
                  </a:lnTo>
                  <a:lnTo>
                    <a:pt x="579083" y="1883"/>
                  </a:lnTo>
                  <a:lnTo>
                    <a:pt x="641234" y="7382"/>
                  </a:lnTo>
                  <a:lnTo>
                    <a:pt x="700510" y="16271"/>
                  </a:lnTo>
                  <a:lnTo>
                    <a:pt x="756429" y="28322"/>
                  </a:lnTo>
                  <a:lnTo>
                    <a:pt x="808509" y="43309"/>
                  </a:lnTo>
                  <a:lnTo>
                    <a:pt x="856267" y="61006"/>
                  </a:lnTo>
                  <a:lnTo>
                    <a:pt x="899223" y="81186"/>
                  </a:lnTo>
                  <a:lnTo>
                    <a:pt x="936893" y="103623"/>
                  </a:lnTo>
                  <a:lnTo>
                    <a:pt x="968795" y="128090"/>
                  </a:lnTo>
                  <a:lnTo>
                    <a:pt x="1013367" y="182208"/>
                  </a:lnTo>
                  <a:lnTo>
                    <a:pt x="1029081" y="241727"/>
                  </a:lnTo>
                  <a:lnTo>
                    <a:pt x="1025072" y="272049"/>
                  </a:lnTo>
                  <a:lnTo>
                    <a:pt x="994447" y="329094"/>
                  </a:lnTo>
                  <a:lnTo>
                    <a:pt x="936893" y="379832"/>
                  </a:lnTo>
                  <a:lnTo>
                    <a:pt x="899223" y="402268"/>
                  </a:lnTo>
                  <a:lnTo>
                    <a:pt x="856267" y="422449"/>
                  </a:lnTo>
                  <a:lnTo>
                    <a:pt x="808509" y="440146"/>
                  </a:lnTo>
                  <a:lnTo>
                    <a:pt x="756429" y="455133"/>
                  </a:lnTo>
                  <a:lnTo>
                    <a:pt x="700510" y="467184"/>
                  </a:lnTo>
                  <a:lnTo>
                    <a:pt x="641234" y="476073"/>
                  </a:lnTo>
                  <a:lnTo>
                    <a:pt x="579083" y="481572"/>
                  </a:lnTo>
                  <a:lnTo>
                    <a:pt x="514540" y="483455"/>
                  </a:lnTo>
                  <a:lnTo>
                    <a:pt x="449997" y="481572"/>
                  </a:lnTo>
                  <a:lnTo>
                    <a:pt x="387847" y="476073"/>
                  </a:lnTo>
                  <a:lnTo>
                    <a:pt x="328571" y="467184"/>
                  </a:lnTo>
                  <a:lnTo>
                    <a:pt x="272652" y="455133"/>
                  </a:lnTo>
                  <a:lnTo>
                    <a:pt x="220572" y="440146"/>
                  </a:lnTo>
                  <a:lnTo>
                    <a:pt x="172813" y="422449"/>
                  </a:lnTo>
                  <a:lnTo>
                    <a:pt x="129858" y="402268"/>
                  </a:lnTo>
                  <a:lnTo>
                    <a:pt x="92188" y="379832"/>
                  </a:lnTo>
                  <a:lnTo>
                    <a:pt x="60286" y="355365"/>
                  </a:lnTo>
                  <a:lnTo>
                    <a:pt x="15714" y="301247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652142" y="4327144"/>
            <a:ext cx="310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pi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684913" y="4229614"/>
            <a:ext cx="1039494" cy="494030"/>
            <a:chOff x="7684913" y="4229614"/>
            <a:chExt cx="1039494" cy="494030"/>
          </a:xfrm>
        </p:grpSpPr>
        <p:sp>
          <p:nvSpPr>
            <p:cNvPr id="17" name="object 17"/>
            <p:cNvSpPr/>
            <p:nvPr/>
          </p:nvSpPr>
          <p:spPr>
            <a:xfrm>
              <a:off x="7689993" y="4234694"/>
              <a:ext cx="1029335" cy="483870"/>
            </a:xfrm>
            <a:custGeom>
              <a:avLst/>
              <a:gdLst/>
              <a:ahLst/>
              <a:cxnLst/>
              <a:rect l="l" t="t" r="r" b="b"/>
              <a:pathLst>
                <a:path w="1029334" h="483870">
                  <a:moveTo>
                    <a:pt x="514540" y="0"/>
                  </a:moveTo>
                  <a:lnTo>
                    <a:pt x="449997" y="1883"/>
                  </a:lnTo>
                  <a:lnTo>
                    <a:pt x="387847" y="7382"/>
                  </a:lnTo>
                  <a:lnTo>
                    <a:pt x="328571" y="16270"/>
                  </a:lnTo>
                  <a:lnTo>
                    <a:pt x="272652" y="28322"/>
                  </a:lnTo>
                  <a:lnTo>
                    <a:pt x="220572" y="43309"/>
                  </a:lnTo>
                  <a:lnTo>
                    <a:pt x="172813" y="61006"/>
                  </a:lnTo>
                  <a:lnTo>
                    <a:pt x="129858" y="81186"/>
                  </a:lnTo>
                  <a:lnTo>
                    <a:pt x="92188" y="103623"/>
                  </a:lnTo>
                  <a:lnTo>
                    <a:pt x="60286" y="128090"/>
                  </a:lnTo>
                  <a:lnTo>
                    <a:pt x="15714" y="182207"/>
                  </a:lnTo>
                  <a:lnTo>
                    <a:pt x="0" y="241727"/>
                  </a:lnTo>
                  <a:lnTo>
                    <a:pt x="4009" y="272049"/>
                  </a:lnTo>
                  <a:lnTo>
                    <a:pt x="34634" y="329094"/>
                  </a:lnTo>
                  <a:lnTo>
                    <a:pt x="92188" y="379831"/>
                  </a:lnTo>
                  <a:lnTo>
                    <a:pt x="129858" y="402268"/>
                  </a:lnTo>
                  <a:lnTo>
                    <a:pt x="172813" y="422448"/>
                  </a:lnTo>
                  <a:lnTo>
                    <a:pt x="220572" y="440145"/>
                  </a:lnTo>
                  <a:lnTo>
                    <a:pt x="272652" y="455132"/>
                  </a:lnTo>
                  <a:lnTo>
                    <a:pt x="328571" y="467183"/>
                  </a:lnTo>
                  <a:lnTo>
                    <a:pt x="387847" y="476072"/>
                  </a:lnTo>
                  <a:lnTo>
                    <a:pt x="449997" y="481571"/>
                  </a:lnTo>
                  <a:lnTo>
                    <a:pt x="514540" y="483454"/>
                  </a:lnTo>
                  <a:lnTo>
                    <a:pt x="579083" y="481571"/>
                  </a:lnTo>
                  <a:lnTo>
                    <a:pt x="641233" y="476072"/>
                  </a:lnTo>
                  <a:lnTo>
                    <a:pt x="700509" y="467183"/>
                  </a:lnTo>
                  <a:lnTo>
                    <a:pt x="756428" y="455132"/>
                  </a:lnTo>
                  <a:lnTo>
                    <a:pt x="808508" y="440145"/>
                  </a:lnTo>
                  <a:lnTo>
                    <a:pt x="856267" y="422448"/>
                  </a:lnTo>
                  <a:lnTo>
                    <a:pt x="899222" y="402268"/>
                  </a:lnTo>
                  <a:lnTo>
                    <a:pt x="936892" y="379831"/>
                  </a:lnTo>
                  <a:lnTo>
                    <a:pt x="968794" y="355365"/>
                  </a:lnTo>
                  <a:lnTo>
                    <a:pt x="1013366" y="301247"/>
                  </a:lnTo>
                  <a:lnTo>
                    <a:pt x="1029080" y="241727"/>
                  </a:lnTo>
                  <a:lnTo>
                    <a:pt x="1025071" y="211405"/>
                  </a:lnTo>
                  <a:lnTo>
                    <a:pt x="994446" y="154360"/>
                  </a:lnTo>
                  <a:lnTo>
                    <a:pt x="936892" y="103623"/>
                  </a:lnTo>
                  <a:lnTo>
                    <a:pt x="899222" y="81186"/>
                  </a:lnTo>
                  <a:lnTo>
                    <a:pt x="856267" y="61006"/>
                  </a:lnTo>
                  <a:lnTo>
                    <a:pt x="808508" y="43309"/>
                  </a:lnTo>
                  <a:lnTo>
                    <a:pt x="756428" y="28322"/>
                  </a:lnTo>
                  <a:lnTo>
                    <a:pt x="700509" y="16270"/>
                  </a:lnTo>
                  <a:lnTo>
                    <a:pt x="641233" y="7382"/>
                  </a:lnTo>
                  <a:lnTo>
                    <a:pt x="579083" y="1883"/>
                  </a:lnTo>
                  <a:lnTo>
                    <a:pt x="51454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89993" y="4234694"/>
              <a:ext cx="1029335" cy="483870"/>
            </a:xfrm>
            <a:custGeom>
              <a:avLst/>
              <a:gdLst/>
              <a:ahLst/>
              <a:cxnLst/>
              <a:rect l="l" t="t" r="r" b="b"/>
              <a:pathLst>
                <a:path w="1029334" h="483870">
                  <a:moveTo>
                    <a:pt x="0" y="241727"/>
                  </a:moveTo>
                  <a:lnTo>
                    <a:pt x="15714" y="182208"/>
                  </a:lnTo>
                  <a:lnTo>
                    <a:pt x="60286" y="128090"/>
                  </a:lnTo>
                  <a:lnTo>
                    <a:pt x="92188" y="103623"/>
                  </a:lnTo>
                  <a:lnTo>
                    <a:pt x="129858" y="81186"/>
                  </a:lnTo>
                  <a:lnTo>
                    <a:pt x="172813" y="61006"/>
                  </a:lnTo>
                  <a:lnTo>
                    <a:pt x="220572" y="43309"/>
                  </a:lnTo>
                  <a:lnTo>
                    <a:pt x="272652" y="28322"/>
                  </a:lnTo>
                  <a:lnTo>
                    <a:pt x="328571" y="16271"/>
                  </a:lnTo>
                  <a:lnTo>
                    <a:pt x="387847" y="7382"/>
                  </a:lnTo>
                  <a:lnTo>
                    <a:pt x="449997" y="1883"/>
                  </a:lnTo>
                  <a:lnTo>
                    <a:pt x="514540" y="0"/>
                  </a:lnTo>
                  <a:lnTo>
                    <a:pt x="579083" y="1883"/>
                  </a:lnTo>
                  <a:lnTo>
                    <a:pt x="641234" y="7382"/>
                  </a:lnTo>
                  <a:lnTo>
                    <a:pt x="700510" y="16271"/>
                  </a:lnTo>
                  <a:lnTo>
                    <a:pt x="756429" y="28322"/>
                  </a:lnTo>
                  <a:lnTo>
                    <a:pt x="808509" y="43309"/>
                  </a:lnTo>
                  <a:lnTo>
                    <a:pt x="856267" y="61006"/>
                  </a:lnTo>
                  <a:lnTo>
                    <a:pt x="899223" y="81186"/>
                  </a:lnTo>
                  <a:lnTo>
                    <a:pt x="936893" y="103623"/>
                  </a:lnTo>
                  <a:lnTo>
                    <a:pt x="968795" y="128090"/>
                  </a:lnTo>
                  <a:lnTo>
                    <a:pt x="1013367" y="182208"/>
                  </a:lnTo>
                  <a:lnTo>
                    <a:pt x="1029081" y="241727"/>
                  </a:lnTo>
                  <a:lnTo>
                    <a:pt x="1025072" y="272049"/>
                  </a:lnTo>
                  <a:lnTo>
                    <a:pt x="994447" y="329094"/>
                  </a:lnTo>
                  <a:lnTo>
                    <a:pt x="936893" y="379832"/>
                  </a:lnTo>
                  <a:lnTo>
                    <a:pt x="899223" y="402268"/>
                  </a:lnTo>
                  <a:lnTo>
                    <a:pt x="856267" y="422449"/>
                  </a:lnTo>
                  <a:lnTo>
                    <a:pt x="808509" y="440146"/>
                  </a:lnTo>
                  <a:lnTo>
                    <a:pt x="756429" y="455133"/>
                  </a:lnTo>
                  <a:lnTo>
                    <a:pt x="700510" y="467184"/>
                  </a:lnTo>
                  <a:lnTo>
                    <a:pt x="641234" y="476073"/>
                  </a:lnTo>
                  <a:lnTo>
                    <a:pt x="579083" y="481572"/>
                  </a:lnTo>
                  <a:lnTo>
                    <a:pt x="514540" y="483455"/>
                  </a:lnTo>
                  <a:lnTo>
                    <a:pt x="449997" y="481572"/>
                  </a:lnTo>
                  <a:lnTo>
                    <a:pt x="387847" y="476073"/>
                  </a:lnTo>
                  <a:lnTo>
                    <a:pt x="328571" y="467184"/>
                  </a:lnTo>
                  <a:lnTo>
                    <a:pt x="272652" y="455133"/>
                  </a:lnTo>
                  <a:lnTo>
                    <a:pt x="220572" y="440146"/>
                  </a:lnTo>
                  <a:lnTo>
                    <a:pt x="172813" y="422449"/>
                  </a:lnTo>
                  <a:lnTo>
                    <a:pt x="129858" y="402268"/>
                  </a:lnTo>
                  <a:lnTo>
                    <a:pt x="92188" y="379832"/>
                  </a:lnTo>
                  <a:lnTo>
                    <a:pt x="60286" y="355365"/>
                  </a:lnTo>
                  <a:lnTo>
                    <a:pt x="15714" y="301247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925134" y="4321048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306588" y="4713149"/>
            <a:ext cx="2903220" cy="756285"/>
            <a:chOff x="5306588" y="4713149"/>
            <a:chExt cx="2903220" cy="756285"/>
          </a:xfrm>
        </p:grpSpPr>
        <p:sp>
          <p:nvSpPr>
            <p:cNvPr id="21" name="object 21"/>
            <p:cNvSpPr/>
            <p:nvPr/>
          </p:nvSpPr>
          <p:spPr>
            <a:xfrm>
              <a:off x="6806525" y="4723774"/>
              <a:ext cx="739140" cy="216535"/>
            </a:xfrm>
            <a:custGeom>
              <a:avLst/>
              <a:gdLst/>
              <a:ahLst/>
              <a:cxnLst/>
              <a:rect l="l" t="t" r="r" b="b"/>
              <a:pathLst>
                <a:path w="739140" h="216535">
                  <a:moveTo>
                    <a:pt x="0" y="0"/>
                  </a:moveTo>
                  <a:lnTo>
                    <a:pt x="738900" y="216131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45427" y="4718150"/>
              <a:ext cx="659130" cy="222250"/>
            </a:xfrm>
            <a:custGeom>
              <a:avLst/>
              <a:gdLst/>
              <a:ahLst/>
              <a:cxnLst/>
              <a:rect l="l" t="t" r="r" b="b"/>
              <a:pathLst>
                <a:path w="659129" h="222250">
                  <a:moveTo>
                    <a:pt x="659106" y="0"/>
                  </a:moveTo>
                  <a:lnTo>
                    <a:pt x="0" y="221756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47541" y="5172551"/>
              <a:ext cx="465455" cy="41910"/>
            </a:xfrm>
            <a:custGeom>
              <a:avLst/>
              <a:gdLst/>
              <a:ahLst/>
              <a:cxnLst/>
              <a:rect l="l" t="t" r="r" b="b"/>
              <a:pathLst>
                <a:path w="465454" h="41910">
                  <a:moveTo>
                    <a:pt x="0" y="0"/>
                  </a:moveTo>
                  <a:lnTo>
                    <a:pt x="465399" y="41415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11589" y="4881285"/>
              <a:ext cx="1136015" cy="582930"/>
            </a:xfrm>
            <a:custGeom>
              <a:avLst/>
              <a:gdLst/>
              <a:ahLst/>
              <a:cxnLst/>
              <a:rect l="l" t="t" r="r" b="b"/>
              <a:pathLst>
                <a:path w="1136014" h="582929">
                  <a:moveTo>
                    <a:pt x="0" y="291266"/>
                  </a:moveTo>
                  <a:lnTo>
                    <a:pt x="13100" y="228783"/>
                  </a:lnTo>
                  <a:lnTo>
                    <a:pt x="50552" y="170969"/>
                  </a:lnTo>
                  <a:lnTo>
                    <a:pt x="109586" y="119248"/>
                  </a:lnTo>
                  <a:lnTo>
                    <a:pt x="146329" y="96116"/>
                  </a:lnTo>
                  <a:lnTo>
                    <a:pt x="187428" y="75040"/>
                  </a:lnTo>
                  <a:lnTo>
                    <a:pt x="232536" y="56197"/>
                  </a:lnTo>
                  <a:lnTo>
                    <a:pt x="281307" y="39766"/>
                  </a:lnTo>
                  <a:lnTo>
                    <a:pt x="333394" y="25924"/>
                  </a:lnTo>
                  <a:lnTo>
                    <a:pt x="388451" y="14848"/>
                  </a:lnTo>
                  <a:lnTo>
                    <a:pt x="446131" y="6718"/>
                  </a:lnTo>
                  <a:lnTo>
                    <a:pt x="506088" y="1709"/>
                  </a:lnTo>
                  <a:lnTo>
                    <a:pt x="567975" y="0"/>
                  </a:lnTo>
                  <a:lnTo>
                    <a:pt x="629863" y="1709"/>
                  </a:lnTo>
                  <a:lnTo>
                    <a:pt x="689820" y="6718"/>
                  </a:lnTo>
                  <a:lnTo>
                    <a:pt x="747500" y="14848"/>
                  </a:lnTo>
                  <a:lnTo>
                    <a:pt x="802557" y="25924"/>
                  </a:lnTo>
                  <a:lnTo>
                    <a:pt x="854644" y="39766"/>
                  </a:lnTo>
                  <a:lnTo>
                    <a:pt x="903415" y="56197"/>
                  </a:lnTo>
                  <a:lnTo>
                    <a:pt x="948523" y="75040"/>
                  </a:lnTo>
                  <a:lnTo>
                    <a:pt x="989622" y="96116"/>
                  </a:lnTo>
                  <a:lnTo>
                    <a:pt x="1026365" y="119248"/>
                  </a:lnTo>
                  <a:lnTo>
                    <a:pt x="1058406" y="144258"/>
                  </a:lnTo>
                  <a:lnTo>
                    <a:pt x="1106996" y="199203"/>
                  </a:lnTo>
                  <a:lnTo>
                    <a:pt x="1132619" y="259530"/>
                  </a:lnTo>
                  <a:lnTo>
                    <a:pt x="1135951" y="291266"/>
                  </a:lnTo>
                  <a:lnTo>
                    <a:pt x="1132619" y="323003"/>
                  </a:lnTo>
                  <a:lnTo>
                    <a:pt x="1106996" y="383329"/>
                  </a:lnTo>
                  <a:lnTo>
                    <a:pt x="1058406" y="438274"/>
                  </a:lnTo>
                  <a:lnTo>
                    <a:pt x="1026365" y="463285"/>
                  </a:lnTo>
                  <a:lnTo>
                    <a:pt x="989622" y="486417"/>
                  </a:lnTo>
                  <a:lnTo>
                    <a:pt x="948523" y="507493"/>
                  </a:lnTo>
                  <a:lnTo>
                    <a:pt x="903415" y="526336"/>
                  </a:lnTo>
                  <a:lnTo>
                    <a:pt x="854644" y="542767"/>
                  </a:lnTo>
                  <a:lnTo>
                    <a:pt x="802557" y="556609"/>
                  </a:lnTo>
                  <a:lnTo>
                    <a:pt x="747500" y="567684"/>
                  </a:lnTo>
                  <a:lnTo>
                    <a:pt x="689820" y="575815"/>
                  </a:lnTo>
                  <a:lnTo>
                    <a:pt x="629863" y="580824"/>
                  </a:lnTo>
                  <a:lnTo>
                    <a:pt x="567975" y="582533"/>
                  </a:lnTo>
                  <a:lnTo>
                    <a:pt x="506088" y="580824"/>
                  </a:lnTo>
                  <a:lnTo>
                    <a:pt x="446131" y="575815"/>
                  </a:lnTo>
                  <a:lnTo>
                    <a:pt x="388451" y="567684"/>
                  </a:lnTo>
                  <a:lnTo>
                    <a:pt x="333394" y="556609"/>
                  </a:lnTo>
                  <a:lnTo>
                    <a:pt x="281307" y="542767"/>
                  </a:lnTo>
                  <a:lnTo>
                    <a:pt x="232536" y="526336"/>
                  </a:lnTo>
                  <a:lnTo>
                    <a:pt x="187428" y="507493"/>
                  </a:lnTo>
                  <a:lnTo>
                    <a:pt x="146329" y="486417"/>
                  </a:lnTo>
                  <a:lnTo>
                    <a:pt x="109586" y="463285"/>
                  </a:lnTo>
                  <a:lnTo>
                    <a:pt x="77545" y="438274"/>
                  </a:lnTo>
                  <a:lnTo>
                    <a:pt x="28955" y="383329"/>
                  </a:lnTo>
                  <a:lnTo>
                    <a:pt x="3332" y="323003"/>
                  </a:lnTo>
                  <a:lnTo>
                    <a:pt x="0" y="291266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83701" y="4935369"/>
              <a:ext cx="1000125" cy="458470"/>
            </a:xfrm>
            <a:custGeom>
              <a:avLst/>
              <a:gdLst/>
              <a:ahLst/>
              <a:cxnLst/>
              <a:rect l="l" t="t" r="r" b="b"/>
              <a:pathLst>
                <a:path w="1000125" h="458470">
                  <a:moveTo>
                    <a:pt x="499778" y="0"/>
                  </a:moveTo>
                  <a:lnTo>
                    <a:pt x="437087" y="1785"/>
                  </a:lnTo>
                  <a:lnTo>
                    <a:pt x="376719" y="6998"/>
                  </a:lnTo>
                  <a:lnTo>
                    <a:pt x="319144" y="15425"/>
                  </a:lnTo>
                  <a:lnTo>
                    <a:pt x="264830" y="26849"/>
                  </a:lnTo>
                  <a:lnTo>
                    <a:pt x="214244" y="41058"/>
                  </a:lnTo>
                  <a:lnTo>
                    <a:pt x="167855" y="57835"/>
                  </a:lnTo>
                  <a:lnTo>
                    <a:pt x="126132" y="76966"/>
                  </a:lnTo>
                  <a:lnTo>
                    <a:pt x="89543" y="98236"/>
                  </a:lnTo>
                  <a:lnTo>
                    <a:pt x="58556" y="121431"/>
                  </a:lnTo>
                  <a:lnTo>
                    <a:pt x="15263" y="172735"/>
                  </a:lnTo>
                  <a:lnTo>
                    <a:pt x="0" y="229161"/>
                  </a:lnTo>
                  <a:lnTo>
                    <a:pt x="3893" y="257907"/>
                  </a:lnTo>
                  <a:lnTo>
                    <a:pt x="33640" y="311987"/>
                  </a:lnTo>
                  <a:lnTo>
                    <a:pt x="89543" y="360086"/>
                  </a:lnTo>
                  <a:lnTo>
                    <a:pt x="126132" y="381357"/>
                  </a:lnTo>
                  <a:lnTo>
                    <a:pt x="167855" y="400488"/>
                  </a:lnTo>
                  <a:lnTo>
                    <a:pt x="214244" y="417265"/>
                  </a:lnTo>
                  <a:lnTo>
                    <a:pt x="264830" y="431473"/>
                  </a:lnTo>
                  <a:lnTo>
                    <a:pt x="319144" y="442898"/>
                  </a:lnTo>
                  <a:lnTo>
                    <a:pt x="376719" y="451325"/>
                  </a:lnTo>
                  <a:lnTo>
                    <a:pt x="437087" y="456538"/>
                  </a:lnTo>
                  <a:lnTo>
                    <a:pt x="499778" y="458323"/>
                  </a:lnTo>
                  <a:lnTo>
                    <a:pt x="562468" y="456538"/>
                  </a:lnTo>
                  <a:lnTo>
                    <a:pt x="622836" y="451325"/>
                  </a:lnTo>
                  <a:lnTo>
                    <a:pt x="680411" y="442898"/>
                  </a:lnTo>
                  <a:lnTo>
                    <a:pt x="734725" y="431473"/>
                  </a:lnTo>
                  <a:lnTo>
                    <a:pt x="785311" y="417265"/>
                  </a:lnTo>
                  <a:lnTo>
                    <a:pt x="831699" y="400488"/>
                  </a:lnTo>
                  <a:lnTo>
                    <a:pt x="873422" y="381357"/>
                  </a:lnTo>
                  <a:lnTo>
                    <a:pt x="910011" y="360086"/>
                  </a:lnTo>
                  <a:lnTo>
                    <a:pt x="940998" y="336891"/>
                  </a:lnTo>
                  <a:lnTo>
                    <a:pt x="984291" y="285587"/>
                  </a:lnTo>
                  <a:lnTo>
                    <a:pt x="999554" y="229161"/>
                  </a:lnTo>
                  <a:lnTo>
                    <a:pt x="995660" y="200415"/>
                  </a:lnTo>
                  <a:lnTo>
                    <a:pt x="965914" y="146336"/>
                  </a:lnTo>
                  <a:lnTo>
                    <a:pt x="910011" y="98236"/>
                  </a:lnTo>
                  <a:lnTo>
                    <a:pt x="873422" y="76966"/>
                  </a:lnTo>
                  <a:lnTo>
                    <a:pt x="831699" y="57835"/>
                  </a:lnTo>
                  <a:lnTo>
                    <a:pt x="785311" y="41058"/>
                  </a:lnTo>
                  <a:lnTo>
                    <a:pt x="734725" y="26849"/>
                  </a:lnTo>
                  <a:lnTo>
                    <a:pt x="680411" y="15425"/>
                  </a:lnTo>
                  <a:lnTo>
                    <a:pt x="622836" y="6998"/>
                  </a:lnTo>
                  <a:lnTo>
                    <a:pt x="562468" y="1785"/>
                  </a:lnTo>
                  <a:lnTo>
                    <a:pt x="49977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83701" y="4935369"/>
              <a:ext cx="1000125" cy="458470"/>
            </a:xfrm>
            <a:custGeom>
              <a:avLst/>
              <a:gdLst/>
              <a:ahLst/>
              <a:cxnLst/>
              <a:rect l="l" t="t" r="r" b="b"/>
              <a:pathLst>
                <a:path w="1000125" h="458470">
                  <a:moveTo>
                    <a:pt x="0" y="229161"/>
                  </a:moveTo>
                  <a:lnTo>
                    <a:pt x="15263" y="172736"/>
                  </a:lnTo>
                  <a:lnTo>
                    <a:pt x="58556" y="121431"/>
                  </a:lnTo>
                  <a:lnTo>
                    <a:pt x="89543" y="98236"/>
                  </a:lnTo>
                  <a:lnTo>
                    <a:pt x="126132" y="76966"/>
                  </a:lnTo>
                  <a:lnTo>
                    <a:pt x="167855" y="57835"/>
                  </a:lnTo>
                  <a:lnTo>
                    <a:pt x="214243" y="41058"/>
                  </a:lnTo>
                  <a:lnTo>
                    <a:pt x="264829" y="26849"/>
                  </a:lnTo>
                  <a:lnTo>
                    <a:pt x="319144" y="15425"/>
                  </a:lnTo>
                  <a:lnTo>
                    <a:pt x="376719" y="6998"/>
                  </a:lnTo>
                  <a:lnTo>
                    <a:pt x="437086" y="1785"/>
                  </a:lnTo>
                  <a:lnTo>
                    <a:pt x="499777" y="0"/>
                  </a:lnTo>
                  <a:lnTo>
                    <a:pt x="562468" y="1785"/>
                  </a:lnTo>
                  <a:lnTo>
                    <a:pt x="622835" y="6998"/>
                  </a:lnTo>
                  <a:lnTo>
                    <a:pt x="680410" y="15425"/>
                  </a:lnTo>
                  <a:lnTo>
                    <a:pt x="734725" y="26849"/>
                  </a:lnTo>
                  <a:lnTo>
                    <a:pt x="785310" y="41058"/>
                  </a:lnTo>
                  <a:lnTo>
                    <a:pt x="831699" y="57835"/>
                  </a:lnTo>
                  <a:lnTo>
                    <a:pt x="873422" y="76966"/>
                  </a:lnTo>
                  <a:lnTo>
                    <a:pt x="910011" y="98236"/>
                  </a:lnTo>
                  <a:lnTo>
                    <a:pt x="940997" y="121431"/>
                  </a:lnTo>
                  <a:lnTo>
                    <a:pt x="984291" y="172736"/>
                  </a:lnTo>
                  <a:lnTo>
                    <a:pt x="999554" y="229161"/>
                  </a:lnTo>
                  <a:lnTo>
                    <a:pt x="995660" y="257907"/>
                  </a:lnTo>
                  <a:lnTo>
                    <a:pt x="965914" y="311987"/>
                  </a:lnTo>
                  <a:lnTo>
                    <a:pt x="910011" y="360087"/>
                  </a:lnTo>
                  <a:lnTo>
                    <a:pt x="873422" y="381357"/>
                  </a:lnTo>
                  <a:lnTo>
                    <a:pt x="831699" y="400488"/>
                  </a:lnTo>
                  <a:lnTo>
                    <a:pt x="785310" y="417265"/>
                  </a:lnTo>
                  <a:lnTo>
                    <a:pt x="734725" y="431473"/>
                  </a:lnTo>
                  <a:lnTo>
                    <a:pt x="680410" y="442898"/>
                  </a:lnTo>
                  <a:lnTo>
                    <a:pt x="622835" y="451325"/>
                  </a:lnTo>
                  <a:lnTo>
                    <a:pt x="562468" y="456538"/>
                  </a:lnTo>
                  <a:lnTo>
                    <a:pt x="499777" y="458323"/>
                  </a:lnTo>
                  <a:lnTo>
                    <a:pt x="437086" y="456538"/>
                  </a:lnTo>
                  <a:lnTo>
                    <a:pt x="376719" y="451325"/>
                  </a:lnTo>
                  <a:lnTo>
                    <a:pt x="319144" y="442898"/>
                  </a:lnTo>
                  <a:lnTo>
                    <a:pt x="264829" y="431473"/>
                  </a:lnTo>
                  <a:lnTo>
                    <a:pt x="214243" y="417265"/>
                  </a:lnTo>
                  <a:lnTo>
                    <a:pt x="167855" y="400488"/>
                  </a:lnTo>
                  <a:lnTo>
                    <a:pt x="126132" y="381357"/>
                  </a:lnTo>
                  <a:lnTo>
                    <a:pt x="89543" y="360087"/>
                  </a:lnTo>
                  <a:lnTo>
                    <a:pt x="58556" y="336892"/>
                  </a:lnTo>
                  <a:lnTo>
                    <a:pt x="15263" y="285587"/>
                  </a:lnTo>
                  <a:lnTo>
                    <a:pt x="0" y="229161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560989" y="5000752"/>
            <a:ext cx="6172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phone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7240799" y="6927081"/>
            <a:ext cx="2550795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3933" y="2230691"/>
            <a:ext cx="5171491" cy="23450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58569" y="3857752"/>
            <a:ext cx="7258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uden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53433" y="2757423"/>
            <a:ext cx="5016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_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7235" y="2861055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04924" y="3385311"/>
            <a:ext cx="7854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2419" y="2861055"/>
            <a:ext cx="3473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9679" y="3299967"/>
            <a:ext cx="6172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phone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96494" y="2342896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ee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13866" y="3519423"/>
            <a:ext cx="4908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6296" y="4135120"/>
            <a:ext cx="8210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zip</a:t>
            </a:r>
            <a:r>
              <a:rPr sz="17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code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103383" y="5859795"/>
            <a:ext cx="4439285" cy="756920"/>
            <a:chOff x="5103383" y="5859795"/>
            <a:chExt cx="4439285" cy="756920"/>
          </a:xfrm>
        </p:grpSpPr>
        <p:sp>
          <p:nvSpPr>
            <p:cNvPr id="13" name="object 13"/>
            <p:cNvSpPr/>
            <p:nvPr/>
          </p:nvSpPr>
          <p:spPr>
            <a:xfrm>
              <a:off x="5110050" y="5866462"/>
              <a:ext cx="4425950" cy="743585"/>
            </a:xfrm>
            <a:custGeom>
              <a:avLst/>
              <a:gdLst/>
              <a:ahLst/>
              <a:cxnLst/>
              <a:rect l="l" t="t" r="r" b="b"/>
              <a:pathLst>
                <a:path w="4425950" h="743584">
                  <a:moveTo>
                    <a:pt x="0" y="16710"/>
                  </a:moveTo>
                  <a:lnTo>
                    <a:pt x="684362" y="309700"/>
                  </a:lnTo>
                  <a:lnTo>
                    <a:pt x="684362" y="619400"/>
                  </a:lnTo>
                  <a:lnTo>
                    <a:pt x="694097" y="667620"/>
                  </a:lnTo>
                  <a:lnTo>
                    <a:pt x="720645" y="706997"/>
                  </a:lnTo>
                  <a:lnTo>
                    <a:pt x="760022" y="733545"/>
                  </a:lnTo>
                  <a:lnTo>
                    <a:pt x="808241" y="743280"/>
                  </a:lnTo>
                  <a:lnTo>
                    <a:pt x="4301803" y="743280"/>
                  </a:lnTo>
                  <a:lnTo>
                    <a:pt x="4350023" y="733545"/>
                  </a:lnTo>
                  <a:lnTo>
                    <a:pt x="4389400" y="706997"/>
                  </a:lnTo>
                  <a:lnTo>
                    <a:pt x="4415949" y="667620"/>
                  </a:lnTo>
                  <a:lnTo>
                    <a:pt x="4425684" y="619400"/>
                  </a:lnTo>
                  <a:lnTo>
                    <a:pt x="4425684" y="123880"/>
                  </a:lnTo>
                  <a:lnTo>
                    <a:pt x="684362" y="123880"/>
                  </a:lnTo>
                  <a:lnTo>
                    <a:pt x="0" y="16710"/>
                  </a:lnTo>
                  <a:close/>
                </a:path>
                <a:path w="4425950" h="743584">
                  <a:moveTo>
                    <a:pt x="4301803" y="0"/>
                  </a:moveTo>
                  <a:lnTo>
                    <a:pt x="808241" y="0"/>
                  </a:lnTo>
                  <a:lnTo>
                    <a:pt x="760022" y="9735"/>
                  </a:lnTo>
                  <a:lnTo>
                    <a:pt x="720645" y="36283"/>
                  </a:lnTo>
                  <a:lnTo>
                    <a:pt x="694097" y="75660"/>
                  </a:lnTo>
                  <a:lnTo>
                    <a:pt x="684362" y="123880"/>
                  </a:lnTo>
                  <a:lnTo>
                    <a:pt x="4425684" y="123880"/>
                  </a:lnTo>
                  <a:lnTo>
                    <a:pt x="4415949" y="75660"/>
                  </a:lnTo>
                  <a:lnTo>
                    <a:pt x="4389400" y="36283"/>
                  </a:lnTo>
                  <a:lnTo>
                    <a:pt x="4350023" y="9735"/>
                  </a:lnTo>
                  <a:lnTo>
                    <a:pt x="430180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10050" y="5866462"/>
              <a:ext cx="4425950" cy="743585"/>
            </a:xfrm>
            <a:custGeom>
              <a:avLst/>
              <a:gdLst/>
              <a:ahLst/>
              <a:cxnLst/>
              <a:rect l="l" t="t" r="r" b="b"/>
              <a:pathLst>
                <a:path w="4425950" h="743584">
                  <a:moveTo>
                    <a:pt x="684362" y="123880"/>
                  </a:moveTo>
                  <a:lnTo>
                    <a:pt x="694097" y="75660"/>
                  </a:lnTo>
                  <a:lnTo>
                    <a:pt x="720646" y="36283"/>
                  </a:lnTo>
                  <a:lnTo>
                    <a:pt x="760022" y="9735"/>
                  </a:lnTo>
                  <a:lnTo>
                    <a:pt x="808242" y="0"/>
                  </a:lnTo>
                  <a:lnTo>
                    <a:pt x="1307916" y="0"/>
                  </a:lnTo>
                  <a:lnTo>
                    <a:pt x="2243246" y="0"/>
                  </a:lnTo>
                  <a:lnTo>
                    <a:pt x="4301804" y="0"/>
                  </a:lnTo>
                  <a:lnTo>
                    <a:pt x="4350023" y="9735"/>
                  </a:lnTo>
                  <a:lnTo>
                    <a:pt x="4389400" y="36283"/>
                  </a:lnTo>
                  <a:lnTo>
                    <a:pt x="4415949" y="75660"/>
                  </a:lnTo>
                  <a:lnTo>
                    <a:pt x="4425684" y="123880"/>
                  </a:lnTo>
                  <a:lnTo>
                    <a:pt x="4425684" y="309699"/>
                  </a:lnTo>
                  <a:lnTo>
                    <a:pt x="4425684" y="619399"/>
                  </a:lnTo>
                  <a:lnTo>
                    <a:pt x="4415949" y="667619"/>
                  </a:lnTo>
                  <a:lnTo>
                    <a:pt x="4389400" y="706996"/>
                  </a:lnTo>
                  <a:lnTo>
                    <a:pt x="4350023" y="733545"/>
                  </a:lnTo>
                  <a:lnTo>
                    <a:pt x="4301804" y="743280"/>
                  </a:lnTo>
                  <a:lnTo>
                    <a:pt x="2243246" y="743280"/>
                  </a:lnTo>
                  <a:lnTo>
                    <a:pt x="1307916" y="743280"/>
                  </a:lnTo>
                  <a:lnTo>
                    <a:pt x="808242" y="743280"/>
                  </a:lnTo>
                  <a:lnTo>
                    <a:pt x="760022" y="733545"/>
                  </a:lnTo>
                  <a:lnTo>
                    <a:pt x="720646" y="706996"/>
                  </a:lnTo>
                  <a:lnTo>
                    <a:pt x="694097" y="667619"/>
                  </a:lnTo>
                  <a:lnTo>
                    <a:pt x="684362" y="619399"/>
                  </a:lnTo>
                  <a:lnTo>
                    <a:pt x="684362" y="309699"/>
                  </a:lnTo>
                  <a:lnTo>
                    <a:pt x="0" y="16710"/>
                  </a:lnTo>
                  <a:lnTo>
                    <a:pt x="684362" y="123880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20620" y="5364479"/>
            <a:ext cx="8690610" cy="114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7231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student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S_ID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name,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street,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city,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state,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zip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code)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student_phone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S_ID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phone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5201285" algn="ctr">
              <a:lnSpc>
                <a:spcPts val="1730"/>
              </a:lnSpc>
            </a:pP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PK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7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table</a:t>
            </a:r>
            <a:r>
              <a:rPr sz="17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7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combination</a:t>
            </a:r>
            <a:endParaRPr sz="1700">
              <a:latin typeface="Verdana"/>
              <a:cs typeface="Verdana"/>
            </a:endParaRPr>
          </a:p>
          <a:p>
            <a:pPr marL="5198745" algn="ctr">
              <a:lnSpc>
                <a:spcPts val="2030"/>
              </a:lnSpc>
            </a:pP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7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all</a:t>
            </a:r>
            <a:r>
              <a:rPr sz="17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attributes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endParaRPr sz="11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Let’s</a:t>
            </a:r>
            <a:r>
              <a:rPr spc="-229" dirty="0"/>
              <a:t> </a:t>
            </a:r>
            <a:r>
              <a:rPr spc="-85" dirty="0"/>
              <a:t>try:</a:t>
            </a:r>
            <a:r>
              <a:rPr spc="-220" dirty="0"/>
              <a:t> </a:t>
            </a:r>
            <a:r>
              <a:rPr spc="-70" dirty="0"/>
              <a:t>E-R</a:t>
            </a:r>
            <a:r>
              <a:rPr spc="-229" dirty="0"/>
              <a:t> </a:t>
            </a:r>
            <a:r>
              <a:rPr spc="-55" dirty="0"/>
              <a:t>to</a:t>
            </a:r>
            <a:r>
              <a:rPr spc="-220" dirty="0"/>
              <a:t> </a:t>
            </a:r>
            <a:r>
              <a:rPr spc="-100" dirty="0"/>
              <a:t>Relations</a:t>
            </a:r>
            <a:r>
              <a:rPr spc="-220" dirty="0"/>
              <a:t> </a:t>
            </a:r>
            <a:r>
              <a:rPr spc="-70" dirty="0"/>
              <a:t>(1)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09095" y="1240535"/>
            <a:ext cx="7297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-5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4306" y="6376126"/>
            <a:ext cx="3304540" cy="438784"/>
            <a:chOff x="2114306" y="6376126"/>
            <a:chExt cx="3304540" cy="438784"/>
          </a:xfrm>
        </p:grpSpPr>
        <p:sp>
          <p:nvSpPr>
            <p:cNvPr id="3" name="object 3"/>
            <p:cNvSpPr/>
            <p:nvPr/>
          </p:nvSpPr>
          <p:spPr>
            <a:xfrm>
              <a:off x="2120973" y="6382793"/>
              <a:ext cx="3291204" cy="425450"/>
            </a:xfrm>
            <a:custGeom>
              <a:avLst/>
              <a:gdLst/>
              <a:ahLst/>
              <a:cxnLst/>
              <a:rect l="l" t="t" r="r" b="b"/>
              <a:pathLst>
                <a:path w="3291204" h="425450">
                  <a:moveTo>
                    <a:pt x="3219700" y="0"/>
                  </a:moveTo>
                  <a:lnTo>
                    <a:pt x="70896" y="0"/>
                  </a:lnTo>
                  <a:lnTo>
                    <a:pt x="43300" y="5571"/>
                  </a:lnTo>
                  <a:lnTo>
                    <a:pt x="20765" y="20764"/>
                  </a:lnTo>
                  <a:lnTo>
                    <a:pt x="5571" y="43300"/>
                  </a:lnTo>
                  <a:lnTo>
                    <a:pt x="0" y="70896"/>
                  </a:lnTo>
                  <a:lnTo>
                    <a:pt x="0" y="354475"/>
                  </a:lnTo>
                  <a:lnTo>
                    <a:pt x="5571" y="382071"/>
                  </a:lnTo>
                  <a:lnTo>
                    <a:pt x="20765" y="404607"/>
                  </a:lnTo>
                  <a:lnTo>
                    <a:pt x="43300" y="419800"/>
                  </a:lnTo>
                  <a:lnTo>
                    <a:pt x="70896" y="425372"/>
                  </a:lnTo>
                  <a:lnTo>
                    <a:pt x="3219700" y="425372"/>
                  </a:lnTo>
                  <a:lnTo>
                    <a:pt x="3247296" y="419800"/>
                  </a:lnTo>
                  <a:lnTo>
                    <a:pt x="3269831" y="404607"/>
                  </a:lnTo>
                  <a:lnTo>
                    <a:pt x="3285025" y="382071"/>
                  </a:lnTo>
                  <a:lnTo>
                    <a:pt x="3290596" y="354475"/>
                  </a:lnTo>
                  <a:lnTo>
                    <a:pt x="3290596" y="70896"/>
                  </a:lnTo>
                  <a:lnTo>
                    <a:pt x="3285025" y="43300"/>
                  </a:lnTo>
                  <a:lnTo>
                    <a:pt x="3269831" y="20764"/>
                  </a:lnTo>
                  <a:lnTo>
                    <a:pt x="3247296" y="5571"/>
                  </a:lnTo>
                  <a:lnTo>
                    <a:pt x="3219700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20973" y="6382793"/>
              <a:ext cx="3291204" cy="425450"/>
            </a:xfrm>
            <a:custGeom>
              <a:avLst/>
              <a:gdLst/>
              <a:ahLst/>
              <a:cxnLst/>
              <a:rect l="l" t="t" r="r" b="b"/>
              <a:pathLst>
                <a:path w="3291204" h="425450">
                  <a:moveTo>
                    <a:pt x="0" y="70897"/>
                  </a:moveTo>
                  <a:lnTo>
                    <a:pt x="5571" y="43300"/>
                  </a:lnTo>
                  <a:lnTo>
                    <a:pt x="20765" y="20765"/>
                  </a:lnTo>
                  <a:lnTo>
                    <a:pt x="43300" y="5571"/>
                  </a:lnTo>
                  <a:lnTo>
                    <a:pt x="70896" y="0"/>
                  </a:lnTo>
                  <a:lnTo>
                    <a:pt x="3219699" y="0"/>
                  </a:lnTo>
                  <a:lnTo>
                    <a:pt x="3247296" y="5571"/>
                  </a:lnTo>
                  <a:lnTo>
                    <a:pt x="3269831" y="20765"/>
                  </a:lnTo>
                  <a:lnTo>
                    <a:pt x="3285025" y="43300"/>
                  </a:lnTo>
                  <a:lnTo>
                    <a:pt x="3290596" y="70897"/>
                  </a:lnTo>
                  <a:lnTo>
                    <a:pt x="3290596" y="354475"/>
                  </a:lnTo>
                  <a:lnTo>
                    <a:pt x="3285025" y="382071"/>
                  </a:lnTo>
                  <a:lnTo>
                    <a:pt x="3269831" y="404607"/>
                  </a:lnTo>
                  <a:lnTo>
                    <a:pt x="3247296" y="419801"/>
                  </a:lnTo>
                  <a:lnTo>
                    <a:pt x="3219699" y="425372"/>
                  </a:lnTo>
                  <a:lnTo>
                    <a:pt x="70896" y="425372"/>
                  </a:lnTo>
                  <a:lnTo>
                    <a:pt x="43300" y="419801"/>
                  </a:lnTo>
                  <a:lnTo>
                    <a:pt x="20765" y="404607"/>
                  </a:lnTo>
                  <a:lnTo>
                    <a:pt x="5571" y="382071"/>
                  </a:lnTo>
                  <a:lnTo>
                    <a:pt x="0" y="354475"/>
                  </a:lnTo>
                  <a:lnTo>
                    <a:pt x="0" y="70897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Weak</a:t>
            </a:r>
            <a:r>
              <a:rPr spc="-235" dirty="0"/>
              <a:t> </a:t>
            </a:r>
            <a:r>
              <a:rPr spc="-95" dirty="0"/>
              <a:t>Entity</a:t>
            </a:r>
            <a:r>
              <a:rPr spc="-240" dirty="0"/>
              <a:t> </a:t>
            </a:r>
            <a:r>
              <a:rPr spc="-75" dirty="0"/>
              <a:t>Set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6283" y="1264919"/>
            <a:ext cx="8641080" cy="19335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36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Let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 a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weak entity set and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B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 identifying strong entity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which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i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depends</a:t>
            </a:r>
            <a:endParaRPr sz="2100">
              <a:latin typeface="Verdana"/>
              <a:cs typeface="Verdana"/>
            </a:endParaRPr>
          </a:p>
          <a:p>
            <a:pPr marL="12700" marR="887730">
              <a:lnSpc>
                <a:spcPts val="4010"/>
              </a:lnSpc>
              <a:spcBef>
                <a:spcPts val="32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Create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table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with primary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i="1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all </a:t>
            </a:r>
            <a:r>
              <a:rPr sz="2100" i="1" spc="-3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’s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attributes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of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B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(strong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entity) and</a:t>
            </a:r>
            <a:endParaRPr sz="2100">
              <a:latin typeface="Verdana"/>
              <a:cs typeface="Verdana"/>
            </a:endParaRPr>
          </a:p>
          <a:p>
            <a:pPr marL="1879600">
              <a:lnSpc>
                <a:spcPts val="1825"/>
              </a:lnSpc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discriminator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20973" y="4428653"/>
            <a:ext cx="1988185" cy="519430"/>
            <a:chOff x="2120973" y="4428653"/>
            <a:chExt cx="1988185" cy="519430"/>
          </a:xfrm>
        </p:grpSpPr>
        <p:sp>
          <p:nvSpPr>
            <p:cNvPr id="9" name="object 9"/>
            <p:cNvSpPr/>
            <p:nvPr/>
          </p:nvSpPr>
          <p:spPr>
            <a:xfrm>
              <a:off x="3417643" y="4670090"/>
              <a:ext cx="691515" cy="3810"/>
            </a:xfrm>
            <a:custGeom>
              <a:avLst/>
              <a:gdLst/>
              <a:ahLst/>
              <a:cxnLst/>
              <a:rect l="l" t="t" r="r" b="b"/>
              <a:pathLst>
                <a:path w="691514" h="3810">
                  <a:moveTo>
                    <a:pt x="0" y="3369"/>
                  </a:moveTo>
                  <a:lnTo>
                    <a:pt x="691286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2120973" y="4428653"/>
              <a:ext cx="1296670" cy="519430"/>
            </a:xfrm>
            <a:custGeom>
              <a:avLst/>
              <a:gdLst/>
              <a:ahLst/>
              <a:cxnLst/>
              <a:rect l="l" t="t" r="r" b="b"/>
              <a:pathLst>
                <a:path w="1296670" h="519429">
                  <a:moveTo>
                    <a:pt x="0" y="0"/>
                  </a:moveTo>
                  <a:lnTo>
                    <a:pt x="1296161" y="0"/>
                  </a:lnTo>
                  <a:lnTo>
                    <a:pt x="1296161" y="519142"/>
                  </a:lnTo>
                  <a:lnTo>
                    <a:pt x="0" y="519142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190010" y="4481145"/>
            <a:ext cx="1169035" cy="414655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52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homework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72465" y="4622955"/>
            <a:ext cx="622300" cy="104775"/>
          </a:xfrm>
          <a:custGeom>
            <a:avLst/>
            <a:gdLst/>
            <a:ahLst/>
            <a:cxnLst/>
            <a:rect l="l" t="t" r="r" b="b"/>
            <a:pathLst>
              <a:path w="622300" h="104775">
                <a:moveTo>
                  <a:pt x="613174" y="45944"/>
                </a:moveTo>
                <a:lnTo>
                  <a:pt x="611780" y="45944"/>
                </a:lnTo>
                <a:lnTo>
                  <a:pt x="611959" y="55944"/>
                </a:lnTo>
                <a:lnTo>
                  <a:pt x="593464" y="56276"/>
                </a:lnTo>
                <a:lnTo>
                  <a:pt x="527751" y="96202"/>
                </a:lnTo>
                <a:lnTo>
                  <a:pt x="527000" y="99278"/>
                </a:lnTo>
                <a:lnTo>
                  <a:pt x="529868" y="103999"/>
                </a:lnTo>
                <a:lnTo>
                  <a:pt x="532944" y="104749"/>
                </a:lnTo>
                <a:lnTo>
                  <a:pt x="621791" y="50766"/>
                </a:lnTo>
                <a:lnTo>
                  <a:pt x="613174" y="45944"/>
                </a:lnTo>
                <a:close/>
              </a:path>
              <a:path w="622300" h="104775">
                <a:moveTo>
                  <a:pt x="593285" y="46276"/>
                </a:moveTo>
                <a:lnTo>
                  <a:pt x="0" y="56901"/>
                </a:lnTo>
                <a:lnTo>
                  <a:pt x="179" y="66901"/>
                </a:lnTo>
                <a:lnTo>
                  <a:pt x="593464" y="56276"/>
                </a:lnTo>
                <a:lnTo>
                  <a:pt x="601946" y="51122"/>
                </a:lnTo>
                <a:lnTo>
                  <a:pt x="593285" y="46276"/>
                </a:lnTo>
                <a:close/>
              </a:path>
              <a:path w="622300" h="104775">
                <a:moveTo>
                  <a:pt x="601946" y="51122"/>
                </a:moveTo>
                <a:lnTo>
                  <a:pt x="593464" y="56276"/>
                </a:lnTo>
                <a:lnTo>
                  <a:pt x="611959" y="55944"/>
                </a:lnTo>
                <a:lnTo>
                  <a:pt x="611948" y="55308"/>
                </a:lnTo>
                <a:lnTo>
                  <a:pt x="609427" y="55308"/>
                </a:lnTo>
                <a:lnTo>
                  <a:pt x="601946" y="51122"/>
                </a:lnTo>
                <a:close/>
              </a:path>
              <a:path w="622300" h="104775">
                <a:moveTo>
                  <a:pt x="609272" y="46671"/>
                </a:moveTo>
                <a:lnTo>
                  <a:pt x="601946" y="51122"/>
                </a:lnTo>
                <a:lnTo>
                  <a:pt x="609427" y="55308"/>
                </a:lnTo>
                <a:lnTo>
                  <a:pt x="609272" y="46671"/>
                </a:lnTo>
                <a:close/>
              </a:path>
              <a:path w="622300" h="104775">
                <a:moveTo>
                  <a:pt x="611793" y="46671"/>
                </a:moveTo>
                <a:lnTo>
                  <a:pt x="609272" y="46671"/>
                </a:lnTo>
                <a:lnTo>
                  <a:pt x="609427" y="55308"/>
                </a:lnTo>
                <a:lnTo>
                  <a:pt x="611948" y="55308"/>
                </a:lnTo>
                <a:lnTo>
                  <a:pt x="611793" y="46671"/>
                </a:lnTo>
                <a:close/>
              </a:path>
              <a:path w="622300" h="104775">
                <a:moveTo>
                  <a:pt x="611780" y="45944"/>
                </a:moveTo>
                <a:lnTo>
                  <a:pt x="593285" y="46276"/>
                </a:lnTo>
                <a:lnTo>
                  <a:pt x="601946" y="51122"/>
                </a:lnTo>
                <a:lnTo>
                  <a:pt x="609272" y="46671"/>
                </a:lnTo>
                <a:lnTo>
                  <a:pt x="611793" y="46671"/>
                </a:lnTo>
                <a:lnTo>
                  <a:pt x="611780" y="45944"/>
                </a:lnTo>
                <a:close/>
              </a:path>
              <a:path w="622300" h="104775">
                <a:moveTo>
                  <a:pt x="531068" y="0"/>
                </a:moveTo>
                <a:lnTo>
                  <a:pt x="528021" y="859"/>
                </a:lnTo>
                <a:lnTo>
                  <a:pt x="525324" y="5680"/>
                </a:lnTo>
                <a:lnTo>
                  <a:pt x="526183" y="8727"/>
                </a:lnTo>
                <a:lnTo>
                  <a:pt x="593285" y="46276"/>
                </a:lnTo>
                <a:lnTo>
                  <a:pt x="611780" y="45944"/>
                </a:lnTo>
                <a:lnTo>
                  <a:pt x="613174" y="45944"/>
                </a:lnTo>
                <a:lnTo>
                  <a:pt x="531068" y="0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94233" y="4466418"/>
            <a:ext cx="1169035" cy="414655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264160">
              <a:lnSpc>
                <a:spcPct val="100000"/>
              </a:lnSpc>
              <a:spcBef>
                <a:spcPts val="515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course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37100" y="4270664"/>
            <a:ext cx="2035810" cy="828675"/>
          </a:xfrm>
          <a:custGeom>
            <a:avLst/>
            <a:gdLst/>
            <a:ahLst/>
            <a:cxnLst/>
            <a:rect l="l" t="t" r="r" b="b"/>
            <a:pathLst>
              <a:path w="2035810" h="828675">
                <a:moveTo>
                  <a:pt x="0" y="414191"/>
                </a:moveTo>
                <a:lnTo>
                  <a:pt x="1017726" y="0"/>
                </a:lnTo>
                <a:lnTo>
                  <a:pt x="2035454" y="414191"/>
                </a:lnTo>
                <a:lnTo>
                  <a:pt x="1017726" y="828382"/>
                </a:lnTo>
                <a:lnTo>
                  <a:pt x="0" y="414191"/>
                </a:lnTo>
                <a:close/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4230495" y="4349717"/>
            <a:ext cx="1661795" cy="678180"/>
            <a:chOff x="4230495" y="4349717"/>
            <a:chExt cx="1661795" cy="678180"/>
          </a:xfrm>
        </p:grpSpPr>
        <p:sp>
          <p:nvSpPr>
            <p:cNvPr id="16" name="object 16"/>
            <p:cNvSpPr/>
            <p:nvPr/>
          </p:nvSpPr>
          <p:spPr>
            <a:xfrm>
              <a:off x="4235495" y="4354718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825703" y="0"/>
                  </a:moveTo>
                  <a:lnTo>
                    <a:pt x="0" y="333965"/>
                  </a:lnTo>
                  <a:lnTo>
                    <a:pt x="825703" y="667931"/>
                  </a:lnTo>
                  <a:lnTo>
                    <a:pt x="1651406" y="333965"/>
                  </a:lnTo>
                  <a:lnTo>
                    <a:pt x="82570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35495" y="4354718"/>
              <a:ext cx="1651635" cy="668020"/>
            </a:xfrm>
            <a:custGeom>
              <a:avLst/>
              <a:gdLst/>
              <a:ahLst/>
              <a:cxnLst/>
              <a:rect l="l" t="t" r="r" b="b"/>
              <a:pathLst>
                <a:path w="1651635" h="668020">
                  <a:moveTo>
                    <a:pt x="0" y="333965"/>
                  </a:moveTo>
                  <a:lnTo>
                    <a:pt x="825703" y="0"/>
                  </a:lnTo>
                  <a:lnTo>
                    <a:pt x="1651406" y="333965"/>
                  </a:lnTo>
                  <a:lnTo>
                    <a:pt x="825703" y="667931"/>
                  </a:lnTo>
                  <a:lnTo>
                    <a:pt x="0" y="33396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37941" y="4525264"/>
            <a:ext cx="4889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hav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98059" y="3572939"/>
            <a:ext cx="1108710" cy="486409"/>
            <a:chOff x="7498059" y="3572939"/>
            <a:chExt cx="1108710" cy="486409"/>
          </a:xfrm>
        </p:grpSpPr>
        <p:sp>
          <p:nvSpPr>
            <p:cNvPr id="20" name="object 20"/>
            <p:cNvSpPr/>
            <p:nvPr/>
          </p:nvSpPr>
          <p:spPr>
            <a:xfrm>
              <a:off x="7503139" y="3578019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0" y="0"/>
                  </a:moveTo>
                  <a:lnTo>
                    <a:pt x="485125" y="1601"/>
                  </a:lnTo>
                  <a:lnTo>
                    <a:pt x="423250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6" y="37063"/>
                  </a:lnTo>
                  <a:lnTo>
                    <a:pt x="205692" y="52299"/>
                  </a:lnTo>
                  <a:lnTo>
                    <a:pt x="160848" y="69726"/>
                  </a:lnTo>
                  <a:lnTo>
                    <a:pt x="120646" y="89165"/>
                  </a:lnTo>
                  <a:lnTo>
                    <a:pt x="85499" y="110439"/>
                  </a:lnTo>
                  <a:lnTo>
                    <a:pt x="32015" y="157772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5" y="318348"/>
                  </a:lnTo>
                  <a:lnTo>
                    <a:pt x="85499" y="365681"/>
                  </a:lnTo>
                  <a:lnTo>
                    <a:pt x="120646" y="386955"/>
                  </a:lnTo>
                  <a:lnTo>
                    <a:pt x="160848" y="406394"/>
                  </a:lnTo>
                  <a:lnTo>
                    <a:pt x="205692" y="423821"/>
                  </a:lnTo>
                  <a:lnTo>
                    <a:pt x="254766" y="439057"/>
                  </a:lnTo>
                  <a:lnTo>
                    <a:pt x="307659" y="451923"/>
                  </a:lnTo>
                  <a:lnTo>
                    <a:pt x="363958" y="462241"/>
                  </a:lnTo>
                  <a:lnTo>
                    <a:pt x="423250" y="469833"/>
                  </a:lnTo>
                  <a:lnTo>
                    <a:pt x="485125" y="474518"/>
                  </a:lnTo>
                  <a:lnTo>
                    <a:pt x="549170" y="476120"/>
                  </a:lnTo>
                  <a:lnTo>
                    <a:pt x="613215" y="474518"/>
                  </a:lnTo>
                  <a:lnTo>
                    <a:pt x="675090" y="469833"/>
                  </a:lnTo>
                  <a:lnTo>
                    <a:pt x="734383" y="462241"/>
                  </a:lnTo>
                  <a:lnTo>
                    <a:pt x="790682" y="451923"/>
                  </a:lnTo>
                  <a:lnTo>
                    <a:pt x="843575" y="439057"/>
                  </a:lnTo>
                  <a:lnTo>
                    <a:pt x="892649" y="423821"/>
                  </a:lnTo>
                  <a:lnTo>
                    <a:pt x="937493" y="406394"/>
                  </a:lnTo>
                  <a:lnTo>
                    <a:pt x="977695" y="386955"/>
                  </a:lnTo>
                  <a:lnTo>
                    <a:pt x="1012843" y="365681"/>
                  </a:lnTo>
                  <a:lnTo>
                    <a:pt x="1066326" y="318348"/>
                  </a:lnTo>
                  <a:lnTo>
                    <a:pt x="1094648" y="265823"/>
                  </a:lnTo>
                  <a:lnTo>
                    <a:pt x="1098342" y="238060"/>
                  </a:lnTo>
                  <a:lnTo>
                    <a:pt x="1094648" y="210297"/>
                  </a:lnTo>
                  <a:lnTo>
                    <a:pt x="1066326" y="157772"/>
                  </a:lnTo>
                  <a:lnTo>
                    <a:pt x="1012843" y="110439"/>
                  </a:lnTo>
                  <a:lnTo>
                    <a:pt x="977695" y="89165"/>
                  </a:lnTo>
                  <a:lnTo>
                    <a:pt x="937493" y="69726"/>
                  </a:lnTo>
                  <a:lnTo>
                    <a:pt x="892649" y="52299"/>
                  </a:lnTo>
                  <a:lnTo>
                    <a:pt x="843575" y="37063"/>
                  </a:lnTo>
                  <a:lnTo>
                    <a:pt x="790682" y="24196"/>
                  </a:lnTo>
                  <a:lnTo>
                    <a:pt x="734383" y="13878"/>
                  </a:lnTo>
                  <a:lnTo>
                    <a:pt x="675090" y="6287"/>
                  </a:lnTo>
                  <a:lnTo>
                    <a:pt x="613215" y="1601"/>
                  </a:lnTo>
                  <a:lnTo>
                    <a:pt x="54917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03139" y="3578019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91935" y="3671823"/>
            <a:ext cx="9740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</a:t>
            </a: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_numbe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89585" y="4207301"/>
            <a:ext cx="1108710" cy="486409"/>
            <a:chOff x="8389585" y="4207301"/>
            <a:chExt cx="1108710" cy="486409"/>
          </a:xfrm>
        </p:grpSpPr>
        <p:sp>
          <p:nvSpPr>
            <p:cNvPr id="24" name="object 24"/>
            <p:cNvSpPr/>
            <p:nvPr/>
          </p:nvSpPr>
          <p:spPr>
            <a:xfrm>
              <a:off x="8394665" y="4212381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2" y="0"/>
                  </a:moveTo>
                  <a:lnTo>
                    <a:pt x="485126" y="1601"/>
                  </a:lnTo>
                  <a:lnTo>
                    <a:pt x="423251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7" y="37063"/>
                  </a:lnTo>
                  <a:lnTo>
                    <a:pt x="205692" y="52299"/>
                  </a:lnTo>
                  <a:lnTo>
                    <a:pt x="160848" y="69726"/>
                  </a:lnTo>
                  <a:lnTo>
                    <a:pt x="120646" y="89165"/>
                  </a:lnTo>
                  <a:lnTo>
                    <a:pt x="85499" y="110439"/>
                  </a:lnTo>
                  <a:lnTo>
                    <a:pt x="32015" y="157772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5" y="318348"/>
                  </a:lnTo>
                  <a:lnTo>
                    <a:pt x="85499" y="365682"/>
                  </a:lnTo>
                  <a:lnTo>
                    <a:pt x="120646" y="386955"/>
                  </a:lnTo>
                  <a:lnTo>
                    <a:pt x="160848" y="406395"/>
                  </a:lnTo>
                  <a:lnTo>
                    <a:pt x="205692" y="423822"/>
                  </a:lnTo>
                  <a:lnTo>
                    <a:pt x="254767" y="439058"/>
                  </a:lnTo>
                  <a:lnTo>
                    <a:pt x="307659" y="451924"/>
                  </a:lnTo>
                  <a:lnTo>
                    <a:pt x="363958" y="462243"/>
                  </a:lnTo>
                  <a:lnTo>
                    <a:pt x="423251" y="469834"/>
                  </a:lnTo>
                  <a:lnTo>
                    <a:pt x="485126" y="474520"/>
                  </a:lnTo>
                  <a:lnTo>
                    <a:pt x="549172" y="476121"/>
                  </a:lnTo>
                  <a:lnTo>
                    <a:pt x="613217" y="474520"/>
                  </a:lnTo>
                  <a:lnTo>
                    <a:pt x="675092" y="469834"/>
                  </a:lnTo>
                  <a:lnTo>
                    <a:pt x="734384" y="462243"/>
                  </a:lnTo>
                  <a:lnTo>
                    <a:pt x="790683" y="451924"/>
                  </a:lnTo>
                  <a:lnTo>
                    <a:pt x="843576" y="439058"/>
                  </a:lnTo>
                  <a:lnTo>
                    <a:pt x="892650" y="423822"/>
                  </a:lnTo>
                  <a:lnTo>
                    <a:pt x="937494" y="406395"/>
                  </a:lnTo>
                  <a:lnTo>
                    <a:pt x="977696" y="386955"/>
                  </a:lnTo>
                  <a:lnTo>
                    <a:pt x="1012843" y="365682"/>
                  </a:lnTo>
                  <a:lnTo>
                    <a:pt x="1066327" y="318348"/>
                  </a:lnTo>
                  <a:lnTo>
                    <a:pt x="1094648" y="265823"/>
                  </a:lnTo>
                  <a:lnTo>
                    <a:pt x="1098342" y="238060"/>
                  </a:lnTo>
                  <a:lnTo>
                    <a:pt x="1094648" y="210297"/>
                  </a:lnTo>
                  <a:lnTo>
                    <a:pt x="1066327" y="157772"/>
                  </a:lnTo>
                  <a:lnTo>
                    <a:pt x="1012843" y="110439"/>
                  </a:lnTo>
                  <a:lnTo>
                    <a:pt x="977696" y="89165"/>
                  </a:lnTo>
                  <a:lnTo>
                    <a:pt x="937494" y="69726"/>
                  </a:lnTo>
                  <a:lnTo>
                    <a:pt x="892650" y="52299"/>
                  </a:lnTo>
                  <a:lnTo>
                    <a:pt x="843576" y="37063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2" y="6287"/>
                  </a:lnTo>
                  <a:lnTo>
                    <a:pt x="613217" y="1601"/>
                  </a:lnTo>
                  <a:lnTo>
                    <a:pt x="54917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94665" y="4212381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791835" y="4305808"/>
            <a:ext cx="3594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863177" y="4054140"/>
            <a:ext cx="531495" cy="619760"/>
          </a:xfrm>
          <a:custGeom>
            <a:avLst/>
            <a:gdLst/>
            <a:ahLst/>
            <a:cxnLst/>
            <a:rect l="l" t="t" r="r" b="b"/>
            <a:pathLst>
              <a:path w="531495" h="619760">
                <a:moveTo>
                  <a:pt x="0" y="619581"/>
                </a:moveTo>
                <a:lnTo>
                  <a:pt x="189134" y="0"/>
                </a:lnTo>
              </a:path>
              <a:path w="531495" h="619760">
                <a:moveTo>
                  <a:pt x="0" y="619581"/>
                </a:moveTo>
                <a:lnTo>
                  <a:pt x="531488" y="396302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1525878" y="3584352"/>
            <a:ext cx="1678939" cy="486409"/>
            <a:chOff x="1525878" y="3584352"/>
            <a:chExt cx="1678939" cy="486409"/>
          </a:xfrm>
        </p:grpSpPr>
        <p:sp>
          <p:nvSpPr>
            <p:cNvPr id="29" name="object 29"/>
            <p:cNvSpPr/>
            <p:nvPr/>
          </p:nvSpPr>
          <p:spPr>
            <a:xfrm>
              <a:off x="1530958" y="3589432"/>
              <a:ext cx="1668780" cy="476250"/>
            </a:xfrm>
            <a:custGeom>
              <a:avLst/>
              <a:gdLst/>
              <a:ahLst/>
              <a:cxnLst/>
              <a:rect l="l" t="t" r="r" b="b"/>
              <a:pathLst>
                <a:path w="1668780" h="476250">
                  <a:moveTo>
                    <a:pt x="834384" y="0"/>
                  </a:moveTo>
                  <a:lnTo>
                    <a:pt x="762390" y="873"/>
                  </a:lnTo>
                  <a:lnTo>
                    <a:pt x="692097" y="3447"/>
                  </a:lnTo>
                  <a:lnTo>
                    <a:pt x="623755" y="7650"/>
                  </a:lnTo>
                  <a:lnTo>
                    <a:pt x="557614" y="13409"/>
                  </a:lnTo>
                  <a:lnTo>
                    <a:pt x="493925" y="20654"/>
                  </a:lnTo>
                  <a:lnTo>
                    <a:pt x="432939" y="29313"/>
                  </a:lnTo>
                  <a:lnTo>
                    <a:pt x="374906" y="39315"/>
                  </a:lnTo>
                  <a:lnTo>
                    <a:pt x="320076" y="50589"/>
                  </a:lnTo>
                  <a:lnTo>
                    <a:pt x="268700" y="63062"/>
                  </a:lnTo>
                  <a:lnTo>
                    <a:pt x="221028" y="76663"/>
                  </a:lnTo>
                  <a:lnTo>
                    <a:pt x="177311" y="91322"/>
                  </a:lnTo>
                  <a:lnTo>
                    <a:pt x="137799" y="106965"/>
                  </a:lnTo>
                  <a:lnTo>
                    <a:pt x="102743" y="123523"/>
                  </a:lnTo>
                  <a:lnTo>
                    <a:pt x="46999" y="159095"/>
                  </a:lnTo>
                  <a:lnTo>
                    <a:pt x="12083" y="197464"/>
                  </a:lnTo>
                  <a:lnTo>
                    <a:pt x="0" y="238061"/>
                  </a:lnTo>
                  <a:lnTo>
                    <a:pt x="3062" y="258602"/>
                  </a:lnTo>
                  <a:lnTo>
                    <a:pt x="26812" y="298156"/>
                  </a:lnTo>
                  <a:lnTo>
                    <a:pt x="72392" y="335198"/>
                  </a:lnTo>
                  <a:lnTo>
                    <a:pt x="137799" y="369156"/>
                  </a:lnTo>
                  <a:lnTo>
                    <a:pt x="177311" y="384799"/>
                  </a:lnTo>
                  <a:lnTo>
                    <a:pt x="221028" y="399458"/>
                  </a:lnTo>
                  <a:lnTo>
                    <a:pt x="268700" y="413059"/>
                  </a:lnTo>
                  <a:lnTo>
                    <a:pt x="320076" y="425532"/>
                  </a:lnTo>
                  <a:lnTo>
                    <a:pt x="374906" y="436805"/>
                  </a:lnTo>
                  <a:lnTo>
                    <a:pt x="432939" y="446807"/>
                  </a:lnTo>
                  <a:lnTo>
                    <a:pt x="493925" y="455467"/>
                  </a:lnTo>
                  <a:lnTo>
                    <a:pt x="557614" y="462712"/>
                  </a:lnTo>
                  <a:lnTo>
                    <a:pt x="623755" y="468471"/>
                  </a:lnTo>
                  <a:lnTo>
                    <a:pt x="692097" y="472674"/>
                  </a:lnTo>
                  <a:lnTo>
                    <a:pt x="762390" y="475247"/>
                  </a:lnTo>
                  <a:lnTo>
                    <a:pt x="834384" y="476121"/>
                  </a:lnTo>
                  <a:lnTo>
                    <a:pt x="906379" y="475247"/>
                  </a:lnTo>
                  <a:lnTo>
                    <a:pt x="976672" y="472674"/>
                  </a:lnTo>
                  <a:lnTo>
                    <a:pt x="1045014" y="468471"/>
                  </a:lnTo>
                  <a:lnTo>
                    <a:pt x="1111155" y="462712"/>
                  </a:lnTo>
                  <a:lnTo>
                    <a:pt x="1174844" y="455467"/>
                  </a:lnTo>
                  <a:lnTo>
                    <a:pt x="1235830" y="446807"/>
                  </a:lnTo>
                  <a:lnTo>
                    <a:pt x="1293864" y="436805"/>
                  </a:lnTo>
                  <a:lnTo>
                    <a:pt x="1348694" y="425532"/>
                  </a:lnTo>
                  <a:lnTo>
                    <a:pt x="1400070" y="413059"/>
                  </a:lnTo>
                  <a:lnTo>
                    <a:pt x="1447742" y="399458"/>
                  </a:lnTo>
                  <a:lnTo>
                    <a:pt x="1491459" y="384799"/>
                  </a:lnTo>
                  <a:lnTo>
                    <a:pt x="1530971" y="369156"/>
                  </a:lnTo>
                  <a:lnTo>
                    <a:pt x="1566027" y="352598"/>
                  </a:lnTo>
                  <a:lnTo>
                    <a:pt x="1621771" y="317027"/>
                  </a:lnTo>
                  <a:lnTo>
                    <a:pt x="1656687" y="278657"/>
                  </a:lnTo>
                  <a:lnTo>
                    <a:pt x="1668771" y="238061"/>
                  </a:lnTo>
                  <a:lnTo>
                    <a:pt x="1665708" y="217520"/>
                  </a:lnTo>
                  <a:lnTo>
                    <a:pt x="1641958" y="177965"/>
                  </a:lnTo>
                  <a:lnTo>
                    <a:pt x="1596378" y="140923"/>
                  </a:lnTo>
                  <a:lnTo>
                    <a:pt x="1530971" y="106965"/>
                  </a:lnTo>
                  <a:lnTo>
                    <a:pt x="1491459" y="91322"/>
                  </a:lnTo>
                  <a:lnTo>
                    <a:pt x="1447742" y="76663"/>
                  </a:lnTo>
                  <a:lnTo>
                    <a:pt x="1400070" y="63062"/>
                  </a:lnTo>
                  <a:lnTo>
                    <a:pt x="1348694" y="50589"/>
                  </a:lnTo>
                  <a:lnTo>
                    <a:pt x="1293864" y="39315"/>
                  </a:lnTo>
                  <a:lnTo>
                    <a:pt x="1235830" y="29313"/>
                  </a:lnTo>
                  <a:lnTo>
                    <a:pt x="1174844" y="20654"/>
                  </a:lnTo>
                  <a:lnTo>
                    <a:pt x="1111155" y="13409"/>
                  </a:lnTo>
                  <a:lnTo>
                    <a:pt x="1045014" y="7650"/>
                  </a:lnTo>
                  <a:lnTo>
                    <a:pt x="976672" y="3447"/>
                  </a:lnTo>
                  <a:lnTo>
                    <a:pt x="906379" y="873"/>
                  </a:lnTo>
                  <a:lnTo>
                    <a:pt x="83438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0958" y="3589432"/>
              <a:ext cx="1668780" cy="476250"/>
            </a:xfrm>
            <a:custGeom>
              <a:avLst/>
              <a:gdLst/>
              <a:ahLst/>
              <a:cxnLst/>
              <a:rect l="l" t="t" r="r" b="b"/>
              <a:pathLst>
                <a:path w="1668780" h="476250">
                  <a:moveTo>
                    <a:pt x="0" y="238060"/>
                  </a:moveTo>
                  <a:lnTo>
                    <a:pt x="12083" y="197464"/>
                  </a:lnTo>
                  <a:lnTo>
                    <a:pt x="46999" y="159094"/>
                  </a:lnTo>
                  <a:lnTo>
                    <a:pt x="102743" y="123523"/>
                  </a:lnTo>
                  <a:lnTo>
                    <a:pt x="137799" y="106965"/>
                  </a:lnTo>
                  <a:lnTo>
                    <a:pt x="177311" y="91321"/>
                  </a:lnTo>
                  <a:lnTo>
                    <a:pt x="221028" y="76663"/>
                  </a:lnTo>
                  <a:lnTo>
                    <a:pt x="268700" y="63062"/>
                  </a:lnTo>
                  <a:lnTo>
                    <a:pt x="320076" y="50589"/>
                  </a:lnTo>
                  <a:lnTo>
                    <a:pt x="374906" y="39315"/>
                  </a:lnTo>
                  <a:lnTo>
                    <a:pt x="432940" y="29313"/>
                  </a:lnTo>
                  <a:lnTo>
                    <a:pt x="493926" y="20654"/>
                  </a:lnTo>
                  <a:lnTo>
                    <a:pt x="557615" y="13409"/>
                  </a:lnTo>
                  <a:lnTo>
                    <a:pt x="623755" y="7650"/>
                  </a:lnTo>
                  <a:lnTo>
                    <a:pt x="692098" y="3447"/>
                  </a:lnTo>
                  <a:lnTo>
                    <a:pt x="762391" y="873"/>
                  </a:lnTo>
                  <a:lnTo>
                    <a:pt x="834385" y="0"/>
                  </a:lnTo>
                  <a:lnTo>
                    <a:pt x="906379" y="873"/>
                  </a:lnTo>
                  <a:lnTo>
                    <a:pt x="976672" y="3447"/>
                  </a:lnTo>
                  <a:lnTo>
                    <a:pt x="1045015" y="7650"/>
                  </a:lnTo>
                  <a:lnTo>
                    <a:pt x="1111156" y="13409"/>
                  </a:lnTo>
                  <a:lnTo>
                    <a:pt x="1174844" y="20654"/>
                  </a:lnTo>
                  <a:lnTo>
                    <a:pt x="1235831" y="29313"/>
                  </a:lnTo>
                  <a:lnTo>
                    <a:pt x="1293864" y="39315"/>
                  </a:lnTo>
                  <a:lnTo>
                    <a:pt x="1348694" y="50589"/>
                  </a:lnTo>
                  <a:lnTo>
                    <a:pt x="1400070" y="63062"/>
                  </a:lnTo>
                  <a:lnTo>
                    <a:pt x="1447742" y="76663"/>
                  </a:lnTo>
                  <a:lnTo>
                    <a:pt x="1491459" y="91321"/>
                  </a:lnTo>
                  <a:lnTo>
                    <a:pt x="1530971" y="106965"/>
                  </a:lnTo>
                  <a:lnTo>
                    <a:pt x="1566028" y="123523"/>
                  </a:lnTo>
                  <a:lnTo>
                    <a:pt x="1621771" y="159094"/>
                  </a:lnTo>
                  <a:lnTo>
                    <a:pt x="1656687" y="197464"/>
                  </a:lnTo>
                  <a:lnTo>
                    <a:pt x="1668771" y="238060"/>
                  </a:lnTo>
                  <a:lnTo>
                    <a:pt x="1665708" y="258601"/>
                  </a:lnTo>
                  <a:lnTo>
                    <a:pt x="1641958" y="298155"/>
                  </a:lnTo>
                  <a:lnTo>
                    <a:pt x="1596378" y="335197"/>
                  </a:lnTo>
                  <a:lnTo>
                    <a:pt x="1530971" y="369155"/>
                  </a:lnTo>
                  <a:lnTo>
                    <a:pt x="1491459" y="384799"/>
                  </a:lnTo>
                  <a:lnTo>
                    <a:pt x="1447742" y="399457"/>
                  </a:lnTo>
                  <a:lnTo>
                    <a:pt x="1400070" y="413059"/>
                  </a:lnTo>
                  <a:lnTo>
                    <a:pt x="1348694" y="425532"/>
                  </a:lnTo>
                  <a:lnTo>
                    <a:pt x="1293864" y="436805"/>
                  </a:lnTo>
                  <a:lnTo>
                    <a:pt x="1235831" y="446807"/>
                  </a:lnTo>
                  <a:lnTo>
                    <a:pt x="1174844" y="455466"/>
                  </a:lnTo>
                  <a:lnTo>
                    <a:pt x="1111156" y="462711"/>
                  </a:lnTo>
                  <a:lnTo>
                    <a:pt x="1045015" y="468471"/>
                  </a:lnTo>
                  <a:lnTo>
                    <a:pt x="976672" y="472673"/>
                  </a:lnTo>
                  <a:lnTo>
                    <a:pt x="906379" y="475247"/>
                  </a:lnTo>
                  <a:lnTo>
                    <a:pt x="834385" y="476121"/>
                  </a:lnTo>
                  <a:lnTo>
                    <a:pt x="762391" y="475247"/>
                  </a:lnTo>
                  <a:lnTo>
                    <a:pt x="692098" y="472673"/>
                  </a:lnTo>
                  <a:lnTo>
                    <a:pt x="623755" y="468471"/>
                  </a:lnTo>
                  <a:lnTo>
                    <a:pt x="557615" y="462711"/>
                  </a:lnTo>
                  <a:lnTo>
                    <a:pt x="493926" y="455466"/>
                  </a:lnTo>
                  <a:lnTo>
                    <a:pt x="432940" y="446807"/>
                  </a:lnTo>
                  <a:lnTo>
                    <a:pt x="374906" y="436805"/>
                  </a:lnTo>
                  <a:lnTo>
                    <a:pt x="320076" y="425532"/>
                  </a:lnTo>
                  <a:lnTo>
                    <a:pt x="268700" y="413059"/>
                  </a:lnTo>
                  <a:lnTo>
                    <a:pt x="221028" y="399457"/>
                  </a:lnTo>
                  <a:lnTo>
                    <a:pt x="177311" y="384799"/>
                  </a:lnTo>
                  <a:lnTo>
                    <a:pt x="137799" y="369155"/>
                  </a:lnTo>
                  <a:lnTo>
                    <a:pt x="102743" y="352598"/>
                  </a:lnTo>
                  <a:lnTo>
                    <a:pt x="46999" y="317026"/>
                  </a:lnTo>
                  <a:lnTo>
                    <a:pt x="12083" y="278657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746845" y="3650488"/>
            <a:ext cx="11855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55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spc="-20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hw_number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68648" y="4683145"/>
            <a:ext cx="1547495" cy="1039494"/>
            <a:chOff x="868648" y="4683145"/>
            <a:chExt cx="1547495" cy="1039494"/>
          </a:xfrm>
        </p:grpSpPr>
        <p:sp>
          <p:nvSpPr>
            <p:cNvPr id="33" name="object 33"/>
            <p:cNvSpPr/>
            <p:nvPr/>
          </p:nvSpPr>
          <p:spPr>
            <a:xfrm>
              <a:off x="1669177" y="4688225"/>
              <a:ext cx="452120" cy="53975"/>
            </a:xfrm>
            <a:custGeom>
              <a:avLst/>
              <a:gdLst/>
              <a:ahLst/>
              <a:cxnLst/>
              <a:rect l="l" t="t" r="r" b="b"/>
              <a:pathLst>
                <a:path w="452119" h="53975">
                  <a:moveTo>
                    <a:pt x="451796" y="0"/>
                  </a:moveTo>
                  <a:lnTo>
                    <a:pt x="0" y="53661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3728" y="5241059"/>
              <a:ext cx="1537335" cy="476250"/>
            </a:xfrm>
            <a:custGeom>
              <a:avLst/>
              <a:gdLst/>
              <a:ahLst/>
              <a:cxnLst/>
              <a:rect l="l" t="t" r="r" b="b"/>
              <a:pathLst>
                <a:path w="1537335" h="476250">
                  <a:moveTo>
                    <a:pt x="768666" y="0"/>
                  </a:moveTo>
                  <a:lnTo>
                    <a:pt x="698701" y="972"/>
                  </a:lnTo>
                  <a:lnTo>
                    <a:pt x="630497" y="3835"/>
                  </a:lnTo>
                  <a:lnTo>
                    <a:pt x="564324" y="8503"/>
                  </a:lnTo>
                  <a:lnTo>
                    <a:pt x="500453" y="14893"/>
                  </a:lnTo>
                  <a:lnTo>
                    <a:pt x="439156" y="22921"/>
                  </a:lnTo>
                  <a:lnTo>
                    <a:pt x="380705" y="32502"/>
                  </a:lnTo>
                  <a:lnTo>
                    <a:pt x="325370" y="43552"/>
                  </a:lnTo>
                  <a:lnTo>
                    <a:pt x="273424" y="55988"/>
                  </a:lnTo>
                  <a:lnTo>
                    <a:pt x="225137" y="69726"/>
                  </a:lnTo>
                  <a:lnTo>
                    <a:pt x="180780" y="84681"/>
                  </a:lnTo>
                  <a:lnTo>
                    <a:pt x="140626" y="100769"/>
                  </a:lnTo>
                  <a:lnTo>
                    <a:pt x="104945" y="117907"/>
                  </a:lnTo>
                  <a:lnTo>
                    <a:pt x="48089" y="154994"/>
                  </a:lnTo>
                  <a:lnTo>
                    <a:pt x="12384" y="195269"/>
                  </a:lnTo>
                  <a:lnTo>
                    <a:pt x="0" y="238061"/>
                  </a:lnTo>
                  <a:lnTo>
                    <a:pt x="3141" y="259729"/>
                  </a:lnTo>
                  <a:lnTo>
                    <a:pt x="27457" y="301347"/>
                  </a:lnTo>
                  <a:lnTo>
                    <a:pt x="74009" y="340112"/>
                  </a:lnTo>
                  <a:lnTo>
                    <a:pt x="140626" y="375352"/>
                  </a:lnTo>
                  <a:lnTo>
                    <a:pt x="180780" y="391440"/>
                  </a:lnTo>
                  <a:lnTo>
                    <a:pt x="225137" y="406395"/>
                  </a:lnTo>
                  <a:lnTo>
                    <a:pt x="273424" y="420132"/>
                  </a:lnTo>
                  <a:lnTo>
                    <a:pt x="325370" y="432568"/>
                  </a:lnTo>
                  <a:lnTo>
                    <a:pt x="380705" y="443619"/>
                  </a:lnTo>
                  <a:lnTo>
                    <a:pt x="439156" y="453200"/>
                  </a:lnTo>
                  <a:lnTo>
                    <a:pt x="500453" y="461228"/>
                  </a:lnTo>
                  <a:lnTo>
                    <a:pt x="564324" y="467617"/>
                  </a:lnTo>
                  <a:lnTo>
                    <a:pt x="630497" y="472286"/>
                  </a:lnTo>
                  <a:lnTo>
                    <a:pt x="698701" y="475148"/>
                  </a:lnTo>
                  <a:lnTo>
                    <a:pt x="768666" y="476121"/>
                  </a:lnTo>
                  <a:lnTo>
                    <a:pt x="838630" y="475148"/>
                  </a:lnTo>
                  <a:lnTo>
                    <a:pt x="906834" y="472286"/>
                  </a:lnTo>
                  <a:lnTo>
                    <a:pt x="973008" y="467617"/>
                  </a:lnTo>
                  <a:lnTo>
                    <a:pt x="1036878" y="461228"/>
                  </a:lnTo>
                  <a:lnTo>
                    <a:pt x="1098175" y="453200"/>
                  </a:lnTo>
                  <a:lnTo>
                    <a:pt x="1156626" y="443619"/>
                  </a:lnTo>
                  <a:lnTo>
                    <a:pt x="1211961" y="432568"/>
                  </a:lnTo>
                  <a:lnTo>
                    <a:pt x="1263908" y="420132"/>
                  </a:lnTo>
                  <a:lnTo>
                    <a:pt x="1312195" y="406395"/>
                  </a:lnTo>
                  <a:lnTo>
                    <a:pt x="1356551" y="391440"/>
                  </a:lnTo>
                  <a:lnTo>
                    <a:pt x="1396706" y="375352"/>
                  </a:lnTo>
                  <a:lnTo>
                    <a:pt x="1432386" y="358214"/>
                  </a:lnTo>
                  <a:lnTo>
                    <a:pt x="1489242" y="321128"/>
                  </a:lnTo>
                  <a:lnTo>
                    <a:pt x="1524948" y="280853"/>
                  </a:lnTo>
                  <a:lnTo>
                    <a:pt x="1537332" y="238061"/>
                  </a:lnTo>
                  <a:lnTo>
                    <a:pt x="1534191" y="216393"/>
                  </a:lnTo>
                  <a:lnTo>
                    <a:pt x="1509874" y="174775"/>
                  </a:lnTo>
                  <a:lnTo>
                    <a:pt x="1463322" y="136009"/>
                  </a:lnTo>
                  <a:lnTo>
                    <a:pt x="1396706" y="100769"/>
                  </a:lnTo>
                  <a:lnTo>
                    <a:pt x="1356551" y="84681"/>
                  </a:lnTo>
                  <a:lnTo>
                    <a:pt x="1312195" y="69726"/>
                  </a:lnTo>
                  <a:lnTo>
                    <a:pt x="1263908" y="55988"/>
                  </a:lnTo>
                  <a:lnTo>
                    <a:pt x="1211961" y="43552"/>
                  </a:lnTo>
                  <a:lnTo>
                    <a:pt x="1156626" y="32502"/>
                  </a:lnTo>
                  <a:lnTo>
                    <a:pt x="1098175" y="22921"/>
                  </a:lnTo>
                  <a:lnTo>
                    <a:pt x="1036878" y="14893"/>
                  </a:lnTo>
                  <a:lnTo>
                    <a:pt x="973008" y="8503"/>
                  </a:lnTo>
                  <a:lnTo>
                    <a:pt x="906834" y="3835"/>
                  </a:lnTo>
                  <a:lnTo>
                    <a:pt x="838630" y="972"/>
                  </a:lnTo>
                  <a:lnTo>
                    <a:pt x="76866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3728" y="5241059"/>
              <a:ext cx="1537335" cy="476250"/>
            </a:xfrm>
            <a:custGeom>
              <a:avLst/>
              <a:gdLst/>
              <a:ahLst/>
              <a:cxnLst/>
              <a:rect l="l" t="t" r="r" b="b"/>
              <a:pathLst>
                <a:path w="1537335" h="476250">
                  <a:moveTo>
                    <a:pt x="0" y="238060"/>
                  </a:moveTo>
                  <a:lnTo>
                    <a:pt x="12384" y="195268"/>
                  </a:lnTo>
                  <a:lnTo>
                    <a:pt x="48089" y="154993"/>
                  </a:lnTo>
                  <a:lnTo>
                    <a:pt x="104945" y="117906"/>
                  </a:lnTo>
                  <a:lnTo>
                    <a:pt x="140626" y="100769"/>
                  </a:lnTo>
                  <a:lnTo>
                    <a:pt x="180780" y="84681"/>
                  </a:lnTo>
                  <a:lnTo>
                    <a:pt x="225137" y="69726"/>
                  </a:lnTo>
                  <a:lnTo>
                    <a:pt x="273424" y="55988"/>
                  </a:lnTo>
                  <a:lnTo>
                    <a:pt x="325370" y="43552"/>
                  </a:lnTo>
                  <a:lnTo>
                    <a:pt x="380705" y="32502"/>
                  </a:lnTo>
                  <a:lnTo>
                    <a:pt x="439156" y="22921"/>
                  </a:lnTo>
                  <a:lnTo>
                    <a:pt x="500453" y="14893"/>
                  </a:lnTo>
                  <a:lnTo>
                    <a:pt x="564324" y="8503"/>
                  </a:lnTo>
                  <a:lnTo>
                    <a:pt x="630497" y="3835"/>
                  </a:lnTo>
                  <a:lnTo>
                    <a:pt x="698701" y="972"/>
                  </a:lnTo>
                  <a:lnTo>
                    <a:pt x="768666" y="0"/>
                  </a:lnTo>
                  <a:lnTo>
                    <a:pt x="838630" y="972"/>
                  </a:lnTo>
                  <a:lnTo>
                    <a:pt x="906834" y="3835"/>
                  </a:lnTo>
                  <a:lnTo>
                    <a:pt x="973007" y="8503"/>
                  </a:lnTo>
                  <a:lnTo>
                    <a:pt x="1036878" y="14893"/>
                  </a:lnTo>
                  <a:lnTo>
                    <a:pt x="1098175" y="22921"/>
                  </a:lnTo>
                  <a:lnTo>
                    <a:pt x="1156626" y="32502"/>
                  </a:lnTo>
                  <a:lnTo>
                    <a:pt x="1211961" y="43552"/>
                  </a:lnTo>
                  <a:lnTo>
                    <a:pt x="1263907" y="55988"/>
                  </a:lnTo>
                  <a:lnTo>
                    <a:pt x="1312194" y="69726"/>
                  </a:lnTo>
                  <a:lnTo>
                    <a:pt x="1356551" y="84681"/>
                  </a:lnTo>
                  <a:lnTo>
                    <a:pt x="1396705" y="100769"/>
                  </a:lnTo>
                  <a:lnTo>
                    <a:pt x="1432386" y="117906"/>
                  </a:lnTo>
                  <a:lnTo>
                    <a:pt x="1489242" y="154993"/>
                  </a:lnTo>
                  <a:lnTo>
                    <a:pt x="1524947" y="195268"/>
                  </a:lnTo>
                  <a:lnTo>
                    <a:pt x="1537332" y="238060"/>
                  </a:lnTo>
                  <a:lnTo>
                    <a:pt x="1534190" y="259729"/>
                  </a:lnTo>
                  <a:lnTo>
                    <a:pt x="1509874" y="301346"/>
                  </a:lnTo>
                  <a:lnTo>
                    <a:pt x="1463322" y="340111"/>
                  </a:lnTo>
                  <a:lnTo>
                    <a:pt x="1396705" y="375351"/>
                  </a:lnTo>
                  <a:lnTo>
                    <a:pt x="1356551" y="391440"/>
                  </a:lnTo>
                  <a:lnTo>
                    <a:pt x="1312194" y="406395"/>
                  </a:lnTo>
                  <a:lnTo>
                    <a:pt x="1263907" y="420132"/>
                  </a:lnTo>
                  <a:lnTo>
                    <a:pt x="1211961" y="432568"/>
                  </a:lnTo>
                  <a:lnTo>
                    <a:pt x="1156626" y="443619"/>
                  </a:lnTo>
                  <a:lnTo>
                    <a:pt x="1098175" y="453200"/>
                  </a:lnTo>
                  <a:lnTo>
                    <a:pt x="1036878" y="461227"/>
                  </a:lnTo>
                  <a:lnTo>
                    <a:pt x="973007" y="467617"/>
                  </a:lnTo>
                  <a:lnTo>
                    <a:pt x="906834" y="472285"/>
                  </a:lnTo>
                  <a:lnTo>
                    <a:pt x="838630" y="475148"/>
                  </a:lnTo>
                  <a:lnTo>
                    <a:pt x="768666" y="476121"/>
                  </a:lnTo>
                  <a:lnTo>
                    <a:pt x="698701" y="475148"/>
                  </a:lnTo>
                  <a:lnTo>
                    <a:pt x="630497" y="472285"/>
                  </a:lnTo>
                  <a:lnTo>
                    <a:pt x="564324" y="467617"/>
                  </a:lnTo>
                  <a:lnTo>
                    <a:pt x="500453" y="461227"/>
                  </a:lnTo>
                  <a:lnTo>
                    <a:pt x="439156" y="453200"/>
                  </a:lnTo>
                  <a:lnTo>
                    <a:pt x="380705" y="443619"/>
                  </a:lnTo>
                  <a:lnTo>
                    <a:pt x="325370" y="432568"/>
                  </a:lnTo>
                  <a:lnTo>
                    <a:pt x="273424" y="420132"/>
                  </a:lnTo>
                  <a:lnTo>
                    <a:pt x="225137" y="406395"/>
                  </a:lnTo>
                  <a:lnTo>
                    <a:pt x="180780" y="391440"/>
                  </a:lnTo>
                  <a:lnTo>
                    <a:pt x="140626" y="375351"/>
                  </a:lnTo>
                  <a:lnTo>
                    <a:pt x="104945" y="358214"/>
                  </a:lnTo>
                  <a:lnTo>
                    <a:pt x="48089" y="321127"/>
                  </a:lnTo>
                  <a:lnTo>
                    <a:pt x="12384" y="280852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15108" y="5302504"/>
            <a:ext cx="7974330" cy="1437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635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total_scores</a:t>
            </a:r>
            <a:endParaRPr sz="17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course(</a:t>
            </a:r>
            <a:r>
              <a:rPr sz="2100" u="sng" spc="-2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c_number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title)</a:t>
            </a:r>
            <a:endParaRPr sz="2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homework(</a:t>
            </a:r>
            <a:r>
              <a:rPr sz="2100" u="sng" spc="-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c_number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, </a:t>
            </a:r>
            <a:r>
              <a:rPr sz="2100" u="sng" spc="-3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hw_number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due_date,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total_scores)</a:t>
            </a:r>
            <a:endParaRPr sz="2100" dirty="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88609" y="4498746"/>
            <a:ext cx="1085850" cy="486409"/>
            <a:chOff x="588609" y="4498746"/>
            <a:chExt cx="1085850" cy="486409"/>
          </a:xfrm>
        </p:grpSpPr>
        <p:sp>
          <p:nvSpPr>
            <p:cNvPr id="38" name="object 38"/>
            <p:cNvSpPr/>
            <p:nvPr/>
          </p:nvSpPr>
          <p:spPr>
            <a:xfrm>
              <a:off x="593689" y="4503826"/>
              <a:ext cx="1075690" cy="476250"/>
            </a:xfrm>
            <a:custGeom>
              <a:avLst/>
              <a:gdLst/>
              <a:ahLst/>
              <a:cxnLst/>
              <a:rect l="l" t="t" r="r" b="b"/>
              <a:pathLst>
                <a:path w="1075689" h="476250">
                  <a:moveTo>
                    <a:pt x="537743" y="0"/>
                  </a:moveTo>
                  <a:lnTo>
                    <a:pt x="475031" y="1601"/>
                  </a:lnTo>
                  <a:lnTo>
                    <a:pt x="414444" y="6287"/>
                  </a:lnTo>
                  <a:lnTo>
                    <a:pt x="356384" y="13878"/>
                  </a:lnTo>
                  <a:lnTo>
                    <a:pt x="301257" y="24196"/>
                  </a:lnTo>
                  <a:lnTo>
                    <a:pt x="249465" y="37062"/>
                  </a:lnTo>
                  <a:lnTo>
                    <a:pt x="201412" y="52298"/>
                  </a:lnTo>
                  <a:lnTo>
                    <a:pt x="157501" y="69725"/>
                  </a:lnTo>
                  <a:lnTo>
                    <a:pt x="118136" y="89165"/>
                  </a:lnTo>
                  <a:lnTo>
                    <a:pt x="83720" y="110438"/>
                  </a:lnTo>
                  <a:lnTo>
                    <a:pt x="31349" y="157771"/>
                  </a:lnTo>
                  <a:lnTo>
                    <a:pt x="3617" y="210297"/>
                  </a:lnTo>
                  <a:lnTo>
                    <a:pt x="0" y="238060"/>
                  </a:lnTo>
                  <a:lnTo>
                    <a:pt x="3617" y="265823"/>
                  </a:lnTo>
                  <a:lnTo>
                    <a:pt x="31349" y="318348"/>
                  </a:lnTo>
                  <a:lnTo>
                    <a:pt x="83720" y="365681"/>
                  </a:lnTo>
                  <a:lnTo>
                    <a:pt x="118136" y="386954"/>
                  </a:lnTo>
                  <a:lnTo>
                    <a:pt x="157501" y="406394"/>
                  </a:lnTo>
                  <a:lnTo>
                    <a:pt x="201412" y="423821"/>
                  </a:lnTo>
                  <a:lnTo>
                    <a:pt x="249465" y="439057"/>
                  </a:lnTo>
                  <a:lnTo>
                    <a:pt x="301257" y="451923"/>
                  </a:lnTo>
                  <a:lnTo>
                    <a:pt x="356384" y="462241"/>
                  </a:lnTo>
                  <a:lnTo>
                    <a:pt x="414444" y="469833"/>
                  </a:lnTo>
                  <a:lnTo>
                    <a:pt x="475031" y="474518"/>
                  </a:lnTo>
                  <a:lnTo>
                    <a:pt x="537743" y="476120"/>
                  </a:lnTo>
                  <a:lnTo>
                    <a:pt x="600456" y="474518"/>
                  </a:lnTo>
                  <a:lnTo>
                    <a:pt x="661043" y="469833"/>
                  </a:lnTo>
                  <a:lnTo>
                    <a:pt x="719102" y="462241"/>
                  </a:lnTo>
                  <a:lnTo>
                    <a:pt x="774229" y="451923"/>
                  </a:lnTo>
                  <a:lnTo>
                    <a:pt x="826021" y="439057"/>
                  </a:lnTo>
                  <a:lnTo>
                    <a:pt x="874075" y="423821"/>
                  </a:lnTo>
                  <a:lnTo>
                    <a:pt x="917985" y="406394"/>
                  </a:lnTo>
                  <a:lnTo>
                    <a:pt x="957351" y="386954"/>
                  </a:lnTo>
                  <a:lnTo>
                    <a:pt x="991767" y="365681"/>
                  </a:lnTo>
                  <a:lnTo>
                    <a:pt x="1044137" y="318348"/>
                  </a:lnTo>
                  <a:lnTo>
                    <a:pt x="1071869" y="265823"/>
                  </a:lnTo>
                  <a:lnTo>
                    <a:pt x="1075487" y="238060"/>
                  </a:lnTo>
                  <a:lnTo>
                    <a:pt x="1071869" y="210297"/>
                  </a:lnTo>
                  <a:lnTo>
                    <a:pt x="1044137" y="157771"/>
                  </a:lnTo>
                  <a:lnTo>
                    <a:pt x="991767" y="110438"/>
                  </a:lnTo>
                  <a:lnTo>
                    <a:pt x="957351" y="89165"/>
                  </a:lnTo>
                  <a:lnTo>
                    <a:pt x="917985" y="69725"/>
                  </a:lnTo>
                  <a:lnTo>
                    <a:pt x="874075" y="52298"/>
                  </a:lnTo>
                  <a:lnTo>
                    <a:pt x="826021" y="37062"/>
                  </a:lnTo>
                  <a:lnTo>
                    <a:pt x="774229" y="24196"/>
                  </a:lnTo>
                  <a:lnTo>
                    <a:pt x="719102" y="13878"/>
                  </a:lnTo>
                  <a:lnTo>
                    <a:pt x="661043" y="6287"/>
                  </a:lnTo>
                  <a:lnTo>
                    <a:pt x="600456" y="1601"/>
                  </a:lnTo>
                  <a:lnTo>
                    <a:pt x="53774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3689" y="4503826"/>
              <a:ext cx="1075690" cy="476250"/>
            </a:xfrm>
            <a:custGeom>
              <a:avLst/>
              <a:gdLst/>
              <a:ahLst/>
              <a:cxnLst/>
              <a:rect l="l" t="t" r="r" b="b"/>
              <a:pathLst>
                <a:path w="1075689" h="476250">
                  <a:moveTo>
                    <a:pt x="0" y="238060"/>
                  </a:moveTo>
                  <a:lnTo>
                    <a:pt x="14202" y="183475"/>
                  </a:lnTo>
                  <a:lnTo>
                    <a:pt x="54656" y="133367"/>
                  </a:lnTo>
                  <a:lnTo>
                    <a:pt x="118136" y="89165"/>
                  </a:lnTo>
                  <a:lnTo>
                    <a:pt x="157501" y="69726"/>
                  </a:lnTo>
                  <a:lnTo>
                    <a:pt x="201412" y="52299"/>
                  </a:lnTo>
                  <a:lnTo>
                    <a:pt x="249465" y="37063"/>
                  </a:lnTo>
                  <a:lnTo>
                    <a:pt x="301257" y="24196"/>
                  </a:lnTo>
                  <a:lnTo>
                    <a:pt x="356384" y="13878"/>
                  </a:lnTo>
                  <a:lnTo>
                    <a:pt x="414444" y="6287"/>
                  </a:lnTo>
                  <a:lnTo>
                    <a:pt x="475031" y="1601"/>
                  </a:lnTo>
                  <a:lnTo>
                    <a:pt x="537743" y="0"/>
                  </a:lnTo>
                  <a:lnTo>
                    <a:pt x="600456" y="1601"/>
                  </a:lnTo>
                  <a:lnTo>
                    <a:pt x="661043" y="6287"/>
                  </a:lnTo>
                  <a:lnTo>
                    <a:pt x="719102" y="13878"/>
                  </a:lnTo>
                  <a:lnTo>
                    <a:pt x="774229" y="24196"/>
                  </a:lnTo>
                  <a:lnTo>
                    <a:pt x="826021" y="37063"/>
                  </a:lnTo>
                  <a:lnTo>
                    <a:pt x="874075" y="52299"/>
                  </a:lnTo>
                  <a:lnTo>
                    <a:pt x="917986" y="69726"/>
                  </a:lnTo>
                  <a:lnTo>
                    <a:pt x="957351" y="89165"/>
                  </a:lnTo>
                  <a:lnTo>
                    <a:pt x="991767" y="110439"/>
                  </a:lnTo>
                  <a:lnTo>
                    <a:pt x="1044137" y="157772"/>
                  </a:lnTo>
                  <a:lnTo>
                    <a:pt x="1071869" y="210297"/>
                  </a:lnTo>
                  <a:lnTo>
                    <a:pt x="1075487" y="238060"/>
                  </a:lnTo>
                  <a:lnTo>
                    <a:pt x="1071869" y="265823"/>
                  </a:lnTo>
                  <a:lnTo>
                    <a:pt x="1044137" y="318348"/>
                  </a:lnTo>
                  <a:lnTo>
                    <a:pt x="991767" y="365682"/>
                  </a:lnTo>
                  <a:lnTo>
                    <a:pt x="957351" y="386955"/>
                  </a:lnTo>
                  <a:lnTo>
                    <a:pt x="917986" y="406395"/>
                  </a:lnTo>
                  <a:lnTo>
                    <a:pt x="874075" y="423822"/>
                  </a:lnTo>
                  <a:lnTo>
                    <a:pt x="826021" y="439058"/>
                  </a:lnTo>
                  <a:lnTo>
                    <a:pt x="774229" y="451924"/>
                  </a:lnTo>
                  <a:lnTo>
                    <a:pt x="719102" y="462242"/>
                  </a:lnTo>
                  <a:lnTo>
                    <a:pt x="661043" y="469834"/>
                  </a:lnTo>
                  <a:lnTo>
                    <a:pt x="600456" y="474519"/>
                  </a:lnTo>
                  <a:lnTo>
                    <a:pt x="537743" y="476121"/>
                  </a:lnTo>
                  <a:lnTo>
                    <a:pt x="475031" y="474519"/>
                  </a:lnTo>
                  <a:lnTo>
                    <a:pt x="414444" y="469834"/>
                  </a:lnTo>
                  <a:lnTo>
                    <a:pt x="356384" y="462242"/>
                  </a:lnTo>
                  <a:lnTo>
                    <a:pt x="301257" y="451924"/>
                  </a:lnTo>
                  <a:lnTo>
                    <a:pt x="249465" y="439058"/>
                  </a:lnTo>
                  <a:lnTo>
                    <a:pt x="201412" y="423822"/>
                  </a:lnTo>
                  <a:lnTo>
                    <a:pt x="157501" y="406395"/>
                  </a:lnTo>
                  <a:lnTo>
                    <a:pt x="118136" y="386955"/>
                  </a:lnTo>
                  <a:lnTo>
                    <a:pt x="83720" y="365682"/>
                  </a:lnTo>
                  <a:lnTo>
                    <a:pt x="31349" y="318348"/>
                  </a:lnTo>
                  <a:lnTo>
                    <a:pt x="3617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99695" y="4580128"/>
            <a:ext cx="91566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due_date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637393" y="4060553"/>
            <a:ext cx="1137285" cy="1185545"/>
            <a:chOff x="1637393" y="4060553"/>
            <a:chExt cx="1137285" cy="1185545"/>
          </a:xfrm>
        </p:grpSpPr>
        <p:sp>
          <p:nvSpPr>
            <p:cNvPr id="42" name="object 42"/>
            <p:cNvSpPr/>
            <p:nvPr/>
          </p:nvSpPr>
          <p:spPr>
            <a:xfrm>
              <a:off x="1642394" y="4688225"/>
              <a:ext cx="478790" cy="553085"/>
            </a:xfrm>
            <a:custGeom>
              <a:avLst/>
              <a:gdLst/>
              <a:ahLst/>
              <a:cxnLst/>
              <a:rect l="l" t="t" r="r" b="b"/>
              <a:pathLst>
                <a:path w="478789" h="553085">
                  <a:moveTo>
                    <a:pt x="478579" y="0"/>
                  </a:moveTo>
                  <a:lnTo>
                    <a:pt x="0" y="552834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365343" y="4065554"/>
              <a:ext cx="403860" cy="363220"/>
            </a:xfrm>
            <a:custGeom>
              <a:avLst/>
              <a:gdLst/>
              <a:ahLst/>
              <a:cxnLst/>
              <a:rect l="l" t="t" r="r" b="b"/>
              <a:pathLst>
                <a:path w="403860" h="363220">
                  <a:moveTo>
                    <a:pt x="0" y="0"/>
                  </a:moveTo>
                  <a:lnTo>
                    <a:pt x="403711" y="363099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xfrm>
            <a:off x="7240799" y="6927081"/>
            <a:ext cx="2550795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0" y="5364479"/>
            <a:ext cx="74447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course_id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title,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credits)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section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course_id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sec_id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4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semester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7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100" u="sng" spc="-7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ear,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enroll_limit)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Let’s</a:t>
            </a:r>
            <a:r>
              <a:rPr spc="-229" dirty="0"/>
              <a:t> </a:t>
            </a:r>
            <a:r>
              <a:rPr spc="-85" dirty="0"/>
              <a:t>try:</a:t>
            </a:r>
            <a:r>
              <a:rPr spc="-220" dirty="0"/>
              <a:t> </a:t>
            </a:r>
            <a:r>
              <a:rPr spc="-70" dirty="0"/>
              <a:t>E-R</a:t>
            </a:r>
            <a:r>
              <a:rPr spc="-229" dirty="0"/>
              <a:t> </a:t>
            </a:r>
            <a:r>
              <a:rPr spc="-55" dirty="0"/>
              <a:t>to</a:t>
            </a:r>
            <a:r>
              <a:rPr spc="-220" dirty="0"/>
              <a:t> </a:t>
            </a:r>
            <a:r>
              <a:rPr spc="-100" dirty="0"/>
              <a:t>Relations</a:t>
            </a:r>
            <a:r>
              <a:rPr spc="-220" dirty="0"/>
              <a:t> </a:t>
            </a:r>
            <a:r>
              <a:rPr spc="-70" dirty="0"/>
              <a:t>(2)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095" y="1240535"/>
            <a:ext cx="7297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-5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2899" y="2336220"/>
            <a:ext cx="7369345" cy="18412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351459" y="3653535"/>
            <a:ext cx="7023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io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endParaRPr sz="11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41557" y="3653535"/>
            <a:ext cx="6661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ou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6972" y="2608071"/>
            <a:ext cx="6553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edi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25168" y="2574544"/>
            <a:ext cx="3594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9393" y="3025647"/>
            <a:ext cx="9493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ou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e_id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06436" y="3638296"/>
            <a:ext cx="11163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sec_course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92662" y="2778759"/>
            <a:ext cx="440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75099" y="2440432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eme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69587" y="2851911"/>
            <a:ext cx="6413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_id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57430" y="3293871"/>
            <a:ext cx="104266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enroll_limit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3345" y="6383540"/>
            <a:ext cx="4130675" cy="438784"/>
            <a:chOff x="543345" y="6383540"/>
            <a:chExt cx="4130675" cy="438784"/>
          </a:xfrm>
        </p:grpSpPr>
        <p:sp>
          <p:nvSpPr>
            <p:cNvPr id="3" name="object 3"/>
            <p:cNvSpPr/>
            <p:nvPr/>
          </p:nvSpPr>
          <p:spPr>
            <a:xfrm>
              <a:off x="550013" y="6390208"/>
              <a:ext cx="4117340" cy="425450"/>
            </a:xfrm>
            <a:custGeom>
              <a:avLst/>
              <a:gdLst/>
              <a:ahLst/>
              <a:cxnLst/>
              <a:rect l="l" t="t" r="r" b="b"/>
              <a:pathLst>
                <a:path w="4117340" h="425450">
                  <a:moveTo>
                    <a:pt x="4046276" y="0"/>
                  </a:moveTo>
                  <a:lnTo>
                    <a:pt x="70897" y="0"/>
                  </a:lnTo>
                  <a:lnTo>
                    <a:pt x="43301" y="5571"/>
                  </a:lnTo>
                  <a:lnTo>
                    <a:pt x="20765" y="20765"/>
                  </a:lnTo>
                  <a:lnTo>
                    <a:pt x="5571" y="43301"/>
                  </a:lnTo>
                  <a:lnTo>
                    <a:pt x="0" y="70899"/>
                  </a:lnTo>
                  <a:lnTo>
                    <a:pt x="0" y="354474"/>
                  </a:lnTo>
                  <a:lnTo>
                    <a:pt x="5571" y="382071"/>
                  </a:lnTo>
                  <a:lnTo>
                    <a:pt x="20765" y="404607"/>
                  </a:lnTo>
                  <a:lnTo>
                    <a:pt x="43301" y="419801"/>
                  </a:lnTo>
                  <a:lnTo>
                    <a:pt x="70897" y="425373"/>
                  </a:lnTo>
                  <a:lnTo>
                    <a:pt x="4046276" y="425373"/>
                  </a:lnTo>
                  <a:lnTo>
                    <a:pt x="4073873" y="419801"/>
                  </a:lnTo>
                  <a:lnTo>
                    <a:pt x="4096408" y="404607"/>
                  </a:lnTo>
                  <a:lnTo>
                    <a:pt x="4111602" y="382071"/>
                  </a:lnTo>
                  <a:lnTo>
                    <a:pt x="4117174" y="354474"/>
                  </a:lnTo>
                  <a:lnTo>
                    <a:pt x="4117174" y="70899"/>
                  </a:lnTo>
                  <a:lnTo>
                    <a:pt x="4111602" y="43301"/>
                  </a:lnTo>
                  <a:lnTo>
                    <a:pt x="4096408" y="20765"/>
                  </a:lnTo>
                  <a:lnTo>
                    <a:pt x="4073873" y="5571"/>
                  </a:lnTo>
                  <a:lnTo>
                    <a:pt x="4046276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0013" y="6390208"/>
              <a:ext cx="4117340" cy="425450"/>
            </a:xfrm>
            <a:custGeom>
              <a:avLst/>
              <a:gdLst/>
              <a:ahLst/>
              <a:cxnLst/>
              <a:rect l="l" t="t" r="r" b="b"/>
              <a:pathLst>
                <a:path w="4117340" h="425450">
                  <a:moveTo>
                    <a:pt x="0" y="70898"/>
                  </a:moveTo>
                  <a:lnTo>
                    <a:pt x="5571" y="43301"/>
                  </a:lnTo>
                  <a:lnTo>
                    <a:pt x="20765" y="20765"/>
                  </a:lnTo>
                  <a:lnTo>
                    <a:pt x="43301" y="5571"/>
                  </a:lnTo>
                  <a:lnTo>
                    <a:pt x="70897" y="0"/>
                  </a:lnTo>
                  <a:lnTo>
                    <a:pt x="4046275" y="0"/>
                  </a:lnTo>
                  <a:lnTo>
                    <a:pt x="4073872" y="5571"/>
                  </a:lnTo>
                  <a:lnTo>
                    <a:pt x="4096408" y="20765"/>
                  </a:lnTo>
                  <a:lnTo>
                    <a:pt x="4111602" y="43301"/>
                  </a:lnTo>
                  <a:lnTo>
                    <a:pt x="4117173" y="70898"/>
                  </a:lnTo>
                  <a:lnTo>
                    <a:pt x="4117173" y="354474"/>
                  </a:lnTo>
                  <a:lnTo>
                    <a:pt x="4111602" y="382071"/>
                  </a:lnTo>
                  <a:lnTo>
                    <a:pt x="4096408" y="404607"/>
                  </a:lnTo>
                  <a:lnTo>
                    <a:pt x="4073872" y="419801"/>
                  </a:lnTo>
                  <a:lnTo>
                    <a:pt x="4046275" y="425372"/>
                  </a:lnTo>
                  <a:lnTo>
                    <a:pt x="70897" y="425372"/>
                  </a:lnTo>
                  <a:lnTo>
                    <a:pt x="43301" y="419801"/>
                  </a:lnTo>
                  <a:lnTo>
                    <a:pt x="20765" y="404607"/>
                  </a:lnTo>
                  <a:lnTo>
                    <a:pt x="5571" y="382071"/>
                  </a:lnTo>
                  <a:lnTo>
                    <a:pt x="0" y="354474"/>
                  </a:lnTo>
                  <a:lnTo>
                    <a:pt x="0" y="70898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0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Relationship</a:t>
            </a:r>
            <a:r>
              <a:rPr sz="4000" spc="-240" dirty="0"/>
              <a:t> </a:t>
            </a:r>
            <a:r>
              <a:rPr sz="4000" spc="-90" dirty="0"/>
              <a:t>Set:</a:t>
            </a:r>
            <a:r>
              <a:rPr sz="4000" spc="-235" dirty="0"/>
              <a:t> </a:t>
            </a:r>
            <a:r>
              <a:rPr sz="4000" spc="-105" dirty="0"/>
              <a:t>Many-to-Many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677458" y="5608320"/>
            <a:ext cx="4285615" cy="1150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3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product(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name, description)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company(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address)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makes(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quantity)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283" y="1322831"/>
            <a:ext cx="7896225" cy="11442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4575" marR="327025" indent="-1032510">
              <a:lnSpc>
                <a:spcPts val="2280"/>
              </a:lnSpc>
              <a:spcBef>
                <a:spcPts val="375"/>
              </a:spcBef>
            </a:pP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both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participating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attributes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itself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 both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participating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129" y="2974432"/>
            <a:ext cx="7367827" cy="25614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58638" y="4031488"/>
            <a:ext cx="7372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19564" y="4031488"/>
            <a:ext cx="8921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ompan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9656" y="4037584"/>
            <a:ext cx="6553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ma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8577" y="3391408"/>
            <a:ext cx="310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63875" y="3065271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30578" y="3107944"/>
            <a:ext cx="6673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30585" y="3339591"/>
            <a:ext cx="10560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21532" y="3101847"/>
            <a:ext cx="7854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70813" y="4915408"/>
            <a:ext cx="7740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quan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49023" y="5720636"/>
            <a:ext cx="3931920" cy="903605"/>
            <a:chOff x="4949023" y="5720636"/>
            <a:chExt cx="3931920" cy="903605"/>
          </a:xfrm>
        </p:grpSpPr>
        <p:sp>
          <p:nvSpPr>
            <p:cNvPr id="19" name="object 19"/>
            <p:cNvSpPr/>
            <p:nvPr/>
          </p:nvSpPr>
          <p:spPr>
            <a:xfrm>
              <a:off x="4955689" y="5727303"/>
              <a:ext cx="3918585" cy="890269"/>
            </a:xfrm>
            <a:custGeom>
              <a:avLst/>
              <a:gdLst/>
              <a:ahLst/>
              <a:cxnLst/>
              <a:rect l="l" t="t" r="r" b="b"/>
              <a:pathLst>
                <a:path w="3918584" h="890270">
                  <a:moveTo>
                    <a:pt x="1865077" y="529287"/>
                  </a:moveTo>
                  <a:lnTo>
                    <a:pt x="985169" y="529287"/>
                  </a:lnTo>
                  <a:lnTo>
                    <a:pt x="0" y="890224"/>
                  </a:lnTo>
                  <a:lnTo>
                    <a:pt x="1865077" y="529287"/>
                  </a:lnTo>
                  <a:close/>
                </a:path>
                <a:path w="3918584" h="890270">
                  <a:moveTo>
                    <a:pt x="3829979" y="0"/>
                  </a:moveTo>
                  <a:lnTo>
                    <a:pt x="486778" y="0"/>
                  </a:lnTo>
                  <a:lnTo>
                    <a:pt x="452441" y="6932"/>
                  </a:lnTo>
                  <a:lnTo>
                    <a:pt x="424402" y="25837"/>
                  </a:lnTo>
                  <a:lnTo>
                    <a:pt x="405497" y="53877"/>
                  </a:lnTo>
                  <a:lnTo>
                    <a:pt x="398565" y="88214"/>
                  </a:lnTo>
                  <a:lnTo>
                    <a:pt x="398565" y="441072"/>
                  </a:lnTo>
                  <a:lnTo>
                    <a:pt x="405497" y="475409"/>
                  </a:lnTo>
                  <a:lnTo>
                    <a:pt x="424402" y="503449"/>
                  </a:lnTo>
                  <a:lnTo>
                    <a:pt x="452441" y="522355"/>
                  </a:lnTo>
                  <a:lnTo>
                    <a:pt x="486778" y="529287"/>
                  </a:lnTo>
                  <a:lnTo>
                    <a:pt x="3829979" y="529287"/>
                  </a:lnTo>
                  <a:lnTo>
                    <a:pt x="3864316" y="522355"/>
                  </a:lnTo>
                  <a:lnTo>
                    <a:pt x="3892356" y="503449"/>
                  </a:lnTo>
                  <a:lnTo>
                    <a:pt x="3911261" y="475409"/>
                  </a:lnTo>
                  <a:lnTo>
                    <a:pt x="3918193" y="441072"/>
                  </a:lnTo>
                  <a:lnTo>
                    <a:pt x="3918193" y="88214"/>
                  </a:lnTo>
                  <a:lnTo>
                    <a:pt x="3911261" y="53877"/>
                  </a:lnTo>
                  <a:lnTo>
                    <a:pt x="3892356" y="25837"/>
                  </a:lnTo>
                  <a:lnTo>
                    <a:pt x="3864316" y="6932"/>
                  </a:lnTo>
                  <a:lnTo>
                    <a:pt x="3829979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55690" y="5727303"/>
              <a:ext cx="3918585" cy="890269"/>
            </a:xfrm>
            <a:custGeom>
              <a:avLst/>
              <a:gdLst/>
              <a:ahLst/>
              <a:cxnLst/>
              <a:rect l="l" t="t" r="r" b="b"/>
              <a:pathLst>
                <a:path w="3918584" h="890270">
                  <a:moveTo>
                    <a:pt x="398564" y="88214"/>
                  </a:moveTo>
                  <a:lnTo>
                    <a:pt x="405496" y="53877"/>
                  </a:lnTo>
                  <a:lnTo>
                    <a:pt x="424401" y="25837"/>
                  </a:lnTo>
                  <a:lnTo>
                    <a:pt x="452441" y="6932"/>
                  </a:lnTo>
                  <a:lnTo>
                    <a:pt x="486778" y="0"/>
                  </a:lnTo>
                  <a:lnTo>
                    <a:pt x="985168" y="0"/>
                  </a:lnTo>
                  <a:lnTo>
                    <a:pt x="1865075" y="0"/>
                  </a:lnTo>
                  <a:lnTo>
                    <a:pt x="3829979" y="0"/>
                  </a:lnTo>
                  <a:lnTo>
                    <a:pt x="3864316" y="6932"/>
                  </a:lnTo>
                  <a:lnTo>
                    <a:pt x="3892355" y="25837"/>
                  </a:lnTo>
                  <a:lnTo>
                    <a:pt x="3911260" y="53877"/>
                  </a:lnTo>
                  <a:lnTo>
                    <a:pt x="3918193" y="88214"/>
                  </a:lnTo>
                  <a:lnTo>
                    <a:pt x="3918193" y="308750"/>
                  </a:lnTo>
                  <a:lnTo>
                    <a:pt x="3918193" y="441072"/>
                  </a:lnTo>
                  <a:lnTo>
                    <a:pt x="3911260" y="475409"/>
                  </a:lnTo>
                  <a:lnTo>
                    <a:pt x="3892355" y="503449"/>
                  </a:lnTo>
                  <a:lnTo>
                    <a:pt x="3864316" y="522354"/>
                  </a:lnTo>
                  <a:lnTo>
                    <a:pt x="3829979" y="529287"/>
                  </a:lnTo>
                  <a:lnTo>
                    <a:pt x="1865075" y="529287"/>
                  </a:lnTo>
                  <a:lnTo>
                    <a:pt x="0" y="890224"/>
                  </a:lnTo>
                  <a:lnTo>
                    <a:pt x="985168" y="529287"/>
                  </a:lnTo>
                  <a:lnTo>
                    <a:pt x="486778" y="529287"/>
                  </a:lnTo>
                  <a:lnTo>
                    <a:pt x="452441" y="522354"/>
                  </a:lnTo>
                  <a:lnTo>
                    <a:pt x="424401" y="503449"/>
                  </a:lnTo>
                  <a:lnTo>
                    <a:pt x="405496" y="475409"/>
                  </a:lnTo>
                  <a:lnTo>
                    <a:pt x="398564" y="441072"/>
                  </a:lnTo>
                  <a:lnTo>
                    <a:pt x="398564" y="308750"/>
                  </a:lnTo>
                  <a:lnTo>
                    <a:pt x="398564" y="88214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563044" y="5845048"/>
            <a:ext cx="31203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Primary</a:t>
            </a:r>
            <a:r>
              <a:rPr sz="17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keys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both</a:t>
            </a:r>
            <a:r>
              <a:rPr sz="17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entities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0" y="5364479"/>
            <a:ext cx="4655820" cy="99504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instructor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instr_ID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,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name, salary)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department 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dept_id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name)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work_for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(</a:t>
            </a:r>
            <a:r>
              <a:rPr sz="21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instr_ID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dept_id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03260" y="3682419"/>
            <a:ext cx="1355725" cy="718820"/>
            <a:chOff x="4703260" y="3682419"/>
            <a:chExt cx="1355725" cy="718820"/>
          </a:xfrm>
        </p:grpSpPr>
        <p:sp>
          <p:nvSpPr>
            <p:cNvPr id="4" name="object 4"/>
            <p:cNvSpPr/>
            <p:nvPr/>
          </p:nvSpPr>
          <p:spPr>
            <a:xfrm>
              <a:off x="4709928" y="3689087"/>
              <a:ext cx="1342390" cy="705485"/>
            </a:xfrm>
            <a:custGeom>
              <a:avLst/>
              <a:gdLst/>
              <a:ahLst/>
              <a:cxnLst/>
              <a:rect l="l" t="t" r="r" b="b"/>
              <a:pathLst>
                <a:path w="1342389" h="705485">
                  <a:moveTo>
                    <a:pt x="671160" y="0"/>
                  </a:moveTo>
                  <a:lnTo>
                    <a:pt x="0" y="352615"/>
                  </a:lnTo>
                  <a:lnTo>
                    <a:pt x="671160" y="705232"/>
                  </a:lnTo>
                  <a:lnTo>
                    <a:pt x="1342322" y="352615"/>
                  </a:lnTo>
                  <a:lnTo>
                    <a:pt x="671160" y="0"/>
                  </a:lnTo>
                  <a:close/>
                </a:path>
              </a:pathLst>
            </a:custGeom>
            <a:solidFill>
              <a:srgbClr val="CCD1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09928" y="3689087"/>
              <a:ext cx="1342390" cy="705485"/>
            </a:xfrm>
            <a:custGeom>
              <a:avLst/>
              <a:gdLst/>
              <a:ahLst/>
              <a:cxnLst/>
              <a:rect l="l" t="t" r="r" b="b"/>
              <a:pathLst>
                <a:path w="1342389" h="705485">
                  <a:moveTo>
                    <a:pt x="0" y="352616"/>
                  </a:moveTo>
                  <a:lnTo>
                    <a:pt x="671160" y="0"/>
                  </a:lnTo>
                  <a:lnTo>
                    <a:pt x="1342321" y="352616"/>
                  </a:lnTo>
                  <a:lnTo>
                    <a:pt x="671160" y="705232"/>
                  </a:lnTo>
                  <a:lnTo>
                    <a:pt x="0" y="352616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54649" y="3807545"/>
            <a:ext cx="1341755" cy="459740"/>
          </a:xfrm>
          <a:prstGeom prst="rect">
            <a:avLst/>
          </a:prstGeom>
          <a:solidFill>
            <a:srgbClr val="D5FFFF"/>
          </a:solidFill>
          <a:ln w="13334">
            <a:solidFill>
              <a:srgbClr val="292934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685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instructor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05557" y="2458434"/>
            <a:ext cx="1045210" cy="647065"/>
            <a:chOff x="3405557" y="2458434"/>
            <a:chExt cx="1045210" cy="647065"/>
          </a:xfrm>
        </p:grpSpPr>
        <p:sp>
          <p:nvSpPr>
            <p:cNvPr id="8" name="object 8"/>
            <p:cNvSpPr/>
            <p:nvPr/>
          </p:nvSpPr>
          <p:spPr>
            <a:xfrm>
              <a:off x="3412224" y="2465101"/>
              <a:ext cx="1031875" cy="633730"/>
            </a:xfrm>
            <a:custGeom>
              <a:avLst/>
              <a:gdLst/>
              <a:ahLst/>
              <a:cxnLst/>
              <a:rect l="l" t="t" r="r" b="b"/>
              <a:pathLst>
                <a:path w="1031875" h="633730">
                  <a:moveTo>
                    <a:pt x="515834" y="0"/>
                  </a:moveTo>
                  <a:lnTo>
                    <a:pt x="455677" y="2131"/>
                  </a:lnTo>
                  <a:lnTo>
                    <a:pt x="397558" y="8368"/>
                  </a:lnTo>
                  <a:lnTo>
                    <a:pt x="341864" y="18472"/>
                  </a:lnTo>
                  <a:lnTo>
                    <a:pt x="288983" y="32206"/>
                  </a:lnTo>
                  <a:lnTo>
                    <a:pt x="239301" y="49332"/>
                  </a:lnTo>
                  <a:lnTo>
                    <a:pt x="193206" y="69611"/>
                  </a:lnTo>
                  <a:lnTo>
                    <a:pt x="151084" y="92807"/>
                  </a:lnTo>
                  <a:lnTo>
                    <a:pt x="113323" y="118682"/>
                  </a:lnTo>
                  <a:lnTo>
                    <a:pt x="80309" y="146997"/>
                  </a:lnTo>
                  <a:lnTo>
                    <a:pt x="52430" y="177516"/>
                  </a:lnTo>
                  <a:lnTo>
                    <a:pt x="30072" y="210000"/>
                  </a:lnTo>
                  <a:lnTo>
                    <a:pt x="3470" y="279912"/>
                  </a:lnTo>
                  <a:lnTo>
                    <a:pt x="0" y="316866"/>
                  </a:lnTo>
                  <a:lnTo>
                    <a:pt x="3470" y="353819"/>
                  </a:lnTo>
                  <a:lnTo>
                    <a:pt x="30072" y="423731"/>
                  </a:lnTo>
                  <a:lnTo>
                    <a:pt x="52430" y="456215"/>
                  </a:lnTo>
                  <a:lnTo>
                    <a:pt x="80309" y="486733"/>
                  </a:lnTo>
                  <a:lnTo>
                    <a:pt x="113323" y="515049"/>
                  </a:lnTo>
                  <a:lnTo>
                    <a:pt x="151084" y="540923"/>
                  </a:lnTo>
                  <a:lnTo>
                    <a:pt x="193206" y="564119"/>
                  </a:lnTo>
                  <a:lnTo>
                    <a:pt x="239301" y="584399"/>
                  </a:lnTo>
                  <a:lnTo>
                    <a:pt x="288983" y="601524"/>
                  </a:lnTo>
                  <a:lnTo>
                    <a:pt x="341864" y="615258"/>
                  </a:lnTo>
                  <a:lnTo>
                    <a:pt x="397558" y="625362"/>
                  </a:lnTo>
                  <a:lnTo>
                    <a:pt x="455677" y="631599"/>
                  </a:lnTo>
                  <a:lnTo>
                    <a:pt x="515834" y="633731"/>
                  </a:lnTo>
                  <a:lnTo>
                    <a:pt x="575991" y="631599"/>
                  </a:lnTo>
                  <a:lnTo>
                    <a:pt x="634110" y="625362"/>
                  </a:lnTo>
                  <a:lnTo>
                    <a:pt x="689804" y="615258"/>
                  </a:lnTo>
                  <a:lnTo>
                    <a:pt x="742685" y="601524"/>
                  </a:lnTo>
                  <a:lnTo>
                    <a:pt x="792367" y="584399"/>
                  </a:lnTo>
                  <a:lnTo>
                    <a:pt x="838462" y="564119"/>
                  </a:lnTo>
                  <a:lnTo>
                    <a:pt x="880584" y="540923"/>
                  </a:lnTo>
                  <a:lnTo>
                    <a:pt x="918345" y="515049"/>
                  </a:lnTo>
                  <a:lnTo>
                    <a:pt x="951359" y="486733"/>
                  </a:lnTo>
                  <a:lnTo>
                    <a:pt x="979238" y="456215"/>
                  </a:lnTo>
                  <a:lnTo>
                    <a:pt x="1001595" y="423731"/>
                  </a:lnTo>
                  <a:lnTo>
                    <a:pt x="1028197" y="353819"/>
                  </a:lnTo>
                  <a:lnTo>
                    <a:pt x="1031667" y="316866"/>
                  </a:lnTo>
                  <a:lnTo>
                    <a:pt x="1028197" y="279912"/>
                  </a:lnTo>
                  <a:lnTo>
                    <a:pt x="1001595" y="210000"/>
                  </a:lnTo>
                  <a:lnTo>
                    <a:pt x="979238" y="177516"/>
                  </a:lnTo>
                  <a:lnTo>
                    <a:pt x="951359" y="146997"/>
                  </a:lnTo>
                  <a:lnTo>
                    <a:pt x="918345" y="118682"/>
                  </a:lnTo>
                  <a:lnTo>
                    <a:pt x="880584" y="92807"/>
                  </a:lnTo>
                  <a:lnTo>
                    <a:pt x="838462" y="69611"/>
                  </a:lnTo>
                  <a:lnTo>
                    <a:pt x="792367" y="49332"/>
                  </a:lnTo>
                  <a:lnTo>
                    <a:pt x="742685" y="32206"/>
                  </a:lnTo>
                  <a:lnTo>
                    <a:pt x="689804" y="18472"/>
                  </a:lnTo>
                  <a:lnTo>
                    <a:pt x="634110" y="8368"/>
                  </a:lnTo>
                  <a:lnTo>
                    <a:pt x="575991" y="2131"/>
                  </a:lnTo>
                  <a:lnTo>
                    <a:pt x="515834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12224" y="2465101"/>
              <a:ext cx="1031875" cy="633730"/>
            </a:xfrm>
            <a:custGeom>
              <a:avLst/>
              <a:gdLst/>
              <a:ahLst/>
              <a:cxnLst/>
              <a:rect l="l" t="t" r="r" b="b"/>
              <a:pathLst>
                <a:path w="1031875" h="633730">
                  <a:moveTo>
                    <a:pt x="0" y="316865"/>
                  </a:moveTo>
                  <a:lnTo>
                    <a:pt x="13623" y="244211"/>
                  </a:lnTo>
                  <a:lnTo>
                    <a:pt x="52429" y="177516"/>
                  </a:lnTo>
                  <a:lnTo>
                    <a:pt x="80309" y="146997"/>
                  </a:lnTo>
                  <a:lnTo>
                    <a:pt x="113322" y="118682"/>
                  </a:lnTo>
                  <a:lnTo>
                    <a:pt x="151084" y="92807"/>
                  </a:lnTo>
                  <a:lnTo>
                    <a:pt x="193206" y="69611"/>
                  </a:lnTo>
                  <a:lnTo>
                    <a:pt x="239301" y="49332"/>
                  </a:lnTo>
                  <a:lnTo>
                    <a:pt x="288983" y="32206"/>
                  </a:lnTo>
                  <a:lnTo>
                    <a:pt x="341864" y="18472"/>
                  </a:lnTo>
                  <a:lnTo>
                    <a:pt x="397557" y="8368"/>
                  </a:lnTo>
                  <a:lnTo>
                    <a:pt x="455676" y="2131"/>
                  </a:lnTo>
                  <a:lnTo>
                    <a:pt x="515833" y="0"/>
                  </a:lnTo>
                  <a:lnTo>
                    <a:pt x="575991" y="2131"/>
                  </a:lnTo>
                  <a:lnTo>
                    <a:pt x="634109" y="8368"/>
                  </a:lnTo>
                  <a:lnTo>
                    <a:pt x="689803" y="18472"/>
                  </a:lnTo>
                  <a:lnTo>
                    <a:pt x="742684" y="32206"/>
                  </a:lnTo>
                  <a:lnTo>
                    <a:pt x="792366" y="49332"/>
                  </a:lnTo>
                  <a:lnTo>
                    <a:pt x="838461" y="69611"/>
                  </a:lnTo>
                  <a:lnTo>
                    <a:pt x="880583" y="92807"/>
                  </a:lnTo>
                  <a:lnTo>
                    <a:pt x="918345" y="118682"/>
                  </a:lnTo>
                  <a:lnTo>
                    <a:pt x="951358" y="146997"/>
                  </a:lnTo>
                  <a:lnTo>
                    <a:pt x="979237" y="177516"/>
                  </a:lnTo>
                  <a:lnTo>
                    <a:pt x="1001595" y="210000"/>
                  </a:lnTo>
                  <a:lnTo>
                    <a:pt x="1028197" y="279912"/>
                  </a:lnTo>
                  <a:lnTo>
                    <a:pt x="1031667" y="316865"/>
                  </a:lnTo>
                  <a:lnTo>
                    <a:pt x="1028197" y="353819"/>
                  </a:lnTo>
                  <a:lnTo>
                    <a:pt x="1001595" y="423731"/>
                  </a:lnTo>
                  <a:lnTo>
                    <a:pt x="979237" y="456215"/>
                  </a:lnTo>
                  <a:lnTo>
                    <a:pt x="951358" y="486733"/>
                  </a:lnTo>
                  <a:lnTo>
                    <a:pt x="918345" y="515049"/>
                  </a:lnTo>
                  <a:lnTo>
                    <a:pt x="880583" y="540923"/>
                  </a:lnTo>
                  <a:lnTo>
                    <a:pt x="838461" y="564119"/>
                  </a:lnTo>
                  <a:lnTo>
                    <a:pt x="792366" y="584399"/>
                  </a:lnTo>
                  <a:lnTo>
                    <a:pt x="742684" y="601525"/>
                  </a:lnTo>
                  <a:lnTo>
                    <a:pt x="689803" y="615258"/>
                  </a:lnTo>
                  <a:lnTo>
                    <a:pt x="634109" y="625362"/>
                  </a:lnTo>
                  <a:lnTo>
                    <a:pt x="575991" y="631599"/>
                  </a:lnTo>
                  <a:lnTo>
                    <a:pt x="515833" y="633731"/>
                  </a:lnTo>
                  <a:lnTo>
                    <a:pt x="455676" y="631599"/>
                  </a:lnTo>
                  <a:lnTo>
                    <a:pt x="397557" y="625362"/>
                  </a:lnTo>
                  <a:lnTo>
                    <a:pt x="341864" y="615258"/>
                  </a:lnTo>
                  <a:lnTo>
                    <a:pt x="288983" y="601525"/>
                  </a:lnTo>
                  <a:lnTo>
                    <a:pt x="239301" y="584399"/>
                  </a:lnTo>
                  <a:lnTo>
                    <a:pt x="193206" y="564119"/>
                  </a:lnTo>
                  <a:lnTo>
                    <a:pt x="151084" y="540923"/>
                  </a:lnTo>
                  <a:lnTo>
                    <a:pt x="113322" y="515049"/>
                  </a:lnTo>
                  <a:lnTo>
                    <a:pt x="80309" y="486733"/>
                  </a:lnTo>
                  <a:lnTo>
                    <a:pt x="52429" y="456215"/>
                  </a:lnTo>
                  <a:lnTo>
                    <a:pt x="30072" y="423731"/>
                  </a:lnTo>
                  <a:lnTo>
                    <a:pt x="3470" y="353819"/>
                  </a:lnTo>
                  <a:lnTo>
                    <a:pt x="0" y="316865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657768" y="2635503"/>
            <a:ext cx="5956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ala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42845" y="2440353"/>
            <a:ext cx="1045210" cy="647065"/>
            <a:chOff x="2242845" y="2440353"/>
            <a:chExt cx="1045210" cy="647065"/>
          </a:xfrm>
        </p:grpSpPr>
        <p:sp>
          <p:nvSpPr>
            <p:cNvPr id="12" name="object 12"/>
            <p:cNvSpPr/>
            <p:nvPr/>
          </p:nvSpPr>
          <p:spPr>
            <a:xfrm>
              <a:off x="2249512" y="2447020"/>
              <a:ext cx="1031875" cy="633730"/>
            </a:xfrm>
            <a:custGeom>
              <a:avLst/>
              <a:gdLst/>
              <a:ahLst/>
              <a:cxnLst/>
              <a:rect l="l" t="t" r="r" b="b"/>
              <a:pathLst>
                <a:path w="1031875" h="633730">
                  <a:moveTo>
                    <a:pt x="515833" y="0"/>
                  </a:moveTo>
                  <a:lnTo>
                    <a:pt x="455676" y="2131"/>
                  </a:lnTo>
                  <a:lnTo>
                    <a:pt x="397557" y="8368"/>
                  </a:lnTo>
                  <a:lnTo>
                    <a:pt x="341864" y="18472"/>
                  </a:lnTo>
                  <a:lnTo>
                    <a:pt x="288983" y="32206"/>
                  </a:lnTo>
                  <a:lnTo>
                    <a:pt x="239301" y="49332"/>
                  </a:lnTo>
                  <a:lnTo>
                    <a:pt x="193206" y="69611"/>
                  </a:lnTo>
                  <a:lnTo>
                    <a:pt x="151084" y="92807"/>
                  </a:lnTo>
                  <a:lnTo>
                    <a:pt x="113322" y="118682"/>
                  </a:lnTo>
                  <a:lnTo>
                    <a:pt x="80309" y="146997"/>
                  </a:lnTo>
                  <a:lnTo>
                    <a:pt x="52429" y="177516"/>
                  </a:lnTo>
                  <a:lnTo>
                    <a:pt x="30072" y="210000"/>
                  </a:lnTo>
                  <a:lnTo>
                    <a:pt x="3470" y="279912"/>
                  </a:lnTo>
                  <a:lnTo>
                    <a:pt x="0" y="316866"/>
                  </a:lnTo>
                  <a:lnTo>
                    <a:pt x="3470" y="353819"/>
                  </a:lnTo>
                  <a:lnTo>
                    <a:pt x="30072" y="423731"/>
                  </a:lnTo>
                  <a:lnTo>
                    <a:pt x="52429" y="456215"/>
                  </a:lnTo>
                  <a:lnTo>
                    <a:pt x="80309" y="486733"/>
                  </a:lnTo>
                  <a:lnTo>
                    <a:pt x="113322" y="515049"/>
                  </a:lnTo>
                  <a:lnTo>
                    <a:pt x="151084" y="540923"/>
                  </a:lnTo>
                  <a:lnTo>
                    <a:pt x="193206" y="564119"/>
                  </a:lnTo>
                  <a:lnTo>
                    <a:pt x="239301" y="584399"/>
                  </a:lnTo>
                  <a:lnTo>
                    <a:pt x="288983" y="601524"/>
                  </a:lnTo>
                  <a:lnTo>
                    <a:pt x="341864" y="615258"/>
                  </a:lnTo>
                  <a:lnTo>
                    <a:pt x="397557" y="625362"/>
                  </a:lnTo>
                  <a:lnTo>
                    <a:pt x="455676" y="631599"/>
                  </a:lnTo>
                  <a:lnTo>
                    <a:pt x="515833" y="633731"/>
                  </a:lnTo>
                  <a:lnTo>
                    <a:pt x="575990" y="631599"/>
                  </a:lnTo>
                  <a:lnTo>
                    <a:pt x="634109" y="625362"/>
                  </a:lnTo>
                  <a:lnTo>
                    <a:pt x="689802" y="615258"/>
                  </a:lnTo>
                  <a:lnTo>
                    <a:pt x="742684" y="601524"/>
                  </a:lnTo>
                  <a:lnTo>
                    <a:pt x="792365" y="584399"/>
                  </a:lnTo>
                  <a:lnTo>
                    <a:pt x="838461" y="564119"/>
                  </a:lnTo>
                  <a:lnTo>
                    <a:pt x="880582" y="540923"/>
                  </a:lnTo>
                  <a:lnTo>
                    <a:pt x="918344" y="515049"/>
                  </a:lnTo>
                  <a:lnTo>
                    <a:pt x="951357" y="486733"/>
                  </a:lnTo>
                  <a:lnTo>
                    <a:pt x="979236" y="456215"/>
                  </a:lnTo>
                  <a:lnTo>
                    <a:pt x="1001594" y="423731"/>
                  </a:lnTo>
                  <a:lnTo>
                    <a:pt x="1028196" y="353819"/>
                  </a:lnTo>
                  <a:lnTo>
                    <a:pt x="1031666" y="316866"/>
                  </a:lnTo>
                  <a:lnTo>
                    <a:pt x="1028196" y="279912"/>
                  </a:lnTo>
                  <a:lnTo>
                    <a:pt x="1001594" y="210000"/>
                  </a:lnTo>
                  <a:lnTo>
                    <a:pt x="979236" y="177516"/>
                  </a:lnTo>
                  <a:lnTo>
                    <a:pt x="951357" y="146997"/>
                  </a:lnTo>
                  <a:lnTo>
                    <a:pt x="918344" y="118682"/>
                  </a:lnTo>
                  <a:lnTo>
                    <a:pt x="880582" y="92807"/>
                  </a:lnTo>
                  <a:lnTo>
                    <a:pt x="838461" y="69611"/>
                  </a:lnTo>
                  <a:lnTo>
                    <a:pt x="792365" y="49332"/>
                  </a:lnTo>
                  <a:lnTo>
                    <a:pt x="742684" y="32206"/>
                  </a:lnTo>
                  <a:lnTo>
                    <a:pt x="689802" y="18472"/>
                  </a:lnTo>
                  <a:lnTo>
                    <a:pt x="634109" y="8368"/>
                  </a:lnTo>
                  <a:lnTo>
                    <a:pt x="575990" y="2131"/>
                  </a:lnTo>
                  <a:lnTo>
                    <a:pt x="515833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49512" y="2447020"/>
              <a:ext cx="1031875" cy="633730"/>
            </a:xfrm>
            <a:custGeom>
              <a:avLst/>
              <a:gdLst/>
              <a:ahLst/>
              <a:cxnLst/>
              <a:rect l="l" t="t" r="r" b="b"/>
              <a:pathLst>
                <a:path w="1031875" h="633730">
                  <a:moveTo>
                    <a:pt x="0" y="316865"/>
                  </a:moveTo>
                  <a:lnTo>
                    <a:pt x="13623" y="244211"/>
                  </a:lnTo>
                  <a:lnTo>
                    <a:pt x="52429" y="177516"/>
                  </a:lnTo>
                  <a:lnTo>
                    <a:pt x="80309" y="146997"/>
                  </a:lnTo>
                  <a:lnTo>
                    <a:pt x="113322" y="118682"/>
                  </a:lnTo>
                  <a:lnTo>
                    <a:pt x="151084" y="92807"/>
                  </a:lnTo>
                  <a:lnTo>
                    <a:pt x="193205" y="69611"/>
                  </a:lnTo>
                  <a:lnTo>
                    <a:pt x="239301" y="49332"/>
                  </a:lnTo>
                  <a:lnTo>
                    <a:pt x="288982" y="32206"/>
                  </a:lnTo>
                  <a:lnTo>
                    <a:pt x="341864" y="18472"/>
                  </a:lnTo>
                  <a:lnTo>
                    <a:pt x="397557" y="8368"/>
                  </a:lnTo>
                  <a:lnTo>
                    <a:pt x="455676" y="2131"/>
                  </a:lnTo>
                  <a:lnTo>
                    <a:pt x="515833" y="0"/>
                  </a:lnTo>
                  <a:lnTo>
                    <a:pt x="575990" y="2131"/>
                  </a:lnTo>
                  <a:lnTo>
                    <a:pt x="634109" y="8368"/>
                  </a:lnTo>
                  <a:lnTo>
                    <a:pt x="689802" y="18472"/>
                  </a:lnTo>
                  <a:lnTo>
                    <a:pt x="742683" y="32206"/>
                  </a:lnTo>
                  <a:lnTo>
                    <a:pt x="792365" y="49332"/>
                  </a:lnTo>
                  <a:lnTo>
                    <a:pt x="838460" y="69611"/>
                  </a:lnTo>
                  <a:lnTo>
                    <a:pt x="880582" y="92807"/>
                  </a:lnTo>
                  <a:lnTo>
                    <a:pt x="918344" y="118682"/>
                  </a:lnTo>
                  <a:lnTo>
                    <a:pt x="951357" y="146997"/>
                  </a:lnTo>
                  <a:lnTo>
                    <a:pt x="979236" y="177516"/>
                  </a:lnTo>
                  <a:lnTo>
                    <a:pt x="1001594" y="210000"/>
                  </a:lnTo>
                  <a:lnTo>
                    <a:pt x="1028196" y="279912"/>
                  </a:lnTo>
                  <a:lnTo>
                    <a:pt x="1031666" y="316865"/>
                  </a:lnTo>
                  <a:lnTo>
                    <a:pt x="1028196" y="353819"/>
                  </a:lnTo>
                  <a:lnTo>
                    <a:pt x="1001594" y="423731"/>
                  </a:lnTo>
                  <a:lnTo>
                    <a:pt x="979236" y="456215"/>
                  </a:lnTo>
                  <a:lnTo>
                    <a:pt x="951357" y="486733"/>
                  </a:lnTo>
                  <a:lnTo>
                    <a:pt x="918344" y="515049"/>
                  </a:lnTo>
                  <a:lnTo>
                    <a:pt x="880582" y="540923"/>
                  </a:lnTo>
                  <a:lnTo>
                    <a:pt x="838460" y="564119"/>
                  </a:lnTo>
                  <a:lnTo>
                    <a:pt x="792365" y="584399"/>
                  </a:lnTo>
                  <a:lnTo>
                    <a:pt x="742683" y="601525"/>
                  </a:lnTo>
                  <a:lnTo>
                    <a:pt x="689802" y="615258"/>
                  </a:lnTo>
                  <a:lnTo>
                    <a:pt x="634109" y="625362"/>
                  </a:lnTo>
                  <a:lnTo>
                    <a:pt x="575990" y="631599"/>
                  </a:lnTo>
                  <a:lnTo>
                    <a:pt x="515833" y="633731"/>
                  </a:lnTo>
                  <a:lnTo>
                    <a:pt x="455676" y="631599"/>
                  </a:lnTo>
                  <a:lnTo>
                    <a:pt x="397557" y="625362"/>
                  </a:lnTo>
                  <a:lnTo>
                    <a:pt x="341864" y="615258"/>
                  </a:lnTo>
                  <a:lnTo>
                    <a:pt x="288982" y="601525"/>
                  </a:lnTo>
                  <a:lnTo>
                    <a:pt x="239301" y="584399"/>
                  </a:lnTo>
                  <a:lnTo>
                    <a:pt x="193205" y="564119"/>
                  </a:lnTo>
                  <a:lnTo>
                    <a:pt x="151084" y="540923"/>
                  </a:lnTo>
                  <a:lnTo>
                    <a:pt x="113322" y="515049"/>
                  </a:lnTo>
                  <a:lnTo>
                    <a:pt x="80309" y="486733"/>
                  </a:lnTo>
                  <a:lnTo>
                    <a:pt x="52429" y="456215"/>
                  </a:lnTo>
                  <a:lnTo>
                    <a:pt x="30072" y="423731"/>
                  </a:lnTo>
                  <a:lnTo>
                    <a:pt x="3470" y="353819"/>
                  </a:lnTo>
                  <a:lnTo>
                    <a:pt x="0" y="316865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515699" y="2614167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13143" y="3104671"/>
            <a:ext cx="441959" cy="705485"/>
          </a:xfrm>
          <a:custGeom>
            <a:avLst/>
            <a:gdLst/>
            <a:ahLst/>
            <a:cxnLst/>
            <a:rect l="l" t="t" r="r" b="b"/>
            <a:pathLst>
              <a:path w="441960" h="705485">
                <a:moveTo>
                  <a:pt x="441527" y="0"/>
                </a:moveTo>
                <a:lnTo>
                  <a:pt x="0" y="705232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96288" y="4037277"/>
            <a:ext cx="814069" cy="4445"/>
          </a:xfrm>
          <a:custGeom>
            <a:avLst/>
            <a:gdLst/>
            <a:ahLst/>
            <a:cxnLst/>
            <a:rect l="l" t="t" r="r" b="b"/>
            <a:pathLst>
              <a:path w="814070" h="4445">
                <a:moveTo>
                  <a:pt x="813639" y="4424"/>
                </a:moveTo>
                <a:lnTo>
                  <a:pt x="0" y="0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1488178" y="3074084"/>
            <a:ext cx="1744345" cy="740410"/>
            <a:chOff x="1488178" y="3074084"/>
            <a:chExt cx="1744345" cy="740410"/>
          </a:xfrm>
        </p:grpSpPr>
        <p:sp>
          <p:nvSpPr>
            <p:cNvPr id="18" name="object 18"/>
            <p:cNvSpPr/>
            <p:nvPr/>
          </p:nvSpPr>
          <p:spPr>
            <a:xfrm>
              <a:off x="2765346" y="3080751"/>
              <a:ext cx="460375" cy="727075"/>
            </a:xfrm>
            <a:custGeom>
              <a:avLst/>
              <a:gdLst/>
              <a:ahLst/>
              <a:cxnLst/>
              <a:rect l="l" t="t" r="r" b="b"/>
              <a:pathLst>
                <a:path w="460375" h="727075">
                  <a:moveTo>
                    <a:pt x="0" y="0"/>
                  </a:moveTo>
                  <a:lnTo>
                    <a:pt x="460122" y="726792"/>
                  </a:lnTo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94845" y="3098966"/>
              <a:ext cx="1154430" cy="586105"/>
            </a:xfrm>
            <a:custGeom>
              <a:avLst/>
              <a:gdLst/>
              <a:ahLst/>
              <a:cxnLst/>
              <a:rect l="l" t="t" r="r" b="b"/>
              <a:pathLst>
                <a:path w="1154430" h="586104">
                  <a:moveTo>
                    <a:pt x="577165" y="0"/>
                  </a:moveTo>
                  <a:lnTo>
                    <a:pt x="514276" y="1719"/>
                  </a:lnTo>
                  <a:lnTo>
                    <a:pt x="453349" y="6758"/>
                  </a:lnTo>
                  <a:lnTo>
                    <a:pt x="394736" y="14939"/>
                  </a:lnTo>
                  <a:lnTo>
                    <a:pt x="338788" y="26082"/>
                  </a:lnTo>
                  <a:lnTo>
                    <a:pt x="285858" y="40008"/>
                  </a:lnTo>
                  <a:lnTo>
                    <a:pt x="236298" y="56539"/>
                  </a:lnTo>
                  <a:lnTo>
                    <a:pt x="190461" y="75497"/>
                  </a:lnTo>
                  <a:lnTo>
                    <a:pt x="148697" y="96701"/>
                  </a:lnTo>
                  <a:lnTo>
                    <a:pt x="111359" y="119974"/>
                  </a:lnTo>
                  <a:lnTo>
                    <a:pt x="78799" y="145137"/>
                  </a:lnTo>
                  <a:lnTo>
                    <a:pt x="51370" y="172011"/>
                  </a:lnTo>
                  <a:lnTo>
                    <a:pt x="13312" y="230176"/>
                  </a:lnTo>
                  <a:lnTo>
                    <a:pt x="0" y="293041"/>
                  </a:lnTo>
                  <a:lnTo>
                    <a:pt x="3386" y="324971"/>
                  </a:lnTo>
                  <a:lnTo>
                    <a:pt x="29424" y="385664"/>
                  </a:lnTo>
                  <a:lnTo>
                    <a:pt x="78799" y="440944"/>
                  </a:lnTo>
                  <a:lnTo>
                    <a:pt x="111359" y="466107"/>
                  </a:lnTo>
                  <a:lnTo>
                    <a:pt x="148697" y="489381"/>
                  </a:lnTo>
                  <a:lnTo>
                    <a:pt x="190461" y="510585"/>
                  </a:lnTo>
                  <a:lnTo>
                    <a:pt x="236298" y="529543"/>
                  </a:lnTo>
                  <a:lnTo>
                    <a:pt x="285858" y="546074"/>
                  </a:lnTo>
                  <a:lnTo>
                    <a:pt x="338788" y="560000"/>
                  </a:lnTo>
                  <a:lnTo>
                    <a:pt x="394736" y="571143"/>
                  </a:lnTo>
                  <a:lnTo>
                    <a:pt x="453349" y="579324"/>
                  </a:lnTo>
                  <a:lnTo>
                    <a:pt x="514276" y="584363"/>
                  </a:lnTo>
                  <a:lnTo>
                    <a:pt x="577165" y="586083"/>
                  </a:lnTo>
                  <a:lnTo>
                    <a:pt x="640053" y="584363"/>
                  </a:lnTo>
                  <a:lnTo>
                    <a:pt x="700980" y="579324"/>
                  </a:lnTo>
                  <a:lnTo>
                    <a:pt x="759593" y="571143"/>
                  </a:lnTo>
                  <a:lnTo>
                    <a:pt x="815541" y="560000"/>
                  </a:lnTo>
                  <a:lnTo>
                    <a:pt x="868471" y="546074"/>
                  </a:lnTo>
                  <a:lnTo>
                    <a:pt x="918030" y="529543"/>
                  </a:lnTo>
                  <a:lnTo>
                    <a:pt x="963868" y="510585"/>
                  </a:lnTo>
                  <a:lnTo>
                    <a:pt x="1005632" y="489381"/>
                  </a:lnTo>
                  <a:lnTo>
                    <a:pt x="1042970" y="466107"/>
                  </a:lnTo>
                  <a:lnTo>
                    <a:pt x="1075529" y="440944"/>
                  </a:lnTo>
                  <a:lnTo>
                    <a:pt x="1102958" y="414071"/>
                  </a:lnTo>
                  <a:lnTo>
                    <a:pt x="1141017" y="355905"/>
                  </a:lnTo>
                  <a:lnTo>
                    <a:pt x="1154329" y="293041"/>
                  </a:lnTo>
                  <a:lnTo>
                    <a:pt x="1150942" y="261110"/>
                  </a:lnTo>
                  <a:lnTo>
                    <a:pt x="1124905" y="200417"/>
                  </a:lnTo>
                  <a:lnTo>
                    <a:pt x="1075529" y="145137"/>
                  </a:lnTo>
                  <a:lnTo>
                    <a:pt x="1042970" y="119974"/>
                  </a:lnTo>
                  <a:lnTo>
                    <a:pt x="1005632" y="96701"/>
                  </a:lnTo>
                  <a:lnTo>
                    <a:pt x="963868" y="75497"/>
                  </a:lnTo>
                  <a:lnTo>
                    <a:pt x="918030" y="56539"/>
                  </a:lnTo>
                  <a:lnTo>
                    <a:pt x="868471" y="40008"/>
                  </a:lnTo>
                  <a:lnTo>
                    <a:pt x="815541" y="26082"/>
                  </a:lnTo>
                  <a:lnTo>
                    <a:pt x="759593" y="14939"/>
                  </a:lnTo>
                  <a:lnTo>
                    <a:pt x="700980" y="6758"/>
                  </a:lnTo>
                  <a:lnTo>
                    <a:pt x="640053" y="1719"/>
                  </a:lnTo>
                  <a:lnTo>
                    <a:pt x="577165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94845" y="3098966"/>
              <a:ext cx="1154430" cy="586105"/>
            </a:xfrm>
            <a:custGeom>
              <a:avLst/>
              <a:gdLst/>
              <a:ahLst/>
              <a:cxnLst/>
              <a:rect l="l" t="t" r="r" b="b"/>
              <a:pathLst>
                <a:path w="1154430" h="586104">
                  <a:moveTo>
                    <a:pt x="0" y="293041"/>
                  </a:moveTo>
                  <a:lnTo>
                    <a:pt x="13312" y="230177"/>
                  </a:lnTo>
                  <a:lnTo>
                    <a:pt x="51370" y="172011"/>
                  </a:lnTo>
                  <a:lnTo>
                    <a:pt x="78799" y="145138"/>
                  </a:lnTo>
                  <a:lnTo>
                    <a:pt x="111359" y="119975"/>
                  </a:lnTo>
                  <a:lnTo>
                    <a:pt x="148696" y="96701"/>
                  </a:lnTo>
                  <a:lnTo>
                    <a:pt x="190460" y="75497"/>
                  </a:lnTo>
                  <a:lnTo>
                    <a:pt x="236298" y="56540"/>
                  </a:lnTo>
                  <a:lnTo>
                    <a:pt x="285858" y="40008"/>
                  </a:lnTo>
                  <a:lnTo>
                    <a:pt x="338788" y="26082"/>
                  </a:lnTo>
                  <a:lnTo>
                    <a:pt x="394735" y="14939"/>
                  </a:lnTo>
                  <a:lnTo>
                    <a:pt x="453349" y="6758"/>
                  </a:lnTo>
                  <a:lnTo>
                    <a:pt x="514276" y="1719"/>
                  </a:lnTo>
                  <a:lnTo>
                    <a:pt x="577164" y="0"/>
                  </a:lnTo>
                  <a:lnTo>
                    <a:pt x="640052" y="1719"/>
                  </a:lnTo>
                  <a:lnTo>
                    <a:pt x="700979" y="6758"/>
                  </a:lnTo>
                  <a:lnTo>
                    <a:pt x="759593" y="14939"/>
                  </a:lnTo>
                  <a:lnTo>
                    <a:pt x="815540" y="26082"/>
                  </a:lnTo>
                  <a:lnTo>
                    <a:pt x="868470" y="40008"/>
                  </a:lnTo>
                  <a:lnTo>
                    <a:pt x="918030" y="56540"/>
                  </a:lnTo>
                  <a:lnTo>
                    <a:pt x="963868" y="75497"/>
                  </a:lnTo>
                  <a:lnTo>
                    <a:pt x="1005632" y="96701"/>
                  </a:lnTo>
                  <a:lnTo>
                    <a:pt x="1042969" y="119975"/>
                  </a:lnTo>
                  <a:lnTo>
                    <a:pt x="1075529" y="145138"/>
                  </a:lnTo>
                  <a:lnTo>
                    <a:pt x="1102958" y="172011"/>
                  </a:lnTo>
                  <a:lnTo>
                    <a:pt x="1141016" y="230177"/>
                  </a:lnTo>
                  <a:lnTo>
                    <a:pt x="1154328" y="293041"/>
                  </a:lnTo>
                  <a:lnTo>
                    <a:pt x="1150942" y="324971"/>
                  </a:lnTo>
                  <a:lnTo>
                    <a:pt x="1124904" y="385665"/>
                  </a:lnTo>
                  <a:lnTo>
                    <a:pt x="1075529" y="440945"/>
                  </a:lnTo>
                  <a:lnTo>
                    <a:pt x="1042969" y="466108"/>
                  </a:lnTo>
                  <a:lnTo>
                    <a:pt x="1005632" y="489381"/>
                  </a:lnTo>
                  <a:lnTo>
                    <a:pt x="963868" y="510586"/>
                  </a:lnTo>
                  <a:lnTo>
                    <a:pt x="918030" y="529543"/>
                  </a:lnTo>
                  <a:lnTo>
                    <a:pt x="868470" y="546074"/>
                  </a:lnTo>
                  <a:lnTo>
                    <a:pt x="815540" y="560001"/>
                  </a:lnTo>
                  <a:lnTo>
                    <a:pt x="759593" y="571144"/>
                  </a:lnTo>
                  <a:lnTo>
                    <a:pt x="700979" y="579324"/>
                  </a:lnTo>
                  <a:lnTo>
                    <a:pt x="640052" y="584364"/>
                  </a:lnTo>
                  <a:lnTo>
                    <a:pt x="577164" y="586083"/>
                  </a:lnTo>
                  <a:lnTo>
                    <a:pt x="514276" y="584364"/>
                  </a:lnTo>
                  <a:lnTo>
                    <a:pt x="453349" y="579324"/>
                  </a:lnTo>
                  <a:lnTo>
                    <a:pt x="394735" y="571144"/>
                  </a:lnTo>
                  <a:lnTo>
                    <a:pt x="338788" y="560001"/>
                  </a:lnTo>
                  <a:lnTo>
                    <a:pt x="285858" y="546074"/>
                  </a:lnTo>
                  <a:lnTo>
                    <a:pt x="236298" y="529543"/>
                  </a:lnTo>
                  <a:lnTo>
                    <a:pt x="190460" y="510586"/>
                  </a:lnTo>
                  <a:lnTo>
                    <a:pt x="148696" y="489381"/>
                  </a:lnTo>
                  <a:lnTo>
                    <a:pt x="111359" y="466108"/>
                  </a:lnTo>
                  <a:lnTo>
                    <a:pt x="78799" y="440945"/>
                  </a:lnTo>
                  <a:lnTo>
                    <a:pt x="51370" y="414071"/>
                  </a:lnTo>
                  <a:lnTo>
                    <a:pt x="13312" y="355906"/>
                  </a:lnTo>
                  <a:lnTo>
                    <a:pt x="0" y="293041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701237" y="3211576"/>
            <a:ext cx="7632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in</a:t>
            </a:r>
            <a:r>
              <a:rPr sz="17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s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t</a:t>
            </a:r>
            <a:r>
              <a:rPr sz="17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r</a:t>
            </a: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_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80125" y="3599219"/>
            <a:ext cx="528320" cy="199390"/>
          </a:xfrm>
          <a:custGeom>
            <a:avLst/>
            <a:gdLst/>
            <a:ahLst/>
            <a:cxnLst/>
            <a:rect l="l" t="t" r="r" b="b"/>
            <a:pathLst>
              <a:path w="528319" h="199389">
                <a:moveTo>
                  <a:pt x="0" y="0"/>
                </a:moveTo>
                <a:lnTo>
                  <a:pt x="528265" y="199268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943560" y="3869944"/>
            <a:ext cx="8445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work_for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49641" y="3807545"/>
            <a:ext cx="1402715" cy="459740"/>
          </a:xfrm>
          <a:prstGeom prst="rect">
            <a:avLst/>
          </a:prstGeom>
          <a:solidFill>
            <a:srgbClr val="D5FFFF"/>
          </a:solidFill>
          <a:ln w="13334">
            <a:solidFill>
              <a:srgbClr val="292934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685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department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311583" y="2551212"/>
            <a:ext cx="1006475" cy="647065"/>
            <a:chOff x="7311583" y="2551212"/>
            <a:chExt cx="1006475" cy="647065"/>
          </a:xfrm>
        </p:grpSpPr>
        <p:sp>
          <p:nvSpPr>
            <p:cNvPr id="26" name="object 26"/>
            <p:cNvSpPr/>
            <p:nvPr/>
          </p:nvSpPr>
          <p:spPr>
            <a:xfrm>
              <a:off x="7318251" y="2557880"/>
              <a:ext cx="993140" cy="633730"/>
            </a:xfrm>
            <a:custGeom>
              <a:avLst/>
              <a:gdLst/>
              <a:ahLst/>
              <a:cxnLst/>
              <a:rect l="l" t="t" r="r" b="b"/>
              <a:pathLst>
                <a:path w="993140" h="633730">
                  <a:moveTo>
                    <a:pt x="496384" y="0"/>
                  </a:moveTo>
                  <a:lnTo>
                    <a:pt x="438495" y="2131"/>
                  </a:lnTo>
                  <a:lnTo>
                    <a:pt x="382568" y="8368"/>
                  </a:lnTo>
                  <a:lnTo>
                    <a:pt x="328974" y="18472"/>
                  </a:lnTo>
                  <a:lnTo>
                    <a:pt x="278087" y="32206"/>
                  </a:lnTo>
                  <a:lnTo>
                    <a:pt x="230278" y="49332"/>
                  </a:lnTo>
                  <a:lnTo>
                    <a:pt x="185921" y="69612"/>
                  </a:lnTo>
                  <a:lnTo>
                    <a:pt x="145387" y="92808"/>
                  </a:lnTo>
                  <a:lnTo>
                    <a:pt x="109049" y="118682"/>
                  </a:lnTo>
                  <a:lnTo>
                    <a:pt x="77281" y="146998"/>
                  </a:lnTo>
                  <a:lnTo>
                    <a:pt x="50453" y="177516"/>
                  </a:lnTo>
                  <a:lnTo>
                    <a:pt x="28938" y="210000"/>
                  </a:lnTo>
                  <a:lnTo>
                    <a:pt x="3339" y="279913"/>
                  </a:lnTo>
                  <a:lnTo>
                    <a:pt x="0" y="316866"/>
                  </a:lnTo>
                  <a:lnTo>
                    <a:pt x="3339" y="353819"/>
                  </a:lnTo>
                  <a:lnTo>
                    <a:pt x="28938" y="423731"/>
                  </a:lnTo>
                  <a:lnTo>
                    <a:pt x="50453" y="456215"/>
                  </a:lnTo>
                  <a:lnTo>
                    <a:pt x="77281" y="486734"/>
                  </a:lnTo>
                  <a:lnTo>
                    <a:pt x="109049" y="515049"/>
                  </a:lnTo>
                  <a:lnTo>
                    <a:pt x="145387" y="540924"/>
                  </a:lnTo>
                  <a:lnTo>
                    <a:pt x="185921" y="564120"/>
                  </a:lnTo>
                  <a:lnTo>
                    <a:pt x="230278" y="584400"/>
                  </a:lnTo>
                  <a:lnTo>
                    <a:pt x="278087" y="601525"/>
                  </a:lnTo>
                  <a:lnTo>
                    <a:pt x="328974" y="615259"/>
                  </a:lnTo>
                  <a:lnTo>
                    <a:pt x="382568" y="625363"/>
                  </a:lnTo>
                  <a:lnTo>
                    <a:pt x="438495" y="631600"/>
                  </a:lnTo>
                  <a:lnTo>
                    <a:pt x="496384" y="633732"/>
                  </a:lnTo>
                  <a:lnTo>
                    <a:pt x="554273" y="631600"/>
                  </a:lnTo>
                  <a:lnTo>
                    <a:pt x="610200" y="625363"/>
                  </a:lnTo>
                  <a:lnTo>
                    <a:pt x="663794" y="615259"/>
                  </a:lnTo>
                  <a:lnTo>
                    <a:pt x="714681" y="601525"/>
                  </a:lnTo>
                  <a:lnTo>
                    <a:pt x="762489" y="584400"/>
                  </a:lnTo>
                  <a:lnTo>
                    <a:pt x="806846" y="564120"/>
                  </a:lnTo>
                  <a:lnTo>
                    <a:pt x="847380" y="540924"/>
                  </a:lnTo>
                  <a:lnTo>
                    <a:pt x="883717" y="515049"/>
                  </a:lnTo>
                  <a:lnTo>
                    <a:pt x="915486" y="486734"/>
                  </a:lnTo>
                  <a:lnTo>
                    <a:pt x="942314" y="456215"/>
                  </a:lnTo>
                  <a:lnTo>
                    <a:pt x="963829" y="423731"/>
                  </a:lnTo>
                  <a:lnTo>
                    <a:pt x="989428" y="353819"/>
                  </a:lnTo>
                  <a:lnTo>
                    <a:pt x="992767" y="316866"/>
                  </a:lnTo>
                  <a:lnTo>
                    <a:pt x="989428" y="279913"/>
                  </a:lnTo>
                  <a:lnTo>
                    <a:pt x="963829" y="210000"/>
                  </a:lnTo>
                  <a:lnTo>
                    <a:pt x="942314" y="177516"/>
                  </a:lnTo>
                  <a:lnTo>
                    <a:pt x="915486" y="146998"/>
                  </a:lnTo>
                  <a:lnTo>
                    <a:pt x="883717" y="118682"/>
                  </a:lnTo>
                  <a:lnTo>
                    <a:pt x="847380" y="92808"/>
                  </a:lnTo>
                  <a:lnTo>
                    <a:pt x="806846" y="69612"/>
                  </a:lnTo>
                  <a:lnTo>
                    <a:pt x="762489" y="49332"/>
                  </a:lnTo>
                  <a:lnTo>
                    <a:pt x="714681" y="32206"/>
                  </a:lnTo>
                  <a:lnTo>
                    <a:pt x="663794" y="18472"/>
                  </a:lnTo>
                  <a:lnTo>
                    <a:pt x="610200" y="8368"/>
                  </a:lnTo>
                  <a:lnTo>
                    <a:pt x="554273" y="2131"/>
                  </a:lnTo>
                  <a:lnTo>
                    <a:pt x="496384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318251" y="2557880"/>
              <a:ext cx="993140" cy="633730"/>
            </a:xfrm>
            <a:custGeom>
              <a:avLst/>
              <a:gdLst/>
              <a:ahLst/>
              <a:cxnLst/>
              <a:rect l="l" t="t" r="r" b="b"/>
              <a:pathLst>
                <a:path w="993140" h="633730">
                  <a:moveTo>
                    <a:pt x="0" y="316865"/>
                  </a:moveTo>
                  <a:lnTo>
                    <a:pt x="13109" y="244211"/>
                  </a:lnTo>
                  <a:lnTo>
                    <a:pt x="50453" y="177516"/>
                  </a:lnTo>
                  <a:lnTo>
                    <a:pt x="77281" y="146997"/>
                  </a:lnTo>
                  <a:lnTo>
                    <a:pt x="109050" y="118682"/>
                  </a:lnTo>
                  <a:lnTo>
                    <a:pt x="145387" y="92807"/>
                  </a:lnTo>
                  <a:lnTo>
                    <a:pt x="185921" y="69611"/>
                  </a:lnTo>
                  <a:lnTo>
                    <a:pt x="230278" y="49332"/>
                  </a:lnTo>
                  <a:lnTo>
                    <a:pt x="278087" y="32206"/>
                  </a:lnTo>
                  <a:lnTo>
                    <a:pt x="328974" y="18472"/>
                  </a:lnTo>
                  <a:lnTo>
                    <a:pt x="382567" y="8368"/>
                  </a:lnTo>
                  <a:lnTo>
                    <a:pt x="438495" y="2131"/>
                  </a:lnTo>
                  <a:lnTo>
                    <a:pt x="496384" y="0"/>
                  </a:lnTo>
                  <a:lnTo>
                    <a:pt x="554273" y="2131"/>
                  </a:lnTo>
                  <a:lnTo>
                    <a:pt x="610200" y="8368"/>
                  </a:lnTo>
                  <a:lnTo>
                    <a:pt x="663794" y="18472"/>
                  </a:lnTo>
                  <a:lnTo>
                    <a:pt x="714681" y="32206"/>
                  </a:lnTo>
                  <a:lnTo>
                    <a:pt x="762490" y="49332"/>
                  </a:lnTo>
                  <a:lnTo>
                    <a:pt x="806847" y="69611"/>
                  </a:lnTo>
                  <a:lnTo>
                    <a:pt x="847380" y="92807"/>
                  </a:lnTo>
                  <a:lnTo>
                    <a:pt x="883718" y="118682"/>
                  </a:lnTo>
                  <a:lnTo>
                    <a:pt x="915487" y="146997"/>
                  </a:lnTo>
                  <a:lnTo>
                    <a:pt x="942315" y="177516"/>
                  </a:lnTo>
                  <a:lnTo>
                    <a:pt x="963830" y="210000"/>
                  </a:lnTo>
                  <a:lnTo>
                    <a:pt x="989429" y="279912"/>
                  </a:lnTo>
                  <a:lnTo>
                    <a:pt x="992768" y="316865"/>
                  </a:lnTo>
                  <a:lnTo>
                    <a:pt x="989429" y="353819"/>
                  </a:lnTo>
                  <a:lnTo>
                    <a:pt x="963830" y="423731"/>
                  </a:lnTo>
                  <a:lnTo>
                    <a:pt x="942315" y="456215"/>
                  </a:lnTo>
                  <a:lnTo>
                    <a:pt x="915487" y="486733"/>
                  </a:lnTo>
                  <a:lnTo>
                    <a:pt x="883718" y="515049"/>
                  </a:lnTo>
                  <a:lnTo>
                    <a:pt x="847380" y="540923"/>
                  </a:lnTo>
                  <a:lnTo>
                    <a:pt x="806847" y="564119"/>
                  </a:lnTo>
                  <a:lnTo>
                    <a:pt x="762490" y="584399"/>
                  </a:lnTo>
                  <a:lnTo>
                    <a:pt x="714681" y="601525"/>
                  </a:lnTo>
                  <a:lnTo>
                    <a:pt x="663794" y="615258"/>
                  </a:lnTo>
                  <a:lnTo>
                    <a:pt x="610200" y="625362"/>
                  </a:lnTo>
                  <a:lnTo>
                    <a:pt x="554273" y="631599"/>
                  </a:lnTo>
                  <a:lnTo>
                    <a:pt x="496384" y="633731"/>
                  </a:lnTo>
                  <a:lnTo>
                    <a:pt x="438495" y="631599"/>
                  </a:lnTo>
                  <a:lnTo>
                    <a:pt x="382567" y="625362"/>
                  </a:lnTo>
                  <a:lnTo>
                    <a:pt x="328974" y="615258"/>
                  </a:lnTo>
                  <a:lnTo>
                    <a:pt x="278087" y="601525"/>
                  </a:lnTo>
                  <a:lnTo>
                    <a:pt x="230278" y="584399"/>
                  </a:lnTo>
                  <a:lnTo>
                    <a:pt x="185921" y="564119"/>
                  </a:lnTo>
                  <a:lnTo>
                    <a:pt x="145387" y="540923"/>
                  </a:lnTo>
                  <a:lnTo>
                    <a:pt x="109050" y="515049"/>
                  </a:lnTo>
                  <a:lnTo>
                    <a:pt x="77281" y="486733"/>
                  </a:lnTo>
                  <a:lnTo>
                    <a:pt x="50453" y="456215"/>
                  </a:lnTo>
                  <a:lnTo>
                    <a:pt x="28938" y="423731"/>
                  </a:lnTo>
                  <a:lnTo>
                    <a:pt x="3339" y="353819"/>
                  </a:lnTo>
                  <a:lnTo>
                    <a:pt x="0" y="316865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534613" y="2702559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045582" y="2827615"/>
            <a:ext cx="1776095" cy="1221105"/>
            <a:chOff x="6045582" y="2827615"/>
            <a:chExt cx="1776095" cy="1221105"/>
          </a:xfrm>
        </p:grpSpPr>
        <p:sp>
          <p:nvSpPr>
            <p:cNvPr id="30" name="object 30"/>
            <p:cNvSpPr/>
            <p:nvPr/>
          </p:nvSpPr>
          <p:spPr>
            <a:xfrm>
              <a:off x="6052250" y="4037277"/>
              <a:ext cx="997585" cy="4445"/>
            </a:xfrm>
            <a:custGeom>
              <a:avLst/>
              <a:gdLst/>
              <a:ahLst/>
              <a:cxnLst/>
              <a:rect l="l" t="t" r="r" b="b"/>
              <a:pathLst>
                <a:path w="997584" h="4445">
                  <a:moveTo>
                    <a:pt x="997391" y="0"/>
                  </a:moveTo>
                  <a:lnTo>
                    <a:pt x="0" y="4424"/>
                  </a:lnTo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50940" y="3191612"/>
              <a:ext cx="64135" cy="615950"/>
            </a:xfrm>
            <a:custGeom>
              <a:avLst/>
              <a:gdLst/>
              <a:ahLst/>
              <a:cxnLst/>
              <a:rect l="l" t="t" r="r" b="b"/>
              <a:pathLst>
                <a:path w="64134" h="615950">
                  <a:moveTo>
                    <a:pt x="63696" y="0"/>
                  </a:moveTo>
                  <a:lnTo>
                    <a:pt x="0" y="615932"/>
                  </a:lnTo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89364" y="2834283"/>
              <a:ext cx="987425" cy="578485"/>
            </a:xfrm>
            <a:custGeom>
              <a:avLst/>
              <a:gdLst/>
              <a:ahLst/>
              <a:cxnLst/>
              <a:rect l="l" t="t" r="r" b="b"/>
              <a:pathLst>
                <a:path w="987425" h="578485">
                  <a:moveTo>
                    <a:pt x="493452" y="0"/>
                  </a:moveTo>
                  <a:lnTo>
                    <a:pt x="435905" y="1945"/>
                  </a:lnTo>
                  <a:lnTo>
                    <a:pt x="380308" y="7635"/>
                  </a:lnTo>
                  <a:lnTo>
                    <a:pt x="327031" y="16854"/>
                  </a:lnTo>
                  <a:lnTo>
                    <a:pt x="276444" y="29384"/>
                  </a:lnTo>
                  <a:lnTo>
                    <a:pt x="228918" y="45009"/>
                  </a:lnTo>
                  <a:lnTo>
                    <a:pt x="184823" y="63512"/>
                  </a:lnTo>
                  <a:lnTo>
                    <a:pt x="144529" y="84676"/>
                  </a:lnTo>
                  <a:lnTo>
                    <a:pt x="108406" y="108283"/>
                  </a:lnTo>
                  <a:lnTo>
                    <a:pt x="76824" y="134117"/>
                  </a:lnTo>
                  <a:lnTo>
                    <a:pt x="50155" y="161962"/>
                  </a:lnTo>
                  <a:lnTo>
                    <a:pt x="13032" y="222813"/>
                  </a:lnTo>
                  <a:lnTo>
                    <a:pt x="0" y="289101"/>
                  </a:lnTo>
                  <a:lnTo>
                    <a:pt x="3319" y="322817"/>
                  </a:lnTo>
                  <a:lnTo>
                    <a:pt x="28767" y="386603"/>
                  </a:lnTo>
                  <a:lnTo>
                    <a:pt x="76824" y="444086"/>
                  </a:lnTo>
                  <a:lnTo>
                    <a:pt x="108406" y="469920"/>
                  </a:lnTo>
                  <a:lnTo>
                    <a:pt x="144529" y="493528"/>
                  </a:lnTo>
                  <a:lnTo>
                    <a:pt x="184823" y="514691"/>
                  </a:lnTo>
                  <a:lnTo>
                    <a:pt x="228918" y="533194"/>
                  </a:lnTo>
                  <a:lnTo>
                    <a:pt x="276444" y="548819"/>
                  </a:lnTo>
                  <a:lnTo>
                    <a:pt x="327031" y="561350"/>
                  </a:lnTo>
                  <a:lnTo>
                    <a:pt x="380308" y="570568"/>
                  </a:lnTo>
                  <a:lnTo>
                    <a:pt x="435905" y="576259"/>
                  </a:lnTo>
                  <a:lnTo>
                    <a:pt x="493452" y="578204"/>
                  </a:lnTo>
                  <a:lnTo>
                    <a:pt x="550998" y="576259"/>
                  </a:lnTo>
                  <a:lnTo>
                    <a:pt x="606595" y="570568"/>
                  </a:lnTo>
                  <a:lnTo>
                    <a:pt x="659872" y="561350"/>
                  </a:lnTo>
                  <a:lnTo>
                    <a:pt x="710459" y="548819"/>
                  </a:lnTo>
                  <a:lnTo>
                    <a:pt x="757985" y="533194"/>
                  </a:lnTo>
                  <a:lnTo>
                    <a:pt x="802080" y="514691"/>
                  </a:lnTo>
                  <a:lnTo>
                    <a:pt x="842374" y="493528"/>
                  </a:lnTo>
                  <a:lnTo>
                    <a:pt x="878497" y="469920"/>
                  </a:lnTo>
                  <a:lnTo>
                    <a:pt x="910078" y="444086"/>
                  </a:lnTo>
                  <a:lnTo>
                    <a:pt x="936748" y="416241"/>
                  </a:lnTo>
                  <a:lnTo>
                    <a:pt x="973870" y="355390"/>
                  </a:lnTo>
                  <a:lnTo>
                    <a:pt x="986903" y="289101"/>
                  </a:lnTo>
                  <a:lnTo>
                    <a:pt x="983583" y="255386"/>
                  </a:lnTo>
                  <a:lnTo>
                    <a:pt x="958135" y="191599"/>
                  </a:lnTo>
                  <a:lnTo>
                    <a:pt x="910078" y="134117"/>
                  </a:lnTo>
                  <a:lnTo>
                    <a:pt x="878497" y="108283"/>
                  </a:lnTo>
                  <a:lnTo>
                    <a:pt x="842374" y="84676"/>
                  </a:lnTo>
                  <a:lnTo>
                    <a:pt x="802080" y="63512"/>
                  </a:lnTo>
                  <a:lnTo>
                    <a:pt x="757985" y="45009"/>
                  </a:lnTo>
                  <a:lnTo>
                    <a:pt x="710459" y="29384"/>
                  </a:lnTo>
                  <a:lnTo>
                    <a:pt x="659872" y="16854"/>
                  </a:lnTo>
                  <a:lnTo>
                    <a:pt x="606595" y="7635"/>
                  </a:lnTo>
                  <a:lnTo>
                    <a:pt x="550998" y="1945"/>
                  </a:lnTo>
                  <a:lnTo>
                    <a:pt x="493452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9364" y="2834283"/>
              <a:ext cx="987425" cy="578485"/>
            </a:xfrm>
            <a:custGeom>
              <a:avLst/>
              <a:gdLst/>
              <a:ahLst/>
              <a:cxnLst/>
              <a:rect l="l" t="t" r="r" b="b"/>
              <a:pathLst>
                <a:path w="987425" h="578485">
                  <a:moveTo>
                    <a:pt x="0" y="289102"/>
                  </a:moveTo>
                  <a:lnTo>
                    <a:pt x="13032" y="222813"/>
                  </a:lnTo>
                  <a:lnTo>
                    <a:pt x="50154" y="161962"/>
                  </a:lnTo>
                  <a:lnTo>
                    <a:pt x="76824" y="134117"/>
                  </a:lnTo>
                  <a:lnTo>
                    <a:pt x="108405" y="108283"/>
                  </a:lnTo>
                  <a:lnTo>
                    <a:pt x="144528" y="84676"/>
                  </a:lnTo>
                  <a:lnTo>
                    <a:pt x="184822" y="63512"/>
                  </a:lnTo>
                  <a:lnTo>
                    <a:pt x="228917" y="45009"/>
                  </a:lnTo>
                  <a:lnTo>
                    <a:pt x="276443" y="29384"/>
                  </a:lnTo>
                  <a:lnTo>
                    <a:pt x="327030" y="16854"/>
                  </a:lnTo>
                  <a:lnTo>
                    <a:pt x="380307" y="7635"/>
                  </a:lnTo>
                  <a:lnTo>
                    <a:pt x="435904" y="1945"/>
                  </a:lnTo>
                  <a:lnTo>
                    <a:pt x="493451" y="0"/>
                  </a:lnTo>
                  <a:lnTo>
                    <a:pt x="550997" y="1945"/>
                  </a:lnTo>
                  <a:lnTo>
                    <a:pt x="606594" y="7635"/>
                  </a:lnTo>
                  <a:lnTo>
                    <a:pt x="659871" y="16854"/>
                  </a:lnTo>
                  <a:lnTo>
                    <a:pt x="710458" y="29384"/>
                  </a:lnTo>
                  <a:lnTo>
                    <a:pt x="757984" y="45009"/>
                  </a:lnTo>
                  <a:lnTo>
                    <a:pt x="802079" y="63512"/>
                  </a:lnTo>
                  <a:lnTo>
                    <a:pt x="842373" y="84676"/>
                  </a:lnTo>
                  <a:lnTo>
                    <a:pt x="878496" y="108283"/>
                  </a:lnTo>
                  <a:lnTo>
                    <a:pt x="910077" y="134117"/>
                  </a:lnTo>
                  <a:lnTo>
                    <a:pt x="936747" y="161962"/>
                  </a:lnTo>
                  <a:lnTo>
                    <a:pt x="973869" y="222813"/>
                  </a:lnTo>
                  <a:lnTo>
                    <a:pt x="986902" y="289102"/>
                  </a:lnTo>
                  <a:lnTo>
                    <a:pt x="983582" y="322817"/>
                  </a:lnTo>
                  <a:lnTo>
                    <a:pt x="958134" y="386604"/>
                  </a:lnTo>
                  <a:lnTo>
                    <a:pt x="910077" y="444086"/>
                  </a:lnTo>
                  <a:lnTo>
                    <a:pt x="878496" y="469920"/>
                  </a:lnTo>
                  <a:lnTo>
                    <a:pt x="842373" y="493528"/>
                  </a:lnTo>
                  <a:lnTo>
                    <a:pt x="802079" y="514691"/>
                  </a:lnTo>
                  <a:lnTo>
                    <a:pt x="757984" y="533194"/>
                  </a:lnTo>
                  <a:lnTo>
                    <a:pt x="710458" y="548819"/>
                  </a:lnTo>
                  <a:lnTo>
                    <a:pt x="659871" y="561350"/>
                  </a:lnTo>
                  <a:lnTo>
                    <a:pt x="606594" y="570569"/>
                  </a:lnTo>
                  <a:lnTo>
                    <a:pt x="550997" y="576259"/>
                  </a:lnTo>
                  <a:lnTo>
                    <a:pt x="493451" y="578204"/>
                  </a:lnTo>
                  <a:lnTo>
                    <a:pt x="435904" y="576259"/>
                  </a:lnTo>
                  <a:lnTo>
                    <a:pt x="380307" y="570569"/>
                  </a:lnTo>
                  <a:lnTo>
                    <a:pt x="327030" y="561350"/>
                  </a:lnTo>
                  <a:lnTo>
                    <a:pt x="276443" y="548819"/>
                  </a:lnTo>
                  <a:lnTo>
                    <a:pt x="228917" y="533194"/>
                  </a:lnTo>
                  <a:lnTo>
                    <a:pt x="184822" y="514691"/>
                  </a:lnTo>
                  <a:lnTo>
                    <a:pt x="144528" y="493528"/>
                  </a:lnTo>
                  <a:lnTo>
                    <a:pt x="108405" y="469920"/>
                  </a:lnTo>
                  <a:lnTo>
                    <a:pt x="76824" y="444086"/>
                  </a:lnTo>
                  <a:lnTo>
                    <a:pt x="50154" y="416242"/>
                  </a:lnTo>
                  <a:lnTo>
                    <a:pt x="13032" y="355390"/>
                  </a:lnTo>
                  <a:lnTo>
                    <a:pt x="0" y="289102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29169" y="2958591"/>
            <a:ext cx="7258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dept_id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931723" y="3327811"/>
            <a:ext cx="466725" cy="474980"/>
          </a:xfrm>
          <a:custGeom>
            <a:avLst/>
            <a:gdLst/>
            <a:ahLst/>
            <a:cxnLst/>
            <a:rect l="l" t="t" r="r" b="b"/>
            <a:pathLst>
              <a:path w="466725" h="474979">
                <a:moveTo>
                  <a:pt x="0" y="0"/>
                </a:moveTo>
                <a:lnTo>
                  <a:pt x="466267" y="474800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Let’s</a:t>
            </a:r>
            <a:r>
              <a:rPr spc="-229" dirty="0"/>
              <a:t> </a:t>
            </a:r>
            <a:r>
              <a:rPr spc="-85" dirty="0"/>
              <a:t>try:</a:t>
            </a:r>
            <a:r>
              <a:rPr spc="-220" dirty="0"/>
              <a:t> </a:t>
            </a:r>
            <a:r>
              <a:rPr spc="-70" dirty="0"/>
              <a:t>E-R</a:t>
            </a:r>
            <a:r>
              <a:rPr spc="-229" dirty="0"/>
              <a:t> </a:t>
            </a:r>
            <a:r>
              <a:rPr spc="-55" dirty="0"/>
              <a:t>to</a:t>
            </a:r>
            <a:r>
              <a:rPr spc="-220" dirty="0"/>
              <a:t> </a:t>
            </a:r>
            <a:r>
              <a:rPr spc="-100" dirty="0"/>
              <a:t>Relations</a:t>
            </a:r>
            <a:r>
              <a:rPr spc="-220" dirty="0"/>
              <a:t> </a:t>
            </a:r>
            <a:r>
              <a:rPr spc="-70" dirty="0"/>
              <a:t>(3)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endParaRPr sz="1100" dirty="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9095" y="1240535"/>
            <a:ext cx="7297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-5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0" y="5364479"/>
            <a:ext cx="4655820" cy="99504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instructor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instr_ID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,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name, salary)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student 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S_ID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,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name, total_cred)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advisor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instr_ID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S_ID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,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date)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Let’s</a:t>
            </a:r>
            <a:r>
              <a:rPr spc="-229" dirty="0"/>
              <a:t> </a:t>
            </a:r>
            <a:r>
              <a:rPr spc="-85" dirty="0"/>
              <a:t>try:</a:t>
            </a:r>
            <a:r>
              <a:rPr spc="-220" dirty="0"/>
              <a:t> </a:t>
            </a:r>
            <a:r>
              <a:rPr spc="-70" dirty="0"/>
              <a:t>E-R</a:t>
            </a:r>
            <a:r>
              <a:rPr spc="-229" dirty="0"/>
              <a:t> </a:t>
            </a:r>
            <a:r>
              <a:rPr spc="-55" dirty="0"/>
              <a:t>to</a:t>
            </a:r>
            <a:r>
              <a:rPr spc="-220" dirty="0"/>
              <a:t> </a:t>
            </a:r>
            <a:r>
              <a:rPr spc="-100" dirty="0"/>
              <a:t>Relations</a:t>
            </a:r>
            <a:r>
              <a:rPr spc="-220" dirty="0"/>
              <a:t> </a:t>
            </a:r>
            <a:r>
              <a:rPr spc="-70" dirty="0"/>
              <a:t>(4)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095" y="1240535"/>
            <a:ext cx="7297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-5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82494" y="3817236"/>
            <a:ext cx="1269365" cy="685800"/>
            <a:chOff x="4482494" y="3817236"/>
            <a:chExt cx="1269365" cy="685800"/>
          </a:xfrm>
        </p:grpSpPr>
        <p:sp>
          <p:nvSpPr>
            <p:cNvPr id="6" name="object 6"/>
            <p:cNvSpPr/>
            <p:nvPr/>
          </p:nvSpPr>
          <p:spPr>
            <a:xfrm>
              <a:off x="4489161" y="3823903"/>
              <a:ext cx="1256030" cy="672465"/>
            </a:xfrm>
            <a:custGeom>
              <a:avLst/>
              <a:gdLst/>
              <a:ahLst/>
              <a:cxnLst/>
              <a:rect l="l" t="t" r="r" b="b"/>
              <a:pathLst>
                <a:path w="1256029" h="672464">
                  <a:moveTo>
                    <a:pt x="627980" y="0"/>
                  </a:moveTo>
                  <a:lnTo>
                    <a:pt x="0" y="336001"/>
                  </a:lnTo>
                  <a:lnTo>
                    <a:pt x="627980" y="672003"/>
                  </a:lnTo>
                  <a:lnTo>
                    <a:pt x="1255960" y="336001"/>
                  </a:lnTo>
                  <a:lnTo>
                    <a:pt x="627980" y="0"/>
                  </a:lnTo>
                  <a:close/>
                </a:path>
              </a:pathLst>
            </a:custGeom>
            <a:solidFill>
              <a:srgbClr val="CCD1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89161" y="3823903"/>
              <a:ext cx="1256030" cy="672465"/>
            </a:xfrm>
            <a:custGeom>
              <a:avLst/>
              <a:gdLst/>
              <a:ahLst/>
              <a:cxnLst/>
              <a:rect l="l" t="t" r="r" b="b"/>
              <a:pathLst>
                <a:path w="1256029" h="672464">
                  <a:moveTo>
                    <a:pt x="0" y="336002"/>
                  </a:moveTo>
                  <a:lnTo>
                    <a:pt x="627980" y="0"/>
                  </a:lnTo>
                  <a:lnTo>
                    <a:pt x="1255960" y="336002"/>
                  </a:lnTo>
                  <a:lnTo>
                    <a:pt x="627980" y="672004"/>
                  </a:lnTo>
                  <a:lnTo>
                    <a:pt x="0" y="336002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72549" y="3940904"/>
            <a:ext cx="1255395" cy="430530"/>
          </a:xfrm>
          <a:prstGeom prst="rect">
            <a:avLst/>
          </a:prstGeom>
          <a:solidFill>
            <a:srgbClr val="D5FFFF"/>
          </a:solidFill>
          <a:ln w="13334">
            <a:solidFill>
              <a:srgbClr val="292934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57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instructor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68282" y="2678163"/>
            <a:ext cx="979169" cy="606425"/>
            <a:chOff x="3268282" y="2678163"/>
            <a:chExt cx="979169" cy="606425"/>
          </a:xfrm>
        </p:grpSpPr>
        <p:sp>
          <p:nvSpPr>
            <p:cNvPr id="10" name="object 10"/>
            <p:cNvSpPr/>
            <p:nvPr/>
          </p:nvSpPr>
          <p:spPr>
            <a:xfrm>
              <a:off x="3274950" y="2684830"/>
              <a:ext cx="965835" cy="593090"/>
            </a:xfrm>
            <a:custGeom>
              <a:avLst/>
              <a:gdLst/>
              <a:ahLst/>
              <a:cxnLst/>
              <a:rect l="l" t="t" r="r" b="b"/>
              <a:pathLst>
                <a:path w="965835" h="593089">
                  <a:moveTo>
                    <a:pt x="482646" y="0"/>
                  </a:moveTo>
                  <a:lnTo>
                    <a:pt x="422104" y="2310"/>
                  </a:lnTo>
                  <a:lnTo>
                    <a:pt x="363806" y="9054"/>
                  </a:lnTo>
                  <a:lnTo>
                    <a:pt x="308204" y="19956"/>
                  </a:lnTo>
                  <a:lnTo>
                    <a:pt x="255752" y="34737"/>
                  </a:lnTo>
                  <a:lnTo>
                    <a:pt x="206900" y="53119"/>
                  </a:lnTo>
                  <a:lnTo>
                    <a:pt x="162101" y="74824"/>
                  </a:lnTo>
                  <a:lnTo>
                    <a:pt x="121808" y="99576"/>
                  </a:lnTo>
                  <a:lnTo>
                    <a:pt x="86474" y="127094"/>
                  </a:lnTo>
                  <a:lnTo>
                    <a:pt x="56549" y="157103"/>
                  </a:lnTo>
                  <a:lnTo>
                    <a:pt x="32487" y="189324"/>
                  </a:lnTo>
                  <a:lnTo>
                    <a:pt x="14740" y="223479"/>
                  </a:lnTo>
                  <a:lnTo>
                    <a:pt x="0" y="296480"/>
                  </a:lnTo>
                  <a:lnTo>
                    <a:pt x="3760" y="333669"/>
                  </a:lnTo>
                  <a:lnTo>
                    <a:pt x="32487" y="403636"/>
                  </a:lnTo>
                  <a:lnTo>
                    <a:pt x="56549" y="435856"/>
                  </a:lnTo>
                  <a:lnTo>
                    <a:pt x="86474" y="465865"/>
                  </a:lnTo>
                  <a:lnTo>
                    <a:pt x="121808" y="493383"/>
                  </a:lnTo>
                  <a:lnTo>
                    <a:pt x="162101" y="518134"/>
                  </a:lnTo>
                  <a:lnTo>
                    <a:pt x="206900" y="539840"/>
                  </a:lnTo>
                  <a:lnTo>
                    <a:pt x="255752" y="558222"/>
                  </a:lnTo>
                  <a:lnTo>
                    <a:pt x="308204" y="573002"/>
                  </a:lnTo>
                  <a:lnTo>
                    <a:pt x="363806" y="583904"/>
                  </a:lnTo>
                  <a:lnTo>
                    <a:pt x="422104" y="590649"/>
                  </a:lnTo>
                  <a:lnTo>
                    <a:pt x="482646" y="592959"/>
                  </a:lnTo>
                  <a:lnTo>
                    <a:pt x="543189" y="590649"/>
                  </a:lnTo>
                  <a:lnTo>
                    <a:pt x="601486" y="583904"/>
                  </a:lnTo>
                  <a:lnTo>
                    <a:pt x="657088" y="573002"/>
                  </a:lnTo>
                  <a:lnTo>
                    <a:pt x="709541" y="558222"/>
                  </a:lnTo>
                  <a:lnTo>
                    <a:pt x="758392" y="539840"/>
                  </a:lnTo>
                  <a:lnTo>
                    <a:pt x="803191" y="518134"/>
                  </a:lnTo>
                  <a:lnTo>
                    <a:pt x="843483" y="493383"/>
                  </a:lnTo>
                  <a:lnTo>
                    <a:pt x="878818" y="465865"/>
                  </a:lnTo>
                  <a:lnTo>
                    <a:pt x="908743" y="435856"/>
                  </a:lnTo>
                  <a:lnTo>
                    <a:pt x="932805" y="403636"/>
                  </a:lnTo>
                  <a:lnTo>
                    <a:pt x="950552" y="369481"/>
                  </a:lnTo>
                  <a:lnTo>
                    <a:pt x="965292" y="296480"/>
                  </a:lnTo>
                  <a:lnTo>
                    <a:pt x="961532" y="259290"/>
                  </a:lnTo>
                  <a:lnTo>
                    <a:pt x="932805" y="189324"/>
                  </a:lnTo>
                  <a:lnTo>
                    <a:pt x="908743" y="157103"/>
                  </a:lnTo>
                  <a:lnTo>
                    <a:pt x="878818" y="127094"/>
                  </a:lnTo>
                  <a:lnTo>
                    <a:pt x="843483" y="99576"/>
                  </a:lnTo>
                  <a:lnTo>
                    <a:pt x="803191" y="74824"/>
                  </a:lnTo>
                  <a:lnTo>
                    <a:pt x="758392" y="53119"/>
                  </a:lnTo>
                  <a:lnTo>
                    <a:pt x="709541" y="34737"/>
                  </a:lnTo>
                  <a:lnTo>
                    <a:pt x="657088" y="19956"/>
                  </a:lnTo>
                  <a:lnTo>
                    <a:pt x="601486" y="9054"/>
                  </a:lnTo>
                  <a:lnTo>
                    <a:pt x="543189" y="2310"/>
                  </a:lnTo>
                  <a:lnTo>
                    <a:pt x="482646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74950" y="2684830"/>
              <a:ext cx="965835" cy="593090"/>
            </a:xfrm>
            <a:custGeom>
              <a:avLst/>
              <a:gdLst/>
              <a:ahLst/>
              <a:cxnLst/>
              <a:rect l="l" t="t" r="r" b="b"/>
              <a:pathLst>
                <a:path w="965835" h="593089">
                  <a:moveTo>
                    <a:pt x="0" y="296479"/>
                  </a:moveTo>
                  <a:lnTo>
                    <a:pt x="14740" y="223478"/>
                  </a:lnTo>
                  <a:lnTo>
                    <a:pt x="32487" y="189323"/>
                  </a:lnTo>
                  <a:lnTo>
                    <a:pt x="56549" y="157102"/>
                  </a:lnTo>
                  <a:lnTo>
                    <a:pt x="86474" y="127094"/>
                  </a:lnTo>
                  <a:lnTo>
                    <a:pt x="121809" y="99575"/>
                  </a:lnTo>
                  <a:lnTo>
                    <a:pt x="162101" y="74824"/>
                  </a:lnTo>
                  <a:lnTo>
                    <a:pt x="206900" y="53119"/>
                  </a:lnTo>
                  <a:lnTo>
                    <a:pt x="255752" y="34737"/>
                  </a:lnTo>
                  <a:lnTo>
                    <a:pt x="308204" y="19956"/>
                  </a:lnTo>
                  <a:lnTo>
                    <a:pt x="363806" y="9054"/>
                  </a:lnTo>
                  <a:lnTo>
                    <a:pt x="422104" y="2309"/>
                  </a:lnTo>
                  <a:lnTo>
                    <a:pt x="482646" y="0"/>
                  </a:lnTo>
                  <a:lnTo>
                    <a:pt x="543188" y="2309"/>
                  </a:lnTo>
                  <a:lnTo>
                    <a:pt x="601486" y="9054"/>
                  </a:lnTo>
                  <a:lnTo>
                    <a:pt x="657088" y="19956"/>
                  </a:lnTo>
                  <a:lnTo>
                    <a:pt x="709541" y="34737"/>
                  </a:lnTo>
                  <a:lnTo>
                    <a:pt x="758393" y="53119"/>
                  </a:lnTo>
                  <a:lnTo>
                    <a:pt x="803191" y="74824"/>
                  </a:lnTo>
                  <a:lnTo>
                    <a:pt x="843484" y="99575"/>
                  </a:lnTo>
                  <a:lnTo>
                    <a:pt x="878819" y="127094"/>
                  </a:lnTo>
                  <a:lnTo>
                    <a:pt x="908743" y="157102"/>
                  </a:lnTo>
                  <a:lnTo>
                    <a:pt x="932805" y="189323"/>
                  </a:lnTo>
                  <a:lnTo>
                    <a:pt x="950552" y="223478"/>
                  </a:lnTo>
                  <a:lnTo>
                    <a:pt x="965293" y="296479"/>
                  </a:lnTo>
                  <a:lnTo>
                    <a:pt x="961532" y="333669"/>
                  </a:lnTo>
                  <a:lnTo>
                    <a:pt x="932805" y="403635"/>
                  </a:lnTo>
                  <a:lnTo>
                    <a:pt x="908743" y="435856"/>
                  </a:lnTo>
                  <a:lnTo>
                    <a:pt x="878819" y="465864"/>
                  </a:lnTo>
                  <a:lnTo>
                    <a:pt x="843484" y="493383"/>
                  </a:lnTo>
                  <a:lnTo>
                    <a:pt x="803191" y="518134"/>
                  </a:lnTo>
                  <a:lnTo>
                    <a:pt x="758393" y="539839"/>
                  </a:lnTo>
                  <a:lnTo>
                    <a:pt x="709541" y="558221"/>
                  </a:lnTo>
                  <a:lnTo>
                    <a:pt x="657088" y="573002"/>
                  </a:lnTo>
                  <a:lnTo>
                    <a:pt x="601486" y="583904"/>
                  </a:lnTo>
                  <a:lnTo>
                    <a:pt x="543188" y="590649"/>
                  </a:lnTo>
                  <a:lnTo>
                    <a:pt x="482646" y="592959"/>
                  </a:lnTo>
                  <a:lnTo>
                    <a:pt x="422104" y="590649"/>
                  </a:lnTo>
                  <a:lnTo>
                    <a:pt x="363806" y="583904"/>
                  </a:lnTo>
                  <a:lnTo>
                    <a:pt x="308204" y="573002"/>
                  </a:lnTo>
                  <a:lnTo>
                    <a:pt x="255752" y="558221"/>
                  </a:lnTo>
                  <a:lnTo>
                    <a:pt x="206900" y="539839"/>
                  </a:lnTo>
                  <a:lnTo>
                    <a:pt x="162101" y="518134"/>
                  </a:lnTo>
                  <a:lnTo>
                    <a:pt x="121809" y="493383"/>
                  </a:lnTo>
                  <a:lnTo>
                    <a:pt x="86474" y="465864"/>
                  </a:lnTo>
                  <a:lnTo>
                    <a:pt x="56549" y="435856"/>
                  </a:lnTo>
                  <a:lnTo>
                    <a:pt x="32487" y="403635"/>
                  </a:lnTo>
                  <a:lnTo>
                    <a:pt x="14740" y="369480"/>
                  </a:lnTo>
                  <a:lnTo>
                    <a:pt x="0" y="296479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85593" y="2833623"/>
            <a:ext cx="5956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ala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80376" y="2661245"/>
            <a:ext cx="979169" cy="606425"/>
            <a:chOff x="2180376" y="2661245"/>
            <a:chExt cx="979169" cy="606425"/>
          </a:xfrm>
        </p:grpSpPr>
        <p:sp>
          <p:nvSpPr>
            <p:cNvPr id="14" name="object 14"/>
            <p:cNvSpPr/>
            <p:nvPr/>
          </p:nvSpPr>
          <p:spPr>
            <a:xfrm>
              <a:off x="2187044" y="2667913"/>
              <a:ext cx="965835" cy="593090"/>
            </a:xfrm>
            <a:custGeom>
              <a:avLst/>
              <a:gdLst/>
              <a:ahLst/>
              <a:cxnLst/>
              <a:rect l="l" t="t" r="r" b="b"/>
              <a:pathLst>
                <a:path w="965835" h="593089">
                  <a:moveTo>
                    <a:pt x="482645" y="0"/>
                  </a:moveTo>
                  <a:lnTo>
                    <a:pt x="422103" y="2310"/>
                  </a:lnTo>
                  <a:lnTo>
                    <a:pt x="363805" y="9054"/>
                  </a:lnTo>
                  <a:lnTo>
                    <a:pt x="308204" y="19956"/>
                  </a:lnTo>
                  <a:lnTo>
                    <a:pt x="255751" y="34737"/>
                  </a:lnTo>
                  <a:lnTo>
                    <a:pt x="206899" y="53119"/>
                  </a:lnTo>
                  <a:lnTo>
                    <a:pt x="162101" y="74824"/>
                  </a:lnTo>
                  <a:lnTo>
                    <a:pt x="121808" y="99576"/>
                  </a:lnTo>
                  <a:lnTo>
                    <a:pt x="86474" y="127094"/>
                  </a:lnTo>
                  <a:lnTo>
                    <a:pt x="56549" y="157103"/>
                  </a:lnTo>
                  <a:lnTo>
                    <a:pt x="32487" y="189324"/>
                  </a:lnTo>
                  <a:lnTo>
                    <a:pt x="14740" y="223479"/>
                  </a:lnTo>
                  <a:lnTo>
                    <a:pt x="0" y="296480"/>
                  </a:lnTo>
                  <a:lnTo>
                    <a:pt x="3760" y="333669"/>
                  </a:lnTo>
                  <a:lnTo>
                    <a:pt x="32487" y="403636"/>
                  </a:lnTo>
                  <a:lnTo>
                    <a:pt x="56549" y="435856"/>
                  </a:lnTo>
                  <a:lnTo>
                    <a:pt x="86474" y="465865"/>
                  </a:lnTo>
                  <a:lnTo>
                    <a:pt x="121808" y="493383"/>
                  </a:lnTo>
                  <a:lnTo>
                    <a:pt x="162101" y="518134"/>
                  </a:lnTo>
                  <a:lnTo>
                    <a:pt x="206899" y="539840"/>
                  </a:lnTo>
                  <a:lnTo>
                    <a:pt x="255751" y="558222"/>
                  </a:lnTo>
                  <a:lnTo>
                    <a:pt x="308204" y="573002"/>
                  </a:lnTo>
                  <a:lnTo>
                    <a:pt x="363805" y="583904"/>
                  </a:lnTo>
                  <a:lnTo>
                    <a:pt x="422103" y="590649"/>
                  </a:lnTo>
                  <a:lnTo>
                    <a:pt x="482645" y="592959"/>
                  </a:lnTo>
                  <a:lnTo>
                    <a:pt x="543188" y="590649"/>
                  </a:lnTo>
                  <a:lnTo>
                    <a:pt x="601486" y="583904"/>
                  </a:lnTo>
                  <a:lnTo>
                    <a:pt x="657087" y="573002"/>
                  </a:lnTo>
                  <a:lnTo>
                    <a:pt x="709540" y="558222"/>
                  </a:lnTo>
                  <a:lnTo>
                    <a:pt x="758392" y="539840"/>
                  </a:lnTo>
                  <a:lnTo>
                    <a:pt x="803190" y="518134"/>
                  </a:lnTo>
                  <a:lnTo>
                    <a:pt x="843483" y="493383"/>
                  </a:lnTo>
                  <a:lnTo>
                    <a:pt x="878818" y="465865"/>
                  </a:lnTo>
                  <a:lnTo>
                    <a:pt x="908743" y="435856"/>
                  </a:lnTo>
                  <a:lnTo>
                    <a:pt x="932805" y="403636"/>
                  </a:lnTo>
                  <a:lnTo>
                    <a:pt x="950552" y="369481"/>
                  </a:lnTo>
                  <a:lnTo>
                    <a:pt x="965292" y="296480"/>
                  </a:lnTo>
                  <a:lnTo>
                    <a:pt x="961532" y="259290"/>
                  </a:lnTo>
                  <a:lnTo>
                    <a:pt x="932805" y="189324"/>
                  </a:lnTo>
                  <a:lnTo>
                    <a:pt x="908743" y="157103"/>
                  </a:lnTo>
                  <a:lnTo>
                    <a:pt x="878818" y="127094"/>
                  </a:lnTo>
                  <a:lnTo>
                    <a:pt x="843483" y="99576"/>
                  </a:lnTo>
                  <a:lnTo>
                    <a:pt x="803190" y="74824"/>
                  </a:lnTo>
                  <a:lnTo>
                    <a:pt x="758392" y="53119"/>
                  </a:lnTo>
                  <a:lnTo>
                    <a:pt x="709540" y="34737"/>
                  </a:lnTo>
                  <a:lnTo>
                    <a:pt x="657087" y="19956"/>
                  </a:lnTo>
                  <a:lnTo>
                    <a:pt x="601486" y="9054"/>
                  </a:lnTo>
                  <a:lnTo>
                    <a:pt x="543188" y="2310"/>
                  </a:lnTo>
                  <a:lnTo>
                    <a:pt x="482645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87044" y="2667913"/>
              <a:ext cx="965835" cy="593090"/>
            </a:xfrm>
            <a:custGeom>
              <a:avLst/>
              <a:gdLst/>
              <a:ahLst/>
              <a:cxnLst/>
              <a:rect l="l" t="t" r="r" b="b"/>
              <a:pathLst>
                <a:path w="965835" h="593089">
                  <a:moveTo>
                    <a:pt x="0" y="296479"/>
                  </a:moveTo>
                  <a:lnTo>
                    <a:pt x="14740" y="223478"/>
                  </a:lnTo>
                  <a:lnTo>
                    <a:pt x="32487" y="189323"/>
                  </a:lnTo>
                  <a:lnTo>
                    <a:pt x="56549" y="157102"/>
                  </a:lnTo>
                  <a:lnTo>
                    <a:pt x="86474" y="127094"/>
                  </a:lnTo>
                  <a:lnTo>
                    <a:pt x="121808" y="99575"/>
                  </a:lnTo>
                  <a:lnTo>
                    <a:pt x="162101" y="74824"/>
                  </a:lnTo>
                  <a:lnTo>
                    <a:pt x="206899" y="53119"/>
                  </a:lnTo>
                  <a:lnTo>
                    <a:pt x="255751" y="34737"/>
                  </a:lnTo>
                  <a:lnTo>
                    <a:pt x="308204" y="19956"/>
                  </a:lnTo>
                  <a:lnTo>
                    <a:pt x="363806" y="9054"/>
                  </a:lnTo>
                  <a:lnTo>
                    <a:pt x="422103" y="2309"/>
                  </a:lnTo>
                  <a:lnTo>
                    <a:pt x="482646" y="0"/>
                  </a:lnTo>
                  <a:lnTo>
                    <a:pt x="543188" y="2309"/>
                  </a:lnTo>
                  <a:lnTo>
                    <a:pt x="601486" y="9054"/>
                  </a:lnTo>
                  <a:lnTo>
                    <a:pt x="657087" y="19956"/>
                  </a:lnTo>
                  <a:lnTo>
                    <a:pt x="709540" y="34737"/>
                  </a:lnTo>
                  <a:lnTo>
                    <a:pt x="758392" y="53119"/>
                  </a:lnTo>
                  <a:lnTo>
                    <a:pt x="803190" y="74824"/>
                  </a:lnTo>
                  <a:lnTo>
                    <a:pt x="843483" y="99575"/>
                  </a:lnTo>
                  <a:lnTo>
                    <a:pt x="878818" y="127094"/>
                  </a:lnTo>
                  <a:lnTo>
                    <a:pt x="908742" y="157102"/>
                  </a:lnTo>
                  <a:lnTo>
                    <a:pt x="932804" y="189323"/>
                  </a:lnTo>
                  <a:lnTo>
                    <a:pt x="950551" y="223478"/>
                  </a:lnTo>
                  <a:lnTo>
                    <a:pt x="965292" y="296479"/>
                  </a:lnTo>
                  <a:lnTo>
                    <a:pt x="961531" y="333669"/>
                  </a:lnTo>
                  <a:lnTo>
                    <a:pt x="932804" y="403635"/>
                  </a:lnTo>
                  <a:lnTo>
                    <a:pt x="908742" y="435856"/>
                  </a:lnTo>
                  <a:lnTo>
                    <a:pt x="878818" y="465864"/>
                  </a:lnTo>
                  <a:lnTo>
                    <a:pt x="843483" y="493383"/>
                  </a:lnTo>
                  <a:lnTo>
                    <a:pt x="803190" y="518134"/>
                  </a:lnTo>
                  <a:lnTo>
                    <a:pt x="758392" y="539839"/>
                  </a:lnTo>
                  <a:lnTo>
                    <a:pt x="709540" y="558221"/>
                  </a:lnTo>
                  <a:lnTo>
                    <a:pt x="657087" y="573002"/>
                  </a:lnTo>
                  <a:lnTo>
                    <a:pt x="601486" y="583904"/>
                  </a:lnTo>
                  <a:lnTo>
                    <a:pt x="543188" y="590649"/>
                  </a:lnTo>
                  <a:lnTo>
                    <a:pt x="482646" y="592959"/>
                  </a:lnTo>
                  <a:lnTo>
                    <a:pt x="422103" y="590649"/>
                  </a:lnTo>
                  <a:lnTo>
                    <a:pt x="363806" y="583904"/>
                  </a:lnTo>
                  <a:lnTo>
                    <a:pt x="308204" y="573002"/>
                  </a:lnTo>
                  <a:lnTo>
                    <a:pt x="255751" y="558221"/>
                  </a:lnTo>
                  <a:lnTo>
                    <a:pt x="206899" y="539839"/>
                  </a:lnTo>
                  <a:lnTo>
                    <a:pt x="162101" y="518134"/>
                  </a:lnTo>
                  <a:lnTo>
                    <a:pt x="121808" y="493383"/>
                  </a:lnTo>
                  <a:lnTo>
                    <a:pt x="86474" y="465864"/>
                  </a:lnTo>
                  <a:lnTo>
                    <a:pt x="56549" y="435856"/>
                  </a:lnTo>
                  <a:lnTo>
                    <a:pt x="32487" y="403635"/>
                  </a:lnTo>
                  <a:lnTo>
                    <a:pt x="14740" y="369480"/>
                  </a:lnTo>
                  <a:lnTo>
                    <a:pt x="0" y="296479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18129" y="2812288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69376" y="3283252"/>
            <a:ext cx="413384" cy="660400"/>
          </a:xfrm>
          <a:custGeom>
            <a:avLst/>
            <a:gdLst/>
            <a:ahLst/>
            <a:cxnLst/>
            <a:rect l="l" t="t" r="r" b="b"/>
            <a:pathLst>
              <a:path w="413385" h="660400">
                <a:moveTo>
                  <a:pt x="413119" y="0"/>
                </a:moveTo>
                <a:lnTo>
                  <a:pt x="0" y="659856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27869" y="4155856"/>
            <a:ext cx="761365" cy="4445"/>
          </a:xfrm>
          <a:custGeom>
            <a:avLst/>
            <a:gdLst/>
            <a:ahLst/>
            <a:cxnLst/>
            <a:rect l="l" t="t" r="r" b="b"/>
            <a:pathLst>
              <a:path w="761364" h="4445">
                <a:moveTo>
                  <a:pt x="761291" y="4048"/>
                </a:moveTo>
                <a:lnTo>
                  <a:pt x="0" y="0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1474263" y="3254204"/>
            <a:ext cx="1633220" cy="693420"/>
            <a:chOff x="1474263" y="3254204"/>
            <a:chExt cx="1633220" cy="693420"/>
          </a:xfrm>
        </p:grpSpPr>
        <p:sp>
          <p:nvSpPr>
            <p:cNvPr id="20" name="object 20"/>
            <p:cNvSpPr/>
            <p:nvPr/>
          </p:nvSpPr>
          <p:spPr>
            <a:xfrm>
              <a:off x="2669689" y="3260872"/>
              <a:ext cx="430530" cy="680085"/>
            </a:xfrm>
            <a:custGeom>
              <a:avLst/>
              <a:gdLst/>
              <a:ahLst/>
              <a:cxnLst/>
              <a:rect l="l" t="t" r="r" b="b"/>
              <a:pathLst>
                <a:path w="430530" h="680085">
                  <a:moveTo>
                    <a:pt x="0" y="0"/>
                  </a:moveTo>
                  <a:lnTo>
                    <a:pt x="430518" y="680032"/>
                  </a:lnTo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80930" y="3277914"/>
              <a:ext cx="1080135" cy="548640"/>
            </a:xfrm>
            <a:custGeom>
              <a:avLst/>
              <a:gdLst/>
              <a:ahLst/>
              <a:cxnLst/>
              <a:rect l="l" t="t" r="r" b="b"/>
              <a:pathLst>
                <a:path w="1080135" h="548639">
                  <a:moveTo>
                    <a:pt x="540031" y="0"/>
                  </a:moveTo>
                  <a:lnTo>
                    <a:pt x="477052" y="1844"/>
                  </a:lnTo>
                  <a:lnTo>
                    <a:pt x="416207" y="7241"/>
                  </a:lnTo>
                  <a:lnTo>
                    <a:pt x="357901" y="15984"/>
                  </a:lnTo>
                  <a:lnTo>
                    <a:pt x="302539" y="27868"/>
                  </a:lnTo>
                  <a:lnTo>
                    <a:pt x="250526" y="42687"/>
                  </a:lnTo>
                  <a:lnTo>
                    <a:pt x="202269" y="60236"/>
                  </a:lnTo>
                  <a:lnTo>
                    <a:pt x="158171" y="80307"/>
                  </a:lnTo>
                  <a:lnTo>
                    <a:pt x="118638" y="102697"/>
                  </a:lnTo>
                  <a:lnTo>
                    <a:pt x="84076" y="127199"/>
                  </a:lnTo>
                  <a:lnTo>
                    <a:pt x="54889" y="153607"/>
                  </a:lnTo>
                  <a:lnTo>
                    <a:pt x="14262" y="211319"/>
                  </a:lnTo>
                  <a:lnTo>
                    <a:pt x="0" y="274187"/>
                  </a:lnTo>
                  <a:lnTo>
                    <a:pt x="3633" y="306164"/>
                  </a:lnTo>
                  <a:lnTo>
                    <a:pt x="31483" y="366660"/>
                  </a:lnTo>
                  <a:lnTo>
                    <a:pt x="84076" y="421176"/>
                  </a:lnTo>
                  <a:lnTo>
                    <a:pt x="118638" y="445678"/>
                  </a:lnTo>
                  <a:lnTo>
                    <a:pt x="158171" y="468068"/>
                  </a:lnTo>
                  <a:lnTo>
                    <a:pt x="202269" y="488139"/>
                  </a:lnTo>
                  <a:lnTo>
                    <a:pt x="250526" y="505688"/>
                  </a:lnTo>
                  <a:lnTo>
                    <a:pt x="302539" y="520507"/>
                  </a:lnTo>
                  <a:lnTo>
                    <a:pt x="357901" y="532391"/>
                  </a:lnTo>
                  <a:lnTo>
                    <a:pt x="416207" y="541134"/>
                  </a:lnTo>
                  <a:lnTo>
                    <a:pt x="477052" y="546531"/>
                  </a:lnTo>
                  <a:lnTo>
                    <a:pt x="540031" y="548375"/>
                  </a:lnTo>
                  <a:lnTo>
                    <a:pt x="603010" y="546531"/>
                  </a:lnTo>
                  <a:lnTo>
                    <a:pt x="663855" y="541134"/>
                  </a:lnTo>
                  <a:lnTo>
                    <a:pt x="722161" y="532391"/>
                  </a:lnTo>
                  <a:lnTo>
                    <a:pt x="777523" y="520507"/>
                  </a:lnTo>
                  <a:lnTo>
                    <a:pt x="829535" y="505688"/>
                  </a:lnTo>
                  <a:lnTo>
                    <a:pt x="877793" y="488139"/>
                  </a:lnTo>
                  <a:lnTo>
                    <a:pt x="921891" y="468068"/>
                  </a:lnTo>
                  <a:lnTo>
                    <a:pt x="961423" y="445678"/>
                  </a:lnTo>
                  <a:lnTo>
                    <a:pt x="995986" y="421176"/>
                  </a:lnTo>
                  <a:lnTo>
                    <a:pt x="1025173" y="394768"/>
                  </a:lnTo>
                  <a:lnTo>
                    <a:pt x="1065800" y="337056"/>
                  </a:lnTo>
                  <a:lnTo>
                    <a:pt x="1080062" y="274187"/>
                  </a:lnTo>
                  <a:lnTo>
                    <a:pt x="1076429" y="242211"/>
                  </a:lnTo>
                  <a:lnTo>
                    <a:pt x="1048579" y="181715"/>
                  </a:lnTo>
                  <a:lnTo>
                    <a:pt x="995986" y="127199"/>
                  </a:lnTo>
                  <a:lnTo>
                    <a:pt x="961423" y="102697"/>
                  </a:lnTo>
                  <a:lnTo>
                    <a:pt x="921891" y="80307"/>
                  </a:lnTo>
                  <a:lnTo>
                    <a:pt x="877793" y="60236"/>
                  </a:lnTo>
                  <a:lnTo>
                    <a:pt x="829535" y="42687"/>
                  </a:lnTo>
                  <a:lnTo>
                    <a:pt x="777523" y="27868"/>
                  </a:lnTo>
                  <a:lnTo>
                    <a:pt x="722161" y="15984"/>
                  </a:lnTo>
                  <a:lnTo>
                    <a:pt x="663855" y="7241"/>
                  </a:lnTo>
                  <a:lnTo>
                    <a:pt x="603010" y="1844"/>
                  </a:lnTo>
                  <a:lnTo>
                    <a:pt x="540031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80930" y="3277914"/>
              <a:ext cx="1080135" cy="548640"/>
            </a:xfrm>
            <a:custGeom>
              <a:avLst/>
              <a:gdLst/>
              <a:ahLst/>
              <a:cxnLst/>
              <a:rect l="l" t="t" r="r" b="b"/>
              <a:pathLst>
                <a:path w="1080135" h="548639">
                  <a:moveTo>
                    <a:pt x="0" y="274188"/>
                  </a:moveTo>
                  <a:lnTo>
                    <a:pt x="14262" y="211319"/>
                  </a:lnTo>
                  <a:lnTo>
                    <a:pt x="54889" y="153607"/>
                  </a:lnTo>
                  <a:lnTo>
                    <a:pt x="84076" y="127199"/>
                  </a:lnTo>
                  <a:lnTo>
                    <a:pt x="118638" y="102697"/>
                  </a:lnTo>
                  <a:lnTo>
                    <a:pt x="158171" y="80307"/>
                  </a:lnTo>
                  <a:lnTo>
                    <a:pt x="202269" y="60236"/>
                  </a:lnTo>
                  <a:lnTo>
                    <a:pt x="250526" y="42687"/>
                  </a:lnTo>
                  <a:lnTo>
                    <a:pt x="302539" y="27868"/>
                  </a:lnTo>
                  <a:lnTo>
                    <a:pt x="357900" y="15984"/>
                  </a:lnTo>
                  <a:lnTo>
                    <a:pt x="416207" y="7241"/>
                  </a:lnTo>
                  <a:lnTo>
                    <a:pt x="477052" y="1844"/>
                  </a:lnTo>
                  <a:lnTo>
                    <a:pt x="540031" y="0"/>
                  </a:lnTo>
                  <a:lnTo>
                    <a:pt x="603010" y="1844"/>
                  </a:lnTo>
                  <a:lnTo>
                    <a:pt x="663855" y="7241"/>
                  </a:lnTo>
                  <a:lnTo>
                    <a:pt x="722161" y="15984"/>
                  </a:lnTo>
                  <a:lnTo>
                    <a:pt x="777523" y="27868"/>
                  </a:lnTo>
                  <a:lnTo>
                    <a:pt x="829535" y="42687"/>
                  </a:lnTo>
                  <a:lnTo>
                    <a:pt x="877793" y="60236"/>
                  </a:lnTo>
                  <a:lnTo>
                    <a:pt x="921890" y="80307"/>
                  </a:lnTo>
                  <a:lnTo>
                    <a:pt x="961423" y="102697"/>
                  </a:lnTo>
                  <a:lnTo>
                    <a:pt x="995986" y="127199"/>
                  </a:lnTo>
                  <a:lnTo>
                    <a:pt x="1025173" y="153607"/>
                  </a:lnTo>
                  <a:lnTo>
                    <a:pt x="1065799" y="211319"/>
                  </a:lnTo>
                  <a:lnTo>
                    <a:pt x="1080062" y="274188"/>
                  </a:lnTo>
                  <a:lnTo>
                    <a:pt x="1076429" y="306164"/>
                  </a:lnTo>
                  <a:lnTo>
                    <a:pt x="1048579" y="366660"/>
                  </a:lnTo>
                  <a:lnTo>
                    <a:pt x="995986" y="421177"/>
                  </a:lnTo>
                  <a:lnTo>
                    <a:pt x="961423" y="445678"/>
                  </a:lnTo>
                  <a:lnTo>
                    <a:pt x="921890" y="468068"/>
                  </a:lnTo>
                  <a:lnTo>
                    <a:pt x="877793" y="488140"/>
                  </a:lnTo>
                  <a:lnTo>
                    <a:pt x="829535" y="505688"/>
                  </a:lnTo>
                  <a:lnTo>
                    <a:pt x="777523" y="520507"/>
                  </a:lnTo>
                  <a:lnTo>
                    <a:pt x="722161" y="532391"/>
                  </a:lnTo>
                  <a:lnTo>
                    <a:pt x="663855" y="541134"/>
                  </a:lnTo>
                  <a:lnTo>
                    <a:pt x="603010" y="546531"/>
                  </a:lnTo>
                  <a:lnTo>
                    <a:pt x="540031" y="548376"/>
                  </a:lnTo>
                  <a:lnTo>
                    <a:pt x="477052" y="546531"/>
                  </a:lnTo>
                  <a:lnTo>
                    <a:pt x="416207" y="541134"/>
                  </a:lnTo>
                  <a:lnTo>
                    <a:pt x="357900" y="532391"/>
                  </a:lnTo>
                  <a:lnTo>
                    <a:pt x="302539" y="520507"/>
                  </a:lnTo>
                  <a:lnTo>
                    <a:pt x="250526" y="505688"/>
                  </a:lnTo>
                  <a:lnTo>
                    <a:pt x="202269" y="488140"/>
                  </a:lnTo>
                  <a:lnTo>
                    <a:pt x="158171" y="468068"/>
                  </a:lnTo>
                  <a:lnTo>
                    <a:pt x="118638" y="445678"/>
                  </a:lnTo>
                  <a:lnTo>
                    <a:pt x="84076" y="421177"/>
                  </a:lnTo>
                  <a:lnTo>
                    <a:pt x="54889" y="394768"/>
                  </a:lnTo>
                  <a:lnTo>
                    <a:pt x="14262" y="337056"/>
                  </a:lnTo>
                  <a:lnTo>
                    <a:pt x="0" y="274188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649578" y="3373120"/>
            <a:ext cx="7632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in</a:t>
            </a:r>
            <a:r>
              <a:rPr sz="17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s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t</a:t>
            </a:r>
            <a:r>
              <a:rPr sz="17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r</a:t>
            </a: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_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402819" y="3745981"/>
            <a:ext cx="494665" cy="186690"/>
          </a:xfrm>
          <a:custGeom>
            <a:avLst/>
            <a:gdLst/>
            <a:ahLst/>
            <a:cxnLst/>
            <a:rect l="l" t="t" r="r" b="b"/>
            <a:pathLst>
              <a:path w="494664" h="186689">
                <a:moveTo>
                  <a:pt x="0" y="0"/>
                </a:moveTo>
                <a:lnTo>
                  <a:pt x="494279" y="186448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758583" y="3985767"/>
            <a:ext cx="7112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advi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78345" y="3940904"/>
            <a:ext cx="1057910" cy="430530"/>
          </a:xfrm>
          <a:prstGeom prst="rect">
            <a:avLst/>
          </a:prstGeom>
          <a:solidFill>
            <a:srgbClr val="D5FFFF"/>
          </a:solidFill>
          <a:ln w="13334">
            <a:solidFill>
              <a:srgbClr val="292934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57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student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525100" y="2974066"/>
            <a:ext cx="1216660" cy="606425"/>
            <a:chOff x="7525100" y="2974066"/>
            <a:chExt cx="1216660" cy="606425"/>
          </a:xfrm>
        </p:grpSpPr>
        <p:sp>
          <p:nvSpPr>
            <p:cNvPr id="28" name="object 28"/>
            <p:cNvSpPr/>
            <p:nvPr/>
          </p:nvSpPr>
          <p:spPr>
            <a:xfrm>
              <a:off x="7531767" y="2980734"/>
              <a:ext cx="1203325" cy="593090"/>
            </a:xfrm>
            <a:custGeom>
              <a:avLst/>
              <a:gdLst/>
              <a:ahLst/>
              <a:cxnLst/>
              <a:rect l="l" t="t" r="r" b="b"/>
              <a:pathLst>
                <a:path w="1203325" h="593089">
                  <a:moveTo>
                    <a:pt x="601375" y="0"/>
                  </a:moveTo>
                  <a:lnTo>
                    <a:pt x="539888" y="1530"/>
                  </a:lnTo>
                  <a:lnTo>
                    <a:pt x="480177" y="6023"/>
                  </a:lnTo>
                  <a:lnTo>
                    <a:pt x="422544" y="13329"/>
                  </a:lnTo>
                  <a:lnTo>
                    <a:pt x="367293" y="23298"/>
                  </a:lnTo>
                  <a:lnTo>
                    <a:pt x="314724" y="35783"/>
                  </a:lnTo>
                  <a:lnTo>
                    <a:pt x="265140" y="50634"/>
                  </a:lnTo>
                  <a:lnTo>
                    <a:pt x="218844" y="67701"/>
                  </a:lnTo>
                  <a:lnTo>
                    <a:pt x="176138" y="86837"/>
                  </a:lnTo>
                  <a:lnTo>
                    <a:pt x="137324" y="107891"/>
                  </a:lnTo>
                  <a:lnTo>
                    <a:pt x="102705" y="130715"/>
                  </a:lnTo>
                  <a:lnTo>
                    <a:pt x="72582" y="155160"/>
                  </a:lnTo>
                  <a:lnTo>
                    <a:pt x="27036" y="208316"/>
                  </a:lnTo>
                  <a:lnTo>
                    <a:pt x="3104" y="266166"/>
                  </a:lnTo>
                  <a:lnTo>
                    <a:pt x="0" y="296480"/>
                  </a:lnTo>
                  <a:lnTo>
                    <a:pt x="3104" y="326793"/>
                  </a:lnTo>
                  <a:lnTo>
                    <a:pt x="27036" y="384644"/>
                  </a:lnTo>
                  <a:lnTo>
                    <a:pt x="72582" y="437799"/>
                  </a:lnTo>
                  <a:lnTo>
                    <a:pt x="102705" y="462244"/>
                  </a:lnTo>
                  <a:lnTo>
                    <a:pt x="137324" y="485068"/>
                  </a:lnTo>
                  <a:lnTo>
                    <a:pt x="176138" y="506122"/>
                  </a:lnTo>
                  <a:lnTo>
                    <a:pt x="218844" y="525257"/>
                  </a:lnTo>
                  <a:lnTo>
                    <a:pt x="265140" y="542325"/>
                  </a:lnTo>
                  <a:lnTo>
                    <a:pt x="314724" y="557175"/>
                  </a:lnTo>
                  <a:lnTo>
                    <a:pt x="367293" y="569660"/>
                  </a:lnTo>
                  <a:lnTo>
                    <a:pt x="422544" y="579630"/>
                  </a:lnTo>
                  <a:lnTo>
                    <a:pt x="480177" y="586935"/>
                  </a:lnTo>
                  <a:lnTo>
                    <a:pt x="539888" y="591428"/>
                  </a:lnTo>
                  <a:lnTo>
                    <a:pt x="601375" y="592959"/>
                  </a:lnTo>
                  <a:lnTo>
                    <a:pt x="662862" y="591428"/>
                  </a:lnTo>
                  <a:lnTo>
                    <a:pt x="722573" y="586935"/>
                  </a:lnTo>
                  <a:lnTo>
                    <a:pt x="780206" y="579630"/>
                  </a:lnTo>
                  <a:lnTo>
                    <a:pt x="835458" y="569660"/>
                  </a:lnTo>
                  <a:lnTo>
                    <a:pt x="888026" y="557175"/>
                  </a:lnTo>
                  <a:lnTo>
                    <a:pt x="937610" y="542325"/>
                  </a:lnTo>
                  <a:lnTo>
                    <a:pt x="983906" y="525257"/>
                  </a:lnTo>
                  <a:lnTo>
                    <a:pt x="1026612" y="506122"/>
                  </a:lnTo>
                  <a:lnTo>
                    <a:pt x="1065426" y="485068"/>
                  </a:lnTo>
                  <a:lnTo>
                    <a:pt x="1100046" y="462244"/>
                  </a:lnTo>
                  <a:lnTo>
                    <a:pt x="1130169" y="437799"/>
                  </a:lnTo>
                  <a:lnTo>
                    <a:pt x="1175715" y="384644"/>
                  </a:lnTo>
                  <a:lnTo>
                    <a:pt x="1199647" y="326793"/>
                  </a:lnTo>
                  <a:lnTo>
                    <a:pt x="1202752" y="296480"/>
                  </a:lnTo>
                  <a:lnTo>
                    <a:pt x="1199647" y="266166"/>
                  </a:lnTo>
                  <a:lnTo>
                    <a:pt x="1175715" y="208316"/>
                  </a:lnTo>
                  <a:lnTo>
                    <a:pt x="1130169" y="155160"/>
                  </a:lnTo>
                  <a:lnTo>
                    <a:pt x="1100046" y="130715"/>
                  </a:lnTo>
                  <a:lnTo>
                    <a:pt x="1065426" y="107891"/>
                  </a:lnTo>
                  <a:lnTo>
                    <a:pt x="1026612" y="86837"/>
                  </a:lnTo>
                  <a:lnTo>
                    <a:pt x="983906" y="67701"/>
                  </a:lnTo>
                  <a:lnTo>
                    <a:pt x="937610" y="50634"/>
                  </a:lnTo>
                  <a:lnTo>
                    <a:pt x="888026" y="35783"/>
                  </a:lnTo>
                  <a:lnTo>
                    <a:pt x="835458" y="23298"/>
                  </a:lnTo>
                  <a:lnTo>
                    <a:pt x="780206" y="13329"/>
                  </a:lnTo>
                  <a:lnTo>
                    <a:pt x="722573" y="6023"/>
                  </a:lnTo>
                  <a:lnTo>
                    <a:pt x="662862" y="1530"/>
                  </a:lnTo>
                  <a:lnTo>
                    <a:pt x="601375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31767" y="2980734"/>
              <a:ext cx="1203325" cy="593090"/>
            </a:xfrm>
            <a:custGeom>
              <a:avLst/>
              <a:gdLst/>
              <a:ahLst/>
              <a:cxnLst/>
              <a:rect l="l" t="t" r="r" b="b"/>
              <a:pathLst>
                <a:path w="1203325" h="593089">
                  <a:moveTo>
                    <a:pt x="0" y="296479"/>
                  </a:moveTo>
                  <a:lnTo>
                    <a:pt x="12217" y="236728"/>
                  </a:lnTo>
                  <a:lnTo>
                    <a:pt x="47259" y="181076"/>
                  </a:lnTo>
                  <a:lnTo>
                    <a:pt x="102705" y="130714"/>
                  </a:lnTo>
                  <a:lnTo>
                    <a:pt x="137325" y="107891"/>
                  </a:lnTo>
                  <a:lnTo>
                    <a:pt x="176138" y="86836"/>
                  </a:lnTo>
                  <a:lnTo>
                    <a:pt x="218844" y="67701"/>
                  </a:lnTo>
                  <a:lnTo>
                    <a:pt x="265140" y="50634"/>
                  </a:lnTo>
                  <a:lnTo>
                    <a:pt x="314724" y="35783"/>
                  </a:lnTo>
                  <a:lnTo>
                    <a:pt x="367293" y="23298"/>
                  </a:lnTo>
                  <a:lnTo>
                    <a:pt x="422545" y="13329"/>
                  </a:lnTo>
                  <a:lnTo>
                    <a:pt x="480177" y="6023"/>
                  </a:lnTo>
                  <a:lnTo>
                    <a:pt x="539888" y="1530"/>
                  </a:lnTo>
                  <a:lnTo>
                    <a:pt x="601375" y="0"/>
                  </a:lnTo>
                  <a:lnTo>
                    <a:pt x="662863" y="1530"/>
                  </a:lnTo>
                  <a:lnTo>
                    <a:pt x="722574" y="6023"/>
                  </a:lnTo>
                  <a:lnTo>
                    <a:pt x="780206" y="13329"/>
                  </a:lnTo>
                  <a:lnTo>
                    <a:pt x="835458" y="23298"/>
                  </a:lnTo>
                  <a:lnTo>
                    <a:pt x="888027" y="35783"/>
                  </a:lnTo>
                  <a:lnTo>
                    <a:pt x="937610" y="50634"/>
                  </a:lnTo>
                  <a:lnTo>
                    <a:pt x="983906" y="67701"/>
                  </a:lnTo>
                  <a:lnTo>
                    <a:pt x="1026612" y="86836"/>
                  </a:lnTo>
                  <a:lnTo>
                    <a:pt x="1065426" y="107891"/>
                  </a:lnTo>
                  <a:lnTo>
                    <a:pt x="1100046" y="130714"/>
                  </a:lnTo>
                  <a:lnTo>
                    <a:pt x="1130168" y="155159"/>
                  </a:lnTo>
                  <a:lnTo>
                    <a:pt x="1175715" y="208315"/>
                  </a:lnTo>
                  <a:lnTo>
                    <a:pt x="1199646" y="266166"/>
                  </a:lnTo>
                  <a:lnTo>
                    <a:pt x="1202751" y="296479"/>
                  </a:lnTo>
                  <a:lnTo>
                    <a:pt x="1199646" y="326792"/>
                  </a:lnTo>
                  <a:lnTo>
                    <a:pt x="1175715" y="384643"/>
                  </a:lnTo>
                  <a:lnTo>
                    <a:pt x="1130168" y="437799"/>
                  </a:lnTo>
                  <a:lnTo>
                    <a:pt x="1100046" y="462244"/>
                  </a:lnTo>
                  <a:lnTo>
                    <a:pt x="1065426" y="485068"/>
                  </a:lnTo>
                  <a:lnTo>
                    <a:pt x="1026612" y="506122"/>
                  </a:lnTo>
                  <a:lnTo>
                    <a:pt x="983906" y="525257"/>
                  </a:lnTo>
                  <a:lnTo>
                    <a:pt x="937610" y="542325"/>
                  </a:lnTo>
                  <a:lnTo>
                    <a:pt x="888027" y="557175"/>
                  </a:lnTo>
                  <a:lnTo>
                    <a:pt x="835458" y="569660"/>
                  </a:lnTo>
                  <a:lnTo>
                    <a:pt x="780206" y="579629"/>
                  </a:lnTo>
                  <a:lnTo>
                    <a:pt x="722574" y="586935"/>
                  </a:lnTo>
                  <a:lnTo>
                    <a:pt x="662863" y="591428"/>
                  </a:lnTo>
                  <a:lnTo>
                    <a:pt x="601375" y="592959"/>
                  </a:lnTo>
                  <a:lnTo>
                    <a:pt x="539888" y="591428"/>
                  </a:lnTo>
                  <a:lnTo>
                    <a:pt x="480177" y="586935"/>
                  </a:lnTo>
                  <a:lnTo>
                    <a:pt x="422545" y="579629"/>
                  </a:lnTo>
                  <a:lnTo>
                    <a:pt x="367293" y="569660"/>
                  </a:lnTo>
                  <a:lnTo>
                    <a:pt x="314724" y="557175"/>
                  </a:lnTo>
                  <a:lnTo>
                    <a:pt x="265140" y="542325"/>
                  </a:lnTo>
                  <a:lnTo>
                    <a:pt x="218844" y="525257"/>
                  </a:lnTo>
                  <a:lnTo>
                    <a:pt x="176138" y="506122"/>
                  </a:lnTo>
                  <a:lnTo>
                    <a:pt x="137325" y="485068"/>
                  </a:lnTo>
                  <a:lnTo>
                    <a:pt x="102705" y="462244"/>
                  </a:lnTo>
                  <a:lnTo>
                    <a:pt x="72582" y="437799"/>
                  </a:lnTo>
                  <a:lnTo>
                    <a:pt x="27036" y="384643"/>
                  </a:lnTo>
                  <a:lnTo>
                    <a:pt x="3104" y="326792"/>
                  </a:lnTo>
                  <a:lnTo>
                    <a:pt x="0" y="296479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676527" y="3110991"/>
            <a:ext cx="9639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al_c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605251" y="2513299"/>
            <a:ext cx="942340" cy="606425"/>
            <a:chOff x="6605251" y="2513299"/>
            <a:chExt cx="942340" cy="606425"/>
          </a:xfrm>
        </p:grpSpPr>
        <p:sp>
          <p:nvSpPr>
            <p:cNvPr id="32" name="object 32"/>
            <p:cNvSpPr/>
            <p:nvPr/>
          </p:nvSpPr>
          <p:spPr>
            <a:xfrm>
              <a:off x="6611919" y="2519966"/>
              <a:ext cx="929005" cy="593090"/>
            </a:xfrm>
            <a:custGeom>
              <a:avLst/>
              <a:gdLst/>
              <a:ahLst/>
              <a:cxnLst/>
              <a:rect l="l" t="t" r="r" b="b"/>
              <a:pathLst>
                <a:path w="929004" h="593089">
                  <a:moveTo>
                    <a:pt x="464447" y="0"/>
                  </a:moveTo>
                  <a:lnTo>
                    <a:pt x="406188" y="2310"/>
                  </a:lnTo>
                  <a:lnTo>
                    <a:pt x="350088" y="9054"/>
                  </a:lnTo>
                  <a:lnTo>
                    <a:pt x="296583" y="19956"/>
                  </a:lnTo>
                  <a:lnTo>
                    <a:pt x="246108" y="34737"/>
                  </a:lnTo>
                  <a:lnTo>
                    <a:pt x="199098" y="53119"/>
                  </a:lnTo>
                  <a:lnTo>
                    <a:pt x="155989" y="74824"/>
                  </a:lnTo>
                  <a:lnTo>
                    <a:pt x="117215" y="99576"/>
                  </a:lnTo>
                  <a:lnTo>
                    <a:pt x="83213" y="127094"/>
                  </a:lnTo>
                  <a:lnTo>
                    <a:pt x="54417" y="157103"/>
                  </a:lnTo>
                  <a:lnTo>
                    <a:pt x="31262" y="189324"/>
                  </a:lnTo>
                  <a:lnTo>
                    <a:pt x="14184" y="223479"/>
                  </a:lnTo>
                  <a:lnTo>
                    <a:pt x="0" y="296480"/>
                  </a:lnTo>
                  <a:lnTo>
                    <a:pt x="3618" y="333669"/>
                  </a:lnTo>
                  <a:lnTo>
                    <a:pt x="31262" y="403636"/>
                  </a:lnTo>
                  <a:lnTo>
                    <a:pt x="54417" y="435856"/>
                  </a:lnTo>
                  <a:lnTo>
                    <a:pt x="83213" y="465865"/>
                  </a:lnTo>
                  <a:lnTo>
                    <a:pt x="117215" y="493383"/>
                  </a:lnTo>
                  <a:lnTo>
                    <a:pt x="155989" y="518134"/>
                  </a:lnTo>
                  <a:lnTo>
                    <a:pt x="199098" y="539840"/>
                  </a:lnTo>
                  <a:lnTo>
                    <a:pt x="246108" y="558222"/>
                  </a:lnTo>
                  <a:lnTo>
                    <a:pt x="296583" y="573002"/>
                  </a:lnTo>
                  <a:lnTo>
                    <a:pt x="350088" y="583904"/>
                  </a:lnTo>
                  <a:lnTo>
                    <a:pt x="406188" y="590649"/>
                  </a:lnTo>
                  <a:lnTo>
                    <a:pt x="464447" y="592959"/>
                  </a:lnTo>
                  <a:lnTo>
                    <a:pt x="522707" y="590649"/>
                  </a:lnTo>
                  <a:lnTo>
                    <a:pt x="578806" y="583904"/>
                  </a:lnTo>
                  <a:lnTo>
                    <a:pt x="632311" y="573002"/>
                  </a:lnTo>
                  <a:lnTo>
                    <a:pt x="682786" y="558222"/>
                  </a:lnTo>
                  <a:lnTo>
                    <a:pt x="729796" y="539840"/>
                  </a:lnTo>
                  <a:lnTo>
                    <a:pt x="772906" y="518134"/>
                  </a:lnTo>
                  <a:lnTo>
                    <a:pt x="811679" y="493383"/>
                  </a:lnTo>
                  <a:lnTo>
                    <a:pt x="845682" y="465865"/>
                  </a:lnTo>
                  <a:lnTo>
                    <a:pt x="874478" y="435856"/>
                  </a:lnTo>
                  <a:lnTo>
                    <a:pt x="897633" y="403636"/>
                  </a:lnTo>
                  <a:lnTo>
                    <a:pt x="914711" y="369481"/>
                  </a:lnTo>
                  <a:lnTo>
                    <a:pt x="928895" y="296480"/>
                  </a:lnTo>
                  <a:lnTo>
                    <a:pt x="925277" y="259290"/>
                  </a:lnTo>
                  <a:lnTo>
                    <a:pt x="897633" y="189324"/>
                  </a:lnTo>
                  <a:lnTo>
                    <a:pt x="874478" y="157103"/>
                  </a:lnTo>
                  <a:lnTo>
                    <a:pt x="845682" y="127094"/>
                  </a:lnTo>
                  <a:lnTo>
                    <a:pt x="811679" y="99576"/>
                  </a:lnTo>
                  <a:lnTo>
                    <a:pt x="772906" y="74824"/>
                  </a:lnTo>
                  <a:lnTo>
                    <a:pt x="729796" y="53119"/>
                  </a:lnTo>
                  <a:lnTo>
                    <a:pt x="682786" y="34737"/>
                  </a:lnTo>
                  <a:lnTo>
                    <a:pt x="632311" y="19956"/>
                  </a:lnTo>
                  <a:lnTo>
                    <a:pt x="578806" y="9054"/>
                  </a:lnTo>
                  <a:lnTo>
                    <a:pt x="522707" y="2310"/>
                  </a:lnTo>
                  <a:lnTo>
                    <a:pt x="464447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11919" y="2519966"/>
              <a:ext cx="929005" cy="593090"/>
            </a:xfrm>
            <a:custGeom>
              <a:avLst/>
              <a:gdLst/>
              <a:ahLst/>
              <a:cxnLst/>
              <a:rect l="l" t="t" r="r" b="b"/>
              <a:pathLst>
                <a:path w="929004" h="593089">
                  <a:moveTo>
                    <a:pt x="0" y="296479"/>
                  </a:moveTo>
                  <a:lnTo>
                    <a:pt x="14184" y="223478"/>
                  </a:lnTo>
                  <a:lnTo>
                    <a:pt x="31262" y="189323"/>
                  </a:lnTo>
                  <a:lnTo>
                    <a:pt x="54417" y="157102"/>
                  </a:lnTo>
                  <a:lnTo>
                    <a:pt x="83213" y="127094"/>
                  </a:lnTo>
                  <a:lnTo>
                    <a:pt x="117216" y="99575"/>
                  </a:lnTo>
                  <a:lnTo>
                    <a:pt x="155989" y="74824"/>
                  </a:lnTo>
                  <a:lnTo>
                    <a:pt x="199098" y="53119"/>
                  </a:lnTo>
                  <a:lnTo>
                    <a:pt x="246108" y="34737"/>
                  </a:lnTo>
                  <a:lnTo>
                    <a:pt x="296583" y="19956"/>
                  </a:lnTo>
                  <a:lnTo>
                    <a:pt x="350088" y="9054"/>
                  </a:lnTo>
                  <a:lnTo>
                    <a:pt x="406188" y="2309"/>
                  </a:lnTo>
                  <a:lnTo>
                    <a:pt x="464448" y="0"/>
                  </a:lnTo>
                  <a:lnTo>
                    <a:pt x="522707" y="2309"/>
                  </a:lnTo>
                  <a:lnTo>
                    <a:pt x="578807" y="9054"/>
                  </a:lnTo>
                  <a:lnTo>
                    <a:pt x="632312" y="19956"/>
                  </a:lnTo>
                  <a:lnTo>
                    <a:pt x="682787" y="34737"/>
                  </a:lnTo>
                  <a:lnTo>
                    <a:pt x="729797" y="53119"/>
                  </a:lnTo>
                  <a:lnTo>
                    <a:pt x="772906" y="74824"/>
                  </a:lnTo>
                  <a:lnTo>
                    <a:pt x="811679" y="99575"/>
                  </a:lnTo>
                  <a:lnTo>
                    <a:pt x="845682" y="127094"/>
                  </a:lnTo>
                  <a:lnTo>
                    <a:pt x="874478" y="157102"/>
                  </a:lnTo>
                  <a:lnTo>
                    <a:pt x="897633" y="189323"/>
                  </a:lnTo>
                  <a:lnTo>
                    <a:pt x="914711" y="223478"/>
                  </a:lnTo>
                  <a:lnTo>
                    <a:pt x="928896" y="296479"/>
                  </a:lnTo>
                  <a:lnTo>
                    <a:pt x="925277" y="333669"/>
                  </a:lnTo>
                  <a:lnTo>
                    <a:pt x="897633" y="403635"/>
                  </a:lnTo>
                  <a:lnTo>
                    <a:pt x="874478" y="435856"/>
                  </a:lnTo>
                  <a:lnTo>
                    <a:pt x="845682" y="465864"/>
                  </a:lnTo>
                  <a:lnTo>
                    <a:pt x="811679" y="493383"/>
                  </a:lnTo>
                  <a:lnTo>
                    <a:pt x="772906" y="518134"/>
                  </a:lnTo>
                  <a:lnTo>
                    <a:pt x="729797" y="539839"/>
                  </a:lnTo>
                  <a:lnTo>
                    <a:pt x="682787" y="558221"/>
                  </a:lnTo>
                  <a:lnTo>
                    <a:pt x="632312" y="573002"/>
                  </a:lnTo>
                  <a:lnTo>
                    <a:pt x="578807" y="583904"/>
                  </a:lnTo>
                  <a:lnTo>
                    <a:pt x="522707" y="590649"/>
                  </a:lnTo>
                  <a:lnTo>
                    <a:pt x="464448" y="592959"/>
                  </a:lnTo>
                  <a:lnTo>
                    <a:pt x="406188" y="590649"/>
                  </a:lnTo>
                  <a:lnTo>
                    <a:pt x="350088" y="583904"/>
                  </a:lnTo>
                  <a:lnTo>
                    <a:pt x="296583" y="573002"/>
                  </a:lnTo>
                  <a:lnTo>
                    <a:pt x="246108" y="558221"/>
                  </a:lnTo>
                  <a:lnTo>
                    <a:pt x="199098" y="539839"/>
                  </a:lnTo>
                  <a:lnTo>
                    <a:pt x="155989" y="518134"/>
                  </a:lnTo>
                  <a:lnTo>
                    <a:pt x="117216" y="493383"/>
                  </a:lnTo>
                  <a:lnTo>
                    <a:pt x="83213" y="465864"/>
                  </a:lnTo>
                  <a:lnTo>
                    <a:pt x="54417" y="435856"/>
                  </a:lnTo>
                  <a:lnTo>
                    <a:pt x="31262" y="403635"/>
                  </a:lnTo>
                  <a:lnTo>
                    <a:pt x="14184" y="369480"/>
                  </a:lnTo>
                  <a:lnTo>
                    <a:pt x="0" y="296479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814081" y="2641600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738455" y="3023593"/>
            <a:ext cx="2075180" cy="1143000"/>
            <a:chOff x="5738455" y="3023593"/>
            <a:chExt cx="2075180" cy="1143000"/>
          </a:xfrm>
        </p:grpSpPr>
        <p:sp>
          <p:nvSpPr>
            <p:cNvPr id="36" name="object 36"/>
            <p:cNvSpPr/>
            <p:nvPr/>
          </p:nvSpPr>
          <p:spPr>
            <a:xfrm>
              <a:off x="5745122" y="4155856"/>
              <a:ext cx="933450" cy="4445"/>
            </a:xfrm>
            <a:custGeom>
              <a:avLst/>
              <a:gdLst/>
              <a:ahLst/>
              <a:cxnLst/>
              <a:rect l="l" t="t" r="r" b="b"/>
              <a:pathLst>
                <a:path w="933450" h="4445">
                  <a:moveTo>
                    <a:pt x="933223" y="0"/>
                  </a:moveTo>
                  <a:lnTo>
                    <a:pt x="0" y="4048"/>
                  </a:lnTo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76367" y="3112926"/>
              <a:ext cx="131445" cy="828040"/>
            </a:xfrm>
            <a:custGeom>
              <a:avLst/>
              <a:gdLst/>
              <a:ahLst/>
              <a:cxnLst/>
              <a:rect l="l" t="t" r="r" b="b"/>
              <a:pathLst>
                <a:path w="131445" h="828039">
                  <a:moveTo>
                    <a:pt x="0" y="0"/>
                  </a:moveTo>
                  <a:lnTo>
                    <a:pt x="130896" y="827978"/>
                  </a:lnTo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351663" y="3528573"/>
              <a:ext cx="455295" cy="408305"/>
            </a:xfrm>
            <a:custGeom>
              <a:avLst/>
              <a:gdLst/>
              <a:ahLst/>
              <a:cxnLst/>
              <a:rect l="l" t="t" r="r" b="b"/>
              <a:pathLst>
                <a:path w="455295" h="408304">
                  <a:moveTo>
                    <a:pt x="454798" y="0"/>
                  </a:moveTo>
                  <a:lnTo>
                    <a:pt x="0" y="407717"/>
                  </a:lnTo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58008" y="3030260"/>
              <a:ext cx="784225" cy="541020"/>
            </a:xfrm>
            <a:custGeom>
              <a:avLst/>
              <a:gdLst/>
              <a:ahLst/>
              <a:cxnLst/>
              <a:rect l="l" t="t" r="r" b="b"/>
              <a:pathLst>
                <a:path w="784225" h="541020">
                  <a:moveTo>
                    <a:pt x="391911" y="0"/>
                  </a:moveTo>
                  <a:lnTo>
                    <a:pt x="333998" y="2932"/>
                  </a:lnTo>
                  <a:lnTo>
                    <a:pt x="278722" y="11452"/>
                  </a:lnTo>
                  <a:lnTo>
                    <a:pt x="226692" y="25141"/>
                  </a:lnTo>
                  <a:lnTo>
                    <a:pt x="178512" y="43579"/>
                  </a:lnTo>
                  <a:lnTo>
                    <a:pt x="134789" y="66349"/>
                  </a:lnTo>
                  <a:lnTo>
                    <a:pt x="96129" y="93032"/>
                  </a:lnTo>
                  <a:lnTo>
                    <a:pt x="63139" y="123210"/>
                  </a:lnTo>
                  <a:lnTo>
                    <a:pt x="36425" y="156464"/>
                  </a:lnTo>
                  <a:lnTo>
                    <a:pt x="16593" y="192376"/>
                  </a:lnTo>
                  <a:lnTo>
                    <a:pt x="4249" y="230528"/>
                  </a:lnTo>
                  <a:lnTo>
                    <a:pt x="0" y="270501"/>
                  </a:lnTo>
                  <a:lnTo>
                    <a:pt x="4249" y="310474"/>
                  </a:lnTo>
                  <a:lnTo>
                    <a:pt x="16593" y="348626"/>
                  </a:lnTo>
                  <a:lnTo>
                    <a:pt x="36425" y="384538"/>
                  </a:lnTo>
                  <a:lnTo>
                    <a:pt x="63139" y="417792"/>
                  </a:lnTo>
                  <a:lnTo>
                    <a:pt x="96129" y="447970"/>
                  </a:lnTo>
                  <a:lnTo>
                    <a:pt x="134789" y="474654"/>
                  </a:lnTo>
                  <a:lnTo>
                    <a:pt x="178512" y="497424"/>
                  </a:lnTo>
                  <a:lnTo>
                    <a:pt x="226692" y="515862"/>
                  </a:lnTo>
                  <a:lnTo>
                    <a:pt x="278722" y="529550"/>
                  </a:lnTo>
                  <a:lnTo>
                    <a:pt x="333998" y="538070"/>
                  </a:lnTo>
                  <a:lnTo>
                    <a:pt x="391911" y="541003"/>
                  </a:lnTo>
                  <a:lnTo>
                    <a:pt x="449825" y="538070"/>
                  </a:lnTo>
                  <a:lnTo>
                    <a:pt x="505101" y="529550"/>
                  </a:lnTo>
                  <a:lnTo>
                    <a:pt x="557132" y="515862"/>
                  </a:lnTo>
                  <a:lnTo>
                    <a:pt x="605312" y="497424"/>
                  </a:lnTo>
                  <a:lnTo>
                    <a:pt x="649035" y="474654"/>
                  </a:lnTo>
                  <a:lnTo>
                    <a:pt x="687695" y="447970"/>
                  </a:lnTo>
                  <a:lnTo>
                    <a:pt x="720685" y="417792"/>
                  </a:lnTo>
                  <a:lnTo>
                    <a:pt x="747399" y="384538"/>
                  </a:lnTo>
                  <a:lnTo>
                    <a:pt x="767231" y="348626"/>
                  </a:lnTo>
                  <a:lnTo>
                    <a:pt x="779575" y="310474"/>
                  </a:lnTo>
                  <a:lnTo>
                    <a:pt x="783824" y="270501"/>
                  </a:lnTo>
                  <a:lnTo>
                    <a:pt x="779575" y="230528"/>
                  </a:lnTo>
                  <a:lnTo>
                    <a:pt x="767231" y="192376"/>
                  </a:lnTo>
                  <a:lnTo>
                    <a:pt x="747399" y="156464"/>
                  </a:lnTo>
                  <a:lnTo>
                    <a:pt x="720685" y="123210"/>
                  </a:lnTo>
                  <a:lnTo>
                    <a:pt x="687695" y="93032"/>
                  </a:lnTo>
                  <a:lnTo>
                    <a:pt x="649035" y="66349"/>
                  </a:lnTo>
                  <a:lnTo>
                    <a:pt x="605312" y="43579"/>
                  </a:lnTo>
                  <a:lnTo>
                    <a:pt x="557132" y="25141"/>
                  </a:lnTo>
                  <a:lnTo>
                    <a:pt x="505101" y="11452"/>
                  </a:lnTo>
                  <a:lnTo>
                    <a:pt x="449825" y="2932"/>
                  </a:lnTo>
                  <a:lnTo>
                    <a:pt x="391911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858008" y="3030260"/>
              <a:ext cx="784225" cy="541020"/>
            </a:xfrm>
            <a:custGeom>
              <a:avLst/>
              <a:gdLst/>
              <a:ahLst/>
              <a:cxnLst/>
              <a:rect l="l" t="t" r="r" b="b"/>
              <a:pathLst>
                <a:path w="784225" h="541020">
                  <a:moveTo>
                    <a:pt x="0" y="270502"/>
                  </a:moveTo>
                  <a:lnTo>
                    <a:pt x="4249" y="230529"/>
                  </a:lnTo>
                  <a:lnTo>
                    <a:pt x="16593" y="192377"/>
                  </a:lnTo>
                  <a:lnTo>
                    <a:pt x="36425" y="156465"/>
                  </a:lnTo>
                  <a:lnTo>
                    <a:pt x="63139" y="123210"/>
                  </a:lnTo>
                  <a:lnTo>
                    <a:pt x="96129" y="93032"/>
                  </a:lnTo>
                  <a:lnTo>
                    <a:pt x="134788" y="66349"/>
                  </a:lnTo>
                  <a:lnTo>
                    <a:pt x="178511" y="43579"/>
                  </a:lnTo>
                  <a:lnTo>
                    <a:pt x="226691" y="25141"/>
                  </a:lnTo>
                  <a:lnTo>
                    <a:pt x="278722" y="11452"/>
                  </a:lnTo>
                  <a:lnTo>
                    <a:pt x="333998" y="2932"/>
                  </a:lnTo>
                  <a:lnTo>
                    <a:pt x="391911" y="0"/>
                  </a:lnTo>
                  <a:lnTo>
                    <a:pt x="449825" y="2932"/>
                  </a:lnTo>
                  <a:lnTo>
                    <a:pt x="505101" y="11452"/>
                  </a:lnTo>
                  <a:lnTo>
                    <a:pt x="557132" y="25141"/>
                  </a:lnTo>
                  <a:lnTo>
                    <a:pt x="605312" y="43579"/>
                  </a:lnTo>
                  <a:lnTo>
                    <a:pt x="649034" y="66349"/>
                  </a:lnTo>
                  <a:lnTo>
                    <a:pt x="687694" y="93032"/>
                  </a:lnTo>
                  <a:lnTo>
                    <a:pt x="720684" y="123210"/>
                  </a:lnTo>
                  <a:lnTo>
                    <a:pt x="747398" y="156465"/>
                  </a:lnTo>
                  <a:lnTo>
                    <a:pt x="767230" y="192377"/>
                  </a:lnTo>
                  <a:lnTo>
                    <a:pt x="779574" y="230529"/>
                  </a:lnTo>
                  <a:lnTo>
                    <a:pt x="783823" y="270502"/>
                  </a:lnTo>
                  <a:lnTo>
                    <a:pt x="779574" y="310474"/>
                  </a:lnTo>
                  <a:lnTo>
                    <a:pt x="767230" y="348626"/>
                  </a:lnTo>
                  <a:lnTo>
                    <a:pt x="747398" y="384538"/>
                  </a:lnTo>
                  <a:lnTo>
                    <a:pt x="720684" y="417793"/>
                  </a:lnTo>
                  <a:lnTo>
                    <a:pt x="687694" y="447971"/>
                  </a:lnTo>
                  <a:lnTo>
                    <a:pt x="649034" y="474654"/>
                  </a:lnTo>
                  <a:lnTo>
                    <a:pt x="605312" y="497424"/>
                  </a:lnTo>
                  <a:lnTo>
                    <a:pt x="557132" y="515862"/>
                  </a:lnTo>
                  <a:lnTo>
                    <a:pt x="505101" y="529551"/>
                  </a:lnTo>
                  <a:lnTo>
                    <a:pt x="449825" y="538071"/>
                  </a:lnTo>
                  <a:lnTo>
                    <a:pt x="391911" y="541004"/>
                  </a:lnTo>
                  <a:lnTo>
                    <a:pt x="333998" y="538071"/>
                  </a:lnTo>
                  <a:lnTo>
                    <a:pt x="278722" y="529551"/>
                  </a:lnTo>
                  <a:lnTo>
                    <a:pt x="226691" y="515862"/>
                  </a:lnTo>
                  <a:lnTo>
                    <a:pt x="178511" y="497424"/>
                  </a:lnTo>
                  <a:lnTo>
                    <a:pt x="134788" y="474654"/>
                  </a:lnTo>
                  <a:lnTo>
                    <a:pt x="96129" y="447971"/>
                  </a:lnTo>
                  <a:lnTo>
                    <a:pt x="63139" y="417793"/>
                  </a:lnTo>
                  <a:lnTo>
                    <a:pt x="36425" y="384538"/>
                  </a:lnTo>
                  <a:lnTo>
                    <a:pt x="16593" y="348626"/>
                  </a:lnTo>
                  <a:lnTo>
                    <a:pt x="4249" y="310474"/>
                  </a:lnTo>
                  <a:lnTo>
                    <a:pt x="0" y="270502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999879" y="3135376"/>
            <a:ext cx="5016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S</a:t>
            </a: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_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665286" y="2451632"/>
            <a:ext cx="2284730" cy="1491615"/>
            <a:chOff x="4665286" y="2451632"/>
            <a:chExt cx="2284730" cy="1491615"/>
          </a:xfrm>
        </p:grpSpPr>
        <p:sp>
          <p:nvSpPr>
            <p:cNvPr id="43" name="object 43"/>
            <p:cNvSpPr/>
            <p:nvPr/>
          </p:nvSpPr>
          <p:spPr>
            <a:xfrm>
              <a:off x="6527044" y="3492036"/>
              <a:ext cx="415925" cy="444500"/>
            </a:xfrm>
            <a:custGeom>
              <a:avLst/>
              <a:gdLst/>
              <a:ahLst/>
              <a:cxnLst/>
              <a:rect l="l" t="t" r="r" b="b"/>
              <a:pathLst>
                <a:path w="415925" h="444500">
                  <a:moveTo>
                    <a:pt x="0" y="0"/>
                  </a:moveTo>
                  <a:lnTo>
                    <a:pt x="415824" y="444252"/>
                  </a:lnTo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71954" y="2458299"/>
              <a:ext cx="894715" cy="593090"/>
            </a:xfrm>
            <a:custGeom>
              <a:avLst/>
              <a:gdLst/>
              <a:ahLst/>
              <a:cxnLst/>
              <a:rect l="l" t="t" r="r" b="b"/>
              <a:pathLst>
                <a:path w="894714" h="593089">
                  <a:moveTo>
                    <a:pt x="447240" y="0"/>
                  </a:moveTo>
                  <a:lnTo>
                    <a:pt x="391139" y="2309"/>
                  </a:lnTo>
                  <a:lnTo>
                    <a:pt x="337118" y="9054"/>
                  </a:lnTo>
                  <a:lnTo>
                    <a:pt x="285595" y="19956"/>
                  </a:lnTo>
                  <a:lnTo>
                    <a:pt x="236990" y="34737"/>
                  </a:lnTo>
                  <a:lnTo>
                    <a:pt x="191722" y="53119"/>
                  </a:lnTo>
                  <a:lnTo>
                    <a:pt x="150210" y="74824"/>
                  </a:lnTo>
                  <a:lnTo>
                    <a:pt x="112873" y="99575"/>
                  </a:lnTo>
                  <a:lnTo>
                    <a:pt x="80130" y="127094"/>
                  </a:lnTo>
                  <a:lnTo>
                    <a:pt x="52401" y="157102"/>
                  </a:lnTo>
                  <a:lnTo>
                    <a:pt x="30104" y="189323"/>
                  </a:lnTo>
                  <a:lnTo>
                    <a:pt x="3484" y="259289"/>
                  </a:lnTo>
                  <a:lnTo>
                    <a:pt x="0" y="296478"/>
                  </a:lnTo>
                  <a:lnTo>
                    <a:pt x="3484" y="333668"/>
                  </a:lnTo>
                  <a:lnTo>
                    <a:pt x="30104" y="403634"/>
                  </a:lnTo>
                  <a:lnTo>
                    <a:pt x="52401" y="435854"/>
                  </a:lnTo>
                  <a:lnTo>
                    <a:pt x="80130" y="465863"/>
                  </a:lnTo>
                  <a:lnTo>
                    <a:pt x="112873" y="493382"/>
                  </a:lnTo>
                  <a:lnTo>
                    <a:pt x="150210" y="518133"/>
                  </a:lnTo>
                  <a:lnTo>
                    <a:pt x="191722" y="539838"/>
                  </a:lnTo>
                  <a:lnTo>
                    <a:pt x="236990" y="558220"/>
                  </a:lnTo>
                  <a:lnTo>
                    <a:pt x="285595" y="573001"/>
                  </a:lnTo>
                  <a:lnTo>
                    <a:pt x="337118" y="583903"/>
                  </a:lnTo>
                  <a:lnTo>
                    <a:pt x="391139" y="590647"/>
                  </a:lnTo>
                  <a:lnTo>
                    <a:pt x="447240" y="592957"/>
                  </a:lnTo>
                  <a:lnTo>
                    <a:pt x="503341" y="590647"/>
                  </a:lnTo>
                  <a:lnTo>
                    <a:pt x="557362" y="583903"/>
                  </a:lnTo>
                  <a:lnTo>
                    <a:pt x="608885" y="573001"/>
                  </a:lnTo>
                  <a:lnTo>
                    <a:pt x="657490" y="558220"/>
                  </a:lnTo>
                  <a:lnTo>
                    <a:pt x="702758" y="539838"/>
                  </a:lnTo>
                  <a:lnTo>
                    <a:pt x="744270" y="518133"/>
                  </a:lnTo>
                  <a:lnTo>
                    <a:pt x="781607" y="493382"/>
                  </a:lnTo>
                  <a:lnTo>
                    <a:pt x="814349" y="465863"/>
                  </a:lnTo>
                  <a:lnTo>
                    <a:pt x="842078" y="435854"/>
                  </a:lnTo>
                  <a:lnTo>
                    <a:pt x="864375" y="403634"/>
                  </a:lnTo>
                  <a:lnTo>
                    <a:pt x="890995" y="333668"/>
                  </a:lnTo>
                  <a:lnTo>
                    <a:pt x="894480" y="296478"/>
                  </a:lnTo>
                  <a:lnTo>
                    <a:pt x="890995" y="259289"/>
                  </a:lnTo>
                  <a:lnTo>
                    <a:pt x="864375" y="189323"/>
                  </a:lnTo>
                  <a:lnTo>
                    <a:pt x="842078" y="157102"/>
                  </a:lnTo>
                  <a:lnTo>
                    <a:pt x="814349" y="127094"/>
                  </a:lnTo>
                  <a:lnTo>
                    <a:pt x="781607" y="99575"/>
                  </a:lnTo>
                  <a:lnTo>
                    <a:pt x="744270" y="74824"/>
                  </a:lnTo>
                  <a:lnTo>
                    <a:pt x="702758" y="53119"/>
                  </a:lnTo>
                  <a:lnTo>
                    <a:pt x="657490" y="34737"/>
                  </a:lnTo>
                  <a:lnTo>
                    <a:pt x="608885" y="19956"/>
                  </a:lnTo>
                  <a:lnTo>
                    <a:pt x="557362" y="9054"/>
                  </a:lnTo>
                  <a:lnTo>
                    <a:pt x="503341" y="2309"/>
                  </a:lnTo>
                  <a:lnTo>
                    <a:pt x="447240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71954" y="2458299"/>
              <a:ext cx="894715" cy="593090"/>
            </a:xfrm>
            <a:custGeom>
              <a:avLst/>
              <a:gdLst/>
              <a:ahLst/>
              <a:cxnLst/>
              <a:rect l="l" t="t" r="r" b="b"/>
              <a:pathLst>
                <a:path w="894714" h="593089">
                  <a:moveTo>
                    <a:pt x="0" y="296478"/>
                  </a:moveTo>
                  <a:lnTo>
                    <a:pt x="13659" y="223477"/>
                  </a:lnTo>
                  <a:lnTo>
                    <a:pt x="52401" y="157102"/>
                  </a:lnTo>
                  <a:lnTo>
                    <a:pt x="80130" y="127093"/>
                  </a:lnTo>
                  <a:lnTo>
                    <a:pt x="112873" y="99575"/>
                  </a:lnTo>
                  <a:lnTo>
                    <a:pt x="150210" y="74824"/>
                  </a:lnTo>
                  <a:lnTo>
                    <a:pt x="191722" y="53119"/>
                  </a:lnTo>
                  <a:lnTo>
                    <a:pt x="236990" y="34737"/>
                  </a:lnTo>
                  <a:lnTo>
                    <a:pt x="285595" y="19956"/>
                  </a:lnTo>
                  <a:lnTo>
                    <a:pt x="337117" y="9054"/>
                  </a:lnTo>
                  <a:lnTo>
                    <a:pt x="391139" y="2309"/>
                  </a:lnTo>
                  <a:lnTo>
                    <a:pt x="447240" y="0"/>
                  </a:lnTo>
                  <a:lnTo>
                    <a:pt x="503340" y="2309"/>
                  </a:lnTo>
                  <a:lnTo>
                    <a:pt x="557362" y="9054"/>
                  </a:lnTo>
                  <a:lnTo>
                    <a:pt x="608884" y="19956"/>
                  </a:lnTo>
                  <a:lnTo>
                    <a:pt x="657489" y="34737"/>
                  </a:lnTo>
                  <a:lnTo>
                    <a:pt x="702757" y="53119"/>
                  </a:lnTo>
                  <a:lnTo>
                    <a:pt x="744270" y="74824"/>
                  </a:lnTo>
                  <a:lnTo>
                    <a:pt x="781606" y="99575"/>
                  </a:lnTo>
                  <a:lnTo>
                    <a:pt x="814349" y="127093"/>
                  </a:lnTo>
                  <a:lnTo>
                    <a:pt x="842079" y="157102"/>
                  </a:lnTo>
                  <a:lnTo>
                    <a:pt x="864375" y="189323"/>
                  </a:lnTo>
                  <a:lnTo>
                    <a:pt x="890995" y="259288"/>
                  </a:lnTo>
                  <a:lnTo>
                    <a:pt x="894480" y="296478"/>
                  </a:lnTo>
                  <a:lnTo>
                    <a:pt x="890995" y="333668"/>
                  </a:lnTo>
                  <a:lnTo>
                    <a:pt x="864375" y="403633"/>
                  </a:lnTo>
                  <a:lnTo>
                    <a:pt x="842079" y="435854"/>
                  </a:lnTo>
                  <a:lnTo>
                    <a:pt x="814349" y="465863"/>
                  </a:lnTo>
                  <a:lnTo>
                    <a:pt x="781606" y="493381"/>
                  </a:lnTo>
                  <a:lnTo>
                    <a:pt x="744270" y="518132"/>
                  </a:lnTo>
                  <a:lnTo>
                    <a:pt x="702757" y="539837"/>
                  </a:lnTo>
                  <a:lnTo>
                    <a:pt x="657489" y="558219"/>
                  </a:lnTo>
                  <a:lnTo>
                    <a:pt x="608884" y="573000"/>
                  </a:lnTo>
                  <a:lnTo>
                    <a:pt x="557362" y="583902"/>
                  </a:lnTo>
                  <a:lnTo>
                    <a:pt x="503340" y="590647"/>
                  </a:lnTo>
                  <a:lnTo>
                    <a:pt x="447240" y="592956"/>
                  </a:lnTo>
                  <a:lnTo>
                    <a:pt x="391139" y="590647"/>
                  </a:lnTo>
                  <a:lnTo>
                    <a:pt x="337117" y="583902"/>
                  </a:lnTo>
                  <a:lnTo>
                    <a:pt x="285595" y="573000"/>
                  </a:lnTo>
                  <a:lnTo>
                    <a:pt x="236990" y="558219"/>
                  </a:lnTo>
                  <a:lnTo>
                    <a:pt x="191722" y="539837"/>
                  </a:lnTo>
                  <a:lnTo>
                    <a:pt x="150210" y="518132"/>
                  </a:lnTo>
                  <a:lnTo>
                    <a:pt x="112873" y="493381"/>
                  </a:lnTo>
                  <a:lnTo>
                    <a:pt x="80130" y="465863"/>
                  </a:lnTo>
                  <a:lnTo>
                    <a:pt x="52401" y="435854"/>
                  </a:lnTo>
                  <a:lnTo>
                    <a:pt x="30104" y="403633"/>
                  </a:lnTo>
                  <a:lnTo>
                    <a:pt x="3484" y="333668"/>
                  </a:lnTo>
                  <a:lnTo>
                    <a:pt x="0" y="296478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898232" y="2589784"/>
            <a:ext cx="4425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da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117143" y="3051257"/>
            <a:ext cx="2540" cy="772795"/>
          </a:xfrm>
          <a:custGeom>
            <a:avLst/>
            <a:gdLst/>
            <a:ahLst/>
            <a:cxnLst/>
            <a:rect l="l" t="t" r="r" b="b"/>
            <a:pathLst>
              <a:path w="2539" h="772795">
                <a:moveTo>
                  <a:pt x="2051" y="0"/>
                </a:moveTo>
                <a:lnTo>
                  <a:pt x="0" y="772646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994" y="164314"/>
            <a:ext cx="96012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769">
              <a:lnSpc>
                <a:spcPct val="100000"/>
              </a:lnSpc>
              <a:spcBef>
                <a:spcPts val="100"/>
              </a:spcBef>
            </a:pPr>
            <a:r>
              <a:rPr lang="en-US" sz="3200" spc="-130" dirty="0"/>
              <a:t>R</a:t>
            </a:r>
            <a:r>
              <a:rPr lang="en-US" sz="3200" spc="-125" dirty="0"/>
              <a:t>e</a:t>
            </a:r>
            <a:r>
              <a:rPr lang="en-US" sz="3200" spc="-114" dirty="0"/>
              <a:t>l</a:t>
            </a:r>
            <a:r>
              <a:rPr lang="en-US" sz="3200" spc="-125" dirty="0"/>
              <a:t>a</a:t>
            </a:r>
            <a:r>
              <a:rPr lang="en-US" sz="3200" spc="-120" dirty="0"/>
              <a:t>t</a:t>
            </a:r>
            <a:r>
              <a:rPr lang="en-US" sz="3200" spc="-114" dirty="0"/>
              <a:t>i</a:t>
            </a:r>
            <a:r>
              <a:rPr lang="en-US" sz="3200" spc="-125" dirty="0"/>
              <a:t>o</a:t>
            </a:r>
            <a:r>
              <a:rPr lang="en-US" sz="3200" spc="-120" dirty="0"/>
              <a:t>n</a:t>
            </a:r>
            <a:r>
              <a:rPr lang="en-US" sz="3200" spc="-130" dirty="0"/>
              <a:t>s</a:t>
            </a:r>
            <a:r>
              <a:rPr lang="en-US" sz="3200" spc="-125" dirty="0"/>
              <a:t>h</a:t>
            </a:r>
            <a:r>
              <a:rPr lang="en-US" sz="3200" spc="-114" dirty="0"/>
              <a:t>i</a:t>
            </a:r>
            <a:r>
              <a:rPr lang="en-US" sz="3200" dirty="0"/>
              <a:t>p</a:t>
            </a:r>
            <a:r>
              <a:rPr lang="en-US" sz="3200" spc="-245" dirty="0"/>
              <a:t> </a:t>
            </a:r>
            <a:r>
              <a:rPr lang="en-US" sz="3200" spc="-130" dirty="0"/>
              <a:t>S</a:t>
            </a:r>
            <a:r>
              <a:rPr lang="en-US" sz="3200" spc="-125" dirty="0"/>
              <a:t>e</a:t>
            </a:r>
            <a:r>
              <a:rPr lang="en-US" sz="3200" spc="-120" dirty="0"/>
              <a:t>t</a:t>
            </a:r>
            <a:r>
              <a:rPr lang="en-US" sz="3200" dirty="0"/>
              <a:t>:  </a:t>
            </a:r>
            <a:r>
              <a:rPr lang="en-US" sz="3200" spc="-135" dirty="0"/>
              <a:t>M</a:t>
            </a:r>
            <a:r>
              <a:rPr lang="en-US" sz="3200" spc="-120" dirty="0"/>
              <a:t>a</a:t>
            </a:r>
            <a:r>
              <a:rPr lang="en-US" sz="3200" spc="-125" dirty="0"/>
              <a:t>n</a:t>
            </a:r>
            <a:r>
              <a:rPr lang="en-US" sz="3200" spc="-130" dirty="0"/>
              <a:t>y</a:t>
            </a:r>
            <a:r>
              <a:rPr lang="en-US" sz="3200" spc="-114" dirty="0"/>
              <a:t>-</a:t>
            </a:r>
            <a:r>
              <a:rPr lang="en-US" sz="3200" spc="-120" dirty="0"/>
              <a:t>t</a:t>
            </a:r>
            <a:r>
              <a:rPr lang="en-US" sz="3200" spc="-125" dirty="0"/>
              <a:t>o</a:t>
            </a:r>
            <a:r>
              <a:rPr lang="en-US" sz="3200" spc="-114" dirty="0"/>
              <a:t>-</a:t>
            </a:r>
            <a:r>
              <a:rPr lang="en-US" sz="3200" spc="-135" dirty="0"/>
              <a:t>O</a:t>
            </a:r>
            <a:r>
              <a:rPr lang="en-US" sz="3200" spc="-125" dirty="0"/>
              <a:t>n</a:t>
            </a:r>
            <a:r>
              <a:rPr lang="en-US" sz="3200" dirty="0"/>
              <a:t>e</a:t>
            </a:r>
            <a:r>
              <a:rPr lang="en-US" sz="3200" spc="-235" dirty="0"/>
              <a:t> </a:t>
            </a:r>
            <a:r>
              <a:rPr lang="en-US" sz="3200" dirty="0"/>
              <a:t>/</a:t>
            </a:r>
            <a:r>
              <a:rPr lang="en-US" sz="3200" spc="-235" dirty="0"/>
              <a:t> </a:t>
            </a:r>
            <a:r>
              <a:rPr lang="en-US" sz="3200" spc="-135" dirty="0"/>
              <a:t>O</a:t>
            </a:r>
            <a:r>
              <a:rPr lang="en-US" sz="3200" spc="-125" dirty="0"/>
              <a:t>ne</a:t>
            </a:r>
            <a:r>
              <a:rPr lang="en-US" sz="3200" spc="-114" dirty="0"/>
              <a:t>-</a:t>
            </a:r>
            <a:r>
              <a:rPr lang="en-US" sz="3200" spc="-120" dirty="0"/>
              <a:t>t</a:t>
            </a:r>
            <a:r>
              <a:rPr lang="en-US" sz="3200" spc="-125" dirty="0"/>
              <a:t>o</a:t>
            </a:r>
            <a:r>
              <a:rPr lang="en-US" sz="3200" spc="-114" dirty="0"/>
              <a:t>-</a:t>
            </a:r>
            <a:r>
              <a:rPr lang="en-US" sz="3200" spc="-135" dirty="0"/>
              <a:t>M</a:t>
            </a:r>
            <a:r>
              <a:rPr lang="en-US" sz="3200" spc="-120" dirty="0"/>
              <a:t>a</a:t>
            </a:r>
            <a:r>
              <a:rPr lang="en-US" sz="3200" spc="-125" dirty="0"/>
              <a:t>n</a:t>
            </a:r>
            <a:r>
              <a:rPr lang="en-US" sz="3200" dirty="0"/>
              <a:t>y</a:t>
            </a:r>
            <a:endParaRPr sz="3200" spc="-20" dirty="0">
              <a:solidFill>
                <a:srgbClr val="292934"/>
              </a:solidFill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29210" y="3581824"/>
            <a:ext cx="1295400" cy="567055"/>
            <a:chOff x="2129210" y="3581824"/>
            <a:chExt cx="1295400" cy="567055"/>
          </a:xfrm>
        </p:grpSpPr>
        <p:sp>
          <p:nvSpPr>
            <p:cNvPr id="9" name="object 9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02589" y="3721608"/>
            <a:ext cx="74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mother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42332" y="3586904"/>
            <a:ext cx="1285240" cy="410369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child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97660" y="3528126"/>
            <a:ext cx="1687830" cy="688975"/>
            <a:chOff x="4197660" y="3528126"/>
            <a:chExt cx="1687830" cy="688975"/>
          </a:xfrm>
        </p:grpSpPr>
        <p:sp>
          <p:nvSpPr>
            <p:cNvPr id="14" name="object 14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58010" y="3751269"/>
            <a:ext cx="941388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mother of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87802" y="3812935"/>
            <a:ext cx="5760085" cy="1255395"/>
            <a:chOff x="887802" y="3812935"/>
            <a:chExt cx="5760085" cy="1255395"/>
          </a:xfrm>
        </p:grpSpPr>
        <p:sp>
          <p:nvSpPr>
            <p:cNvPr id="18" name="object 18"/>
            <p:cNvSpPr/>
            <p:nvPr/>
          </p:nvSpPr>
          <p:spPr>
            <a:xfrm>
              <a:off x="3419318" y="3812935"/>
              <a:ext cx="783590" cy="106680"/>
            </a:xfrm>
            <a:custGeom>
              <a:avLst/>
              <a:gdLst/>
              <a:ahLst/>
              <a:cxnLst/>
              <a:rect l="l" t="t" r="r" b="b"/>
              <a:pathLst>
                <a:path w="783589" h="106679">
                  <a:moveTo>
                    <a:pt x="91707" y="0"/>
                  </a:moveTo>
                  <a:lnTo>
                    <a:pt x="0" y="52379"/>
                  </a:lnTo>
                  <a:lnTo>
                    <a:pt x="90735" y="106425"/>
                  </a:lnTo>
                  <a:lnTo>
                    <a:pt x="93852" y="105636"/>
                  </a:lnTo>
                  <a:lnTo>
                    <a:pt x="96724" y="100815"/>
                  </a:lnTo>
                  <a:lnTo>
                    <a:pt x="95934" y="97697"/>
                  </a:lnTo>
                  <a:lnTo>
                    <a:pt x="28823" y="57722"/>
                  </a:lnTo>
                  <a:lnTo>
                    <a:pt x="10036" y="57551"/>
                  </a:lnTo>
                  <a:lnTo>
                    <a:pt x="10129" y="47391"/>
                  </a:lnTo>
                  <a:lnTo>
                    <a:pt x="29219" y="47391"/>
                  </a:lnTo>
                  <a:lnTo>
                    <a:pt x="96746" y="8822"/>
                  </a:lnTo>
                  <a:lnTo>
                    <a:pt x="97593" y="5720"/>
                  </a:lnTo>
                  <a:lnTo>
                    <a:pt x="94810" y="847"/>
                  </a:lnTo>
                  <a:lnTo>
                    <a:pt x="91707" y="0"/>
                  </a:lnTo>
                  <a:close/>
                </a:path>
                <a:path w="783589" h="106679">
                  <a:moveTo>
                    <a:pt x="28918" y="47563"/>
                  </a:moveTo>
                  <a:lnTo>
                    <a:pt x="20162" y="52564"/>
                  </a:lnTo>
                  <a:lnTo>
                    <a:pt x="28823" y="57722"/>
                  </a:lnTo>
                  <a:lnTo>
                    <a:pt x="783375" y="64617"/>
                  </a:lnTo>
                  <a:lnTo>
                    <a:pt x="783468" y="54458"/>
                  </a:lnTo>
                  <a:lnTo>
                    <a:pt x="28918" y="47563"/>
                  </a:lnTo>
                  <a:close/>
                </a:path>
                <a:path w="783589" h="106679">
                  <a:moveTo>
                    <a:pt x="10129" y="47391"/>
                  </a:moveTo>
                  <a:lnTo>
                    <a:pt x="10036" y="57551"/>
                  </a:lnTo>
                  <a:lnTo>
                    <a:pt x="28823" y="57722"/>
                  </a:lnTo>
                  <a:lnTo>
                    <a:pt x="27414" y="56883"/>
                  </a:lnTo>
                  <a:lnTo>
                    <a:pt x="12600" y="56883"/>
                  </a:lnTo>
                  <a:lnTo>
                    <a:pt x="12680" y="48107"/>
                  </a:lnTo>
                  <a:lnTo>
                    <a:pt x="27965" y="48107"/>
                  </a:lnTo>
                  <a:lnTo>
                    <a:pt x="28918" y="47563"/>
                  </a:lnTo>
                  <a:lnTo>
                    <a:pt x="10129" y="47391"/>
                  </a:lnTo>
                  <a:close/>
                </a:path>
                <a:path w="783589" h="106679">
                  <a:moveTo>
                    <a:pt x="12680" y="48107"/>
                  </a:moveTo>
                  <a:lnTo>
                    <a:pt x="12600" y="56883"/>
                  </a:lnTo>
                  <a:lnTo>
                    <a:pt x="20162" y="52564"/>
                  </a:lnTo>
                  <a:lnTo>
                    <a:pt x="12680" y="48107"/>
                  </a:lnTo>
                  <a:close/>
                </a:path>
                <a:path w="783589" h="106679">
                  <a:moveTo>
                    <a:pt x="20162" y="52564"/>
                  </a:moveTo>
                  <a:lnTo>
                    <a:pt x="12600" y="56883"/>
                  </a:lnTo>
                  <a:lnTo>
                    <a:pt x="27414" y="56883"/>
                  </a:lnTo>
                  <a:lnTo>
                    <a:pt x="20162" y="52564"/>
                  </a:lnTo>
                  <a:close/>
                </a:path>
                <a:path w="783589" h="106679">
                  <a:moveTo>
                    <a:pt x="27965" y="48107"/>
                  </a:moveTo>
                  <a:lnTo>
                    <a:pt x="12680" y="48107"/>
                  </a:lnTo>
                  <a:lnTo>
                    <a:pt x="20162" y="52564"/>
                  </a:lnTo>
                  <a:lnTo>
                    <a:pt x="27965" y="48107"/>
                  </a:lnTo>
                  <a:close/>
                </a:path>
                <a:path w="783589" h="106679">
                  <a:moveTo>
                    <a:pt x="29219" y="47391"/>
                  </a:moveTo>
                  <a:lnTo>
                    <a:pt x="10129" y="47391"/>
                  </a:lnTo>
                  <a:lnTo>
                    <a:pt x="28918" y="47563"/>
                  </a:lnTo>
                  <a:lnTo>
                    <a:pt x="29219" y="47391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80359" y="3865315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4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4" y="1038889"/>
                  </a:lnTo>
                  <a:lnTo>
                    <a:pt x="2598988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8" y="332066"/>
                  </a:lnTo>
                  <a:lnTo>
                    <a:pt x="2552524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0739" y="5237479"/>
            <a:ext cx="6564630" cy="638957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lang="en-US"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mother</a:t>
            </a:r>
            <a:r>
              <a:rPr lang="en-US"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lang="en-US" sz="2100" spc="60" dirty="0">
                <a:solidFill>
                  <a:srgbClr val="292934"/>
                </a:solidFill>
                <a:latin typeface="Verdana"/>
                <a:cs typeface="Verdana"/>
              </a:rPr>
              <a:t> have</a:t>
            </a:r>
            <a:r>
              <a:rPr lang="en-US"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lang="en-US" sz="2100" spc="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children.</a:t>
            </a:r>
            <a:b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</a:b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Each child has one mother.</a:t>
            </a:r>
            <a:endParaRPr lang="en-US" sz="2100" dirty="0">
              <a:latin typeface="Verdana"/>
              <a:cs typeface="Verdan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87" y="6074664"/>
            <a:ext cx="8808719" cy="74676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27146" y="6051716"/>
            <a:ext cx="7621270" cy="47561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“at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one”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98529" y="4460240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136C03-F9CF-1FAF-FE27-CB134A3C41DB}"/>
              </a:ext>
            </a:extLst>
          </p:cNvPr>
          <p:cNvSpPr txBox="1"/>
          <p:nvPr/>
        </p:nvSpPr>
        <p:spPr>
          <a:xfrm>
            <a:off x="5937439" y="4839913"/>
            <a:ext cx="4235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spc="-5" dirty="0">
                <a:solidFill>
                  <a:srgbClr val="292934"/>
                </a:solidFill>
                <a:latin typeface="Verdana"/>
                <a:cs typeface="Verdana"/>
              </a:rPr>
              <a:t>mother(</a:t>
            </a:r>
            <a:r>
              <a:rPr lang="en-US" sz="18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SSN</a:t>
            </a:r>
            <a:r>
              <a:rPr lang="en-US" sz="1800" spc="-5" dirty="0">
                <a:solidFill>
                  <a:srgbClr val="292934"/>
                </a:solidFill>
                <a:latin typeface="Verdana"/>
                <a:cs typeface="Verdana"/>
              </a:rPr>
              <a:t>, name) </a:t>
            </a:r>
            <a:r>
              <a:rPr lang="en-US" sz="18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</a:p>
          <a:p>
            <a:r>
              <a:rPr lang="en-US" sz="1800" spc="-5" dirty="0">
                <a:solidFill>
                  <a:srgbClr val="292934"/>
                </a:solidFill>
                <a:latin typeface="Verdana"/>
                <a:cs typeface="Verdana"/>
              </a:rPr>
              <a:t>child(</a:t>
            </a:r>
            <a:r>
              <a:rPr lang="en-US" sz="18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SSN</a:t>
            </a:r>
            <a:r>
              <a:rPr lang="en-US" sz="1800" spc="-5" dirty="0">
                <a:solidFill>
                  <a:srgbClr val="292934"/>
                </a:solidFill>
                <a:latin typeface="Verdana"/>
                <a:cs typeface="Verdana"/>
              </a:rPr>
              <a:t>, name) </a:t>
            </a:r>
            <a:r>
              <a:rPr lang="en-US" sz="18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</a:p>
          <a:p>
            <a:r>
              <a:rPr lang="en-US" sz="1800" spc="-5" dirty="0" err="1">
                <a:solidFill>
                  <a:srgbClr val="292934"/>
                </a:solidFill>
                <a:latin typeface="Verdana"/>
                <a:cs typeface="Verdana"/>
              </a:rPr>
              <a:t>motherOf</a:t>
            </a:r>
            <a:r>
              <a:rPr lang="en-US" sz="1800" spc="-5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lang="en-US" sz="1800" u="sng" spc="-5" dirty="0" err="1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ChildSSN</a:t>
            </a:r>
            <a:r>
              <a:rPr lang="en-US" sz="18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lang="en-US" sz="18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1800" spc="-5" dirty="0" err="1">
                <a:solidFill>
                  <a:srgbClr val="292934"/>
                </a:solidFill>
                <a:latin typeface="Verdana"/>
                <a:cs typeface="Verdana"/>
              </a:rPr>
              <a:t>motherSSN</a:t>
            </a:r>
            <a:r>
              <a:rPr lang="en-US" sz="1800" spc="-5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lang="en-US" sz="1800" dirty="0">
              <a:latin typeface="Verdana"/>
              <a:cs typeface="Verdana"/>
            </a:endParaRPr>
          </a:p>
          <a:p>
            <a:endParaRPr lang="en-US" dirty="0"/>
          </a:p>
        </p:txBody>
      </p:sp>
      <p:sp>
        <p:nvSpPr>
          <p:cNvPr id="31" name="object 7">
            <a:extLst>
              <a:ext uri="{FF2B5EF4-FFF2-40B4-BE49-F238E27FC236}">
                <a16:creationId xmlns:a16="http://schemas.microsoft.com/office/drawing/2014/main" id="{366347F4-F276-926B-0F60-024D36876203}"/>
              </a:ext>
            </a:extLst>
          </p:cNvPr>
          <p:cNvSpPr txBox="1"/>
          <p:nvPr/>
        </p:nvSpPr>
        <p:spPr>
          <a:xfrm>
            <a:off x="658632" y="1322831"/>
            <a:ext cx="8483600" cy="11442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4575" marR="914400" indent="-1032510">
              <a:lnSpc>
                <a:spcPts val="2280"/>
              </a:lnSpc>
              <a:spcBef>
                <a:spcPts val="375"/>
              </a:spcBef>
            </a:pP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both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participating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attributes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itself</a:t>
            </a:r>
            <a:endParaRPr sz="2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 entity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 on the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“many”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side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3345" y="6453784"/>
            <a:ext cx="4130675" cy="438784"/>
            <a:chOff x="543345" y="6453784"/>
            <a:chExt cx="4130675" cy="438784"/>
          </a:xfrm>
        </p:grpSpPr>
        <p:sp>
          <p:nvSpPr>
            <p:cNvPr id="3" name="object 3"/>
            <p:cNvSpPr/>
            <p:nvPr/>
          </p:nvSpPr>
          <p:spPr>
            <a:xfrm>
              <a:off x="550013" y="6460451"/>
              <a:ext cx="4117340" cy="425450"/>
            </a:xfrm>
            <a:custGeom>
              <a:avLst/>
              <a:gdLst/>
              <a:ahLst/>
              <a:cxnLst/>
              <a:rect l="l" t="t" r="r" b="b"/>
              <a:pathLst>
                <a:path w="4117340" h="425450">
                  <a:moveTo>
                    <a:pt x="4046276" y="0"/>
                  </a:moveTo>
                  <a:lnTo>
                    <a:pt x="70897" y="0"/>
                  </a:lnTo>
                  <a:lnTo>
                    <a:pt x="43301" y="5571"/>
                  </a:lnTo>
                  <a:lnTo>
                    <a:pt x="20765" y="20765"/>
                  </a:lnTo>
                  <a:lnTo>
                    <a:pt x="5571" y="43301"/>
                  </a:lnTo>
                  <a:lnTo>
                    <a:pt x="0" y="70898"/>
                  </a:lnTo>
                  <a:lnTo>
                    <a:pt x="0" y="354474"/>
                  </a:lnTo>
                  <a:lnTo>
                    <a:pt x="5571" y="382070"/>
                  </a:lnTo>
                  <a:lnTo>
                    <a:pt x="20765" y="404606"/>
                  </a:lnTo>
                  <a:lnTo>
                    <a:pt x="43301" y="419800"/>
                  </a:lnTo>
                  <a:lnTo>
                    <a:pt x="70897" y="425372"/>
                  </a:lnTo>
                  <a:lnTo>
                    <a:pt x="4046276" y="425372"/>
                  </a:lnTo>
                  <a:lnTo>
                    <a:pt x="4073873" y="419800"/>
                  </a:lnTo>
                  <a:lnTo>
                    <a:pt x="4096408" y="404606"/>
                  </a:lnTo>
                  <a:lnTo>
                    <a:pt x="4111602" y="382070"/>
                  </a:lnTo>
                  <a:lnTo>
                    <a:pt x="4117174" y="354474"/>
                  </a:lnTo>
                  <a:lnTo>
                    <a:pt x="4117174" y="70898"/>
                  </a:lnTo>
                  <a:lnTo>
                    <a:pt x="4111602" y="43301"/>
                  </a:lnTo>
                  <a:lnTo>
                    <a:pt x="4096408" y="20765"/>
                  </a:lnTo>
                  <a:lnTo>
                    <a:pt x="4073873" y="5571"/>
                  </a:lnTo>
                  <a:lnTo>
                    <a:pt x="4046276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0013" y="6460451"/>
              <a:ext cx="4117340" cy="425450"/>
            </a:xfrm>
            <a:custGeom>
              <a:avLst/>
              <a:gdLst/>
              <a:ahLst/>
              <a:cxnLst/>
              <a:rect l="l" t="t" r="r" b="b"/>
              <a:pathLst>
                <a:path w="4117340" h="425450">
                  <a:moveTo>
                    <a:pt x="0" y="70898"/>
                  </a:moveTo>
                  <a:lnTo>
                    <a:pt x="5571" y="43301"/>
                  </a:lnTo>
                  <a:lnTo>
                    <a:pt x="20765" y="20765"/>
                  </a:lnTo>
                  <a:lnTo>
                    <a:pt x="43301" y="5571"/>
                  </a:lnTo>
                  <a:lnTo>
                    <a:pt x="70897" y="0"/>
                  </a:lnTo>
                  <a:lnTo>
                    <a:pt x="4046275" y="0"/>
                  </a:lnTo>
                  <a:lnTo>
                    <a:pt x="4073872" y="5571"/>
                  </a:lnTo>
                  <a:lnTo>
                    <a:pt x="4096408" y="20765"/>
                  </a:lnTo>
                  <a:lnTo>
                    <a:pt x="4111602" y="43301"/>
                  </a:lnTo>
                  <a:lnTo>
                    <a:pt x="4117173" y="70898"/>
                  </a:lnTo>
                  <a:lnTo>
                    <a:pt x="4117173" y="354474"/>
                  </a:lnTo>
                  <a:lnTo>
                    <a:pt x="4111602" y="382071"/>
                  </a:lnTo>
                  <a:lnTo>
                    <a:pt x="4096408" y="404607"/>
                  </a:lnTo>
                  <a:lnTo>
                    <a:pt x="4073872" y="419801"/>
                  </a:lnTo>
                  <a:lnTo>
                    <a:pt x="4046275" y="425372"/>
                  </a:lnTo>
                  <a:lnTo>
                    <a:pt x="70897" y="425372"/>
                  </a:lnTo>
                  <a:lnTo>
                    <a:pt x="43301" y="419801"/>
                  </a:lnTo>
                  <a:lnTo>
                    <a:pt x="20765" y="404607"/>
                  </a:lnTo>
                  <a:lnTo>
                    <a:pt x="5571" y="382071"/>
                  </a:lnTo>
                  <a:lnTo>
                    <a:pt x="0" y="354474"/>
                  </a:lnTo>
                  <a:lnTo>
                    <a:pt x="0" y="70898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77458" y="5678423"/>
            <a:ext cx="4285615" cy="1150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3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product(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name, description)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company(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address)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makes(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cname,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quantity)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54399" y="227075"/>
            <a:ext cx="6965950" cy="97980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 marR="5080" indent="1403985">
              <a:lnSpc>
                <a:spcPct val="73900"/>
              </a:lnSpc>
              <a:spcBef>
                <a:spcPts val="1225"/>
              </a:spcBef>
            </a:pPr>
            <a:r>
              <a:rPr sz="3600" spc="-130" dirty="0"/>
              <a:t>R</a:t>
            </a:r>
            <a:r>
              <a:rPr sz="3600" spc="-125" dirty="0"/>
              <a:t>e</a:t>
            </a:r>
            <a:r>
              <a:rPr sz="3600" spc="-114" dirty="0"/>
              <a:t>l</a:t>
            </a:r>
            <a:r>
              <a:rPr sz="3600" spc="-125" dirty="0"/>
              <a:t>a</a:t>
            </a:r>
            <a:r>
              <a:rPr sz="3600" spc="-120" dirty="0"/>
              <a:t>t</a:t>
            </a:r>
            <a:r>
              <a:rPr sz="3600" spc="-114" dirty="0"/>
              <a:t>i</a:t>
            </a:r>
            <a:r>
              <a:rPr sz="3600" spc="-125" dirty="0"/>
              <a:t>o</a:t>
            </a:r>
            <a:r>
              <a:rPr sz="3600" spc="-120" dirty="0"/>
              <a:t>n</a:t>
            </a:r>
            <a:r>
              <a:rPr sz="3600" spc="-130" dirty="0"/>
              <a:t>s</a:t>
            </a:r>
            <a:r>
              <a:rPr sz="3600" spc="-125" dirty="0"/>
              <a:t>h</a:t>
            </a:r>
            <a:r>
              <a:rPr sz="3600" spc="-114" dirty="0"/>
              <a:t>i</a:t>
            </a:r>
            <a:r>
              <a:rPr sz="3600" dirty="0"/>
              <a:t>p</a:t>
            </a:r>
            <a:r>
              <a:rPr sz="3600" spc="-245" dirty="0"/>
              <a:t> </a:t>
            </a:r>
            <a:r>
              <a:rPr sz="3600" spc="-130" dirty="0"/>
              <a:t>S</a:t>
            </a:r>
            <a:r>
              <a:rPr sz="3600" spc="-125" dirty="0"/>
              <a:t>e</a:t>
            </a:r>
            <a:r>
              <a:rPr sz="3600" spc="-120" dirty="0"/>
              <a:t>t</a:t>
            </a:r>
            <a:r>
              <a:rPr sz="3600" dirty="0"/>
              <a:t>:  </a:t>
            </a:r>
            <a:r>
              <a:rPr sz="3600" spc="-135" dirty="0"/>
              <a:t>M</a:t>
            </a:r>
            <a:r>
              <a:rPr sz="3600" spc="-120" dirty="0"/>
              <a:t>a</a:t>
            </a:r>
            <a:r>
              <a:rPr sz="3600" spc="-125" dirty="0"/>
              <a:t>n</a:t>
            </a:r>
            <a:r>
              <a:rPr sz="3600" spc="-130" dirty="0"/>
              <a:t>y</a:t>
            </a:r>
            <a:r>
              <a:rPr sz="3600" spc="-114" dirty="0"/>
              <a:t>-</a:t>
            </a:r>
            <a:r>
              <a:rPr sz="3600" spc="-120" dirty="0"/>
              <a:t>t</a:t>
            </a:r>
            <a:r>
              <a:rPr sz="3600" spc="-125" dirty="0"/>
              <a:t>o</a:t>
            </a:r>
            <a:r>
              <a:rPr sz="3600" spc="-114" dirty="0"/>
              <a:t>-</a:t>
            </a:r>
            <a:r>
              <a:rPr sz="3600" spc="-135" dirty="0"/>
              <a:t>O</a:t>
            </a:r>
            <a:r>
              <a:rPr sz="3600" spc="-125" dirty="0"/>
              <a:t>n</a:t>
            </a:r>
            <a:r>
              <a:rPr sz="3600" dirty="0"/>
              <a:t>e</a:t>
            </a:r>
            <a:r>
              <a:rPr sz="3600" spc="-235" dirty="0"/>
              <a:t> </a:t>
            </a:r>
            <a:r>
              <a:rPr sz="3600" dirty="0"/>
              <a:t>/</a:t>
            </a:r>
            <a:r>
              <a:rPr sz="3600" spc="-235" dirty="0"/>
              <a:t> </a:t>
            </a:r>
            <a:r>
              <a:rPr sz="3600" spc="-135" dirty="0"/>
              <a:t>O</a:t>
            </a:r>
            <a:r>
              <a:rPr sz="3600" spc="-125" dirty="0"/>
              <a:t>ne</a:t>
            </a:r>
            <a:r>
              <a:rPr sz="3600" spc="-114" dirty="0"/>
              <a:t>-</a:t>
            </a:r>
            <a:r>
              <a:rPr sz="3600" spc="-120" dirty="0"/>
              <a:t>t</a:t>
            </a:r>
            <a:r>
              <a:rPr sz="3600" spc="-125" dirty="0"/>
              <a:t>o</a:t>
            </a:r>
            <a:r>
              <a:rPr sz="3600" spc="-114" dirty="0"/>
              <a:t>-</a:t>
            </a:r>
            <a:r>
              <a:rPr sz="3600" spc="-135" dirty="0"/>
              <a:t>M</a:t>
            </a:r>
            <a:r>
              <a:rPr sz="3600" spc="-120" dirty="0"/>
              <a:t>a</a:t>
            </a:r>
            <a:r>
              <a:rPr sz="3600" spc="-125" dirty="0"/>
              <a:t>n</a:t>
            </a:r>
            <a:r>
              <a:rPr sz="3600" dirty="0"/>
              <a:t>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8632" y="1322831"/>
            <a:ext cx="8483600" cy="11442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4575" marR="914400" indent="-1032510">
              <a:lnSpc>
                <a:spcPts val="2280"/>
              </a:lnSpc>
              <a:spcBef>
                <a:spcPts val="375"/>
              </a:spcBef>
            </a:pP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both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participating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and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attributes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itself</a:t>
            </a:r>
            <a:endParaRPr sz="2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 entity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 on the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“many”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side</a:t>
            </a:r>
            <a:endParaRPr sz="2100" dirty="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129" y="3057018"/>
            <a:ext cx="7367827" cy="253331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58638" y="4113784"/>
            <a:ext cx="7372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19564" y="4113784"/>
            <a:ext cx="8921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ompan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9656" y="4119879"/>
            <a:ext cx="6553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ma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48577" y="3473703"/>
            <a:ext cx="310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63875" y="3150615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30578" y="3190240"/>
            <a:ext cx="6673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30585" y="3421888"/>
            <a:ext cx="10560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21532" y="3184144"/>
            <a:ext cx="7854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70813" y="4997704"/>
            <a:ext cx="7740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quan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00584" y="5948789"/>
            <a:ext cx="4102735" cy="746125"/>
            <a:chOff x="4900584" y="5948789"/>
            <a:chExt cx="4102735" cy="746125"/>
          </a:xfrm>
        </p:grpSpPr>
        <p:sp>
          <p:nvSpPr>
            <p:cNvPr id="19" name="object 19"/>
            <p:cNvSpPr/>
            <p:nvPr/>
          </p:nvSpPr>
          <p:spPr>
            <a:xfrm>
              <a:off x="4907252" y="5955456"/>
              <a:ext cx="4089400" cy="732790"/>
            </a:xfrm>
            <a:custGeom>
              <a:avLst/>
              <a:gdLst/>
              <a:ahLst/>
              <a:cxnLst/>
              <a:rect l="l" t="t" r="r" b="b"/>
              <a:pathLst>
                <a:path w="4089400" h="732790">
                  <a:moveTo>
                    <a:pt x="1907618" y="478480"/>
                  </a:moveTo>
                  <a:lnTo>
                    <a:pt x="972633" y="478480"/>
                  </a:lnTo>
                  <a:lnTo>
                    <a:pt x="0" y="732768"/>
                  </a:lnTo>
                  <a:lnTo>
                    <a:pt x="1907618" y="478480"/>
                  </a:lnTo>
                  <a:close/>
                </a:path>
                <a:path w="4089400" h="732790">
                  <a:moveTo>
                    <a:pt x="4009501" y="0"/>
                  </a:moveTo>
                  <a:lnTo>
                    <a:pt x="429058" y="0"/>
                  </a:lnTo>
                  <a:lnTo>
                    <a:pt x="398016" y="6266"/>
                  </a:lnTo>
                  <a:lnTo>
                    <a:pt x="372668" y="23357"/>
                  </a:lnTo>
                  <a:lnTo>
                    <a:pt x="355577" y="48705"/>
                  </a:lnTo>
                  <a:lnTo>
                    <a:pt x="349310" y="79747"/>
                  </a:lnTo>
                  <a:lnTo>
                    <a:pt x="349310" y="398731"/>
                  </a:lnTo>
                  <a:lnTo>
                    <a:pt x="355577" y="429773"/>
                  </a:lnTo>
                  <a:lnTo>
                    <a:pt x="372668" y="455122"/>
                  </a:lnTo>
                  <a:lnTo>
                    <a:pt x="398016" y="472213"/>
                  </a:lnTo>
                  <a:lnTo>
                    <a:pt x="429058" y="478480"/>
                  </a:lnTo>
                  <a:lnTo>
                    <a:pt x="4009501" y="478480"/>
                  </a:lnTo>
                  <a:lnTo>
                    <a:pt x="4040543" y="472213"/>
                  </a:lnTo>
                  <a:lnTo>
                    <a:pt x="4065892" y="455122"/>
                  </a:lnTo>
                  <a:lnTo>
                    <a:pt x="4082983" y="429773"/>
                  </a:lnTo>
                  <a:lnTo>
                    <a:pt x="4089250" y="398731"/>
                  </a:lnTo>
                  <a:lnTo>
                    <a:pt x="4089250" y="79747"/>
                  </a:lnTo>
                  <a:lnTo>
                    <a:pt x="4082983" y="48705"/>
                  </a:lnTo>
                  <a:lnTo>
                    <a:pt x="4065892" y="23357"/>
                  </a:lnTo>
                  <a:lnTo>
                    <a:pt x="4040543" y="6266"/>
                  </a:lnTo>
                  <a:lnTo>
                    <a:pt x="400950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07252" y="5955456"/>
              <a:ext cx="4089400" cy="732790"/>
            </a:xfrm>
            <a:custGeom>
              <a:avLst/>
              <a:gdLst/>
              <a:ahLst/>
              <a:cxnLst/>
              <a:rect l="l" t="t" r="r" b="b"/>
              <a:pathLst>
                <a:path w="4089400" h="732790">
                  <a:moveTo>
                    <a:pt x="349310" y="79748"/>
                  </a:moveTo>
                  <a:lnTo>
                    <a:pt x="355577" y="48706"/>
                  </a:lnTo>
                  <a:lnTo>
                    <a:pt x="372668" y="23357"/>
                  </a:lnTo>
                  <a:lnTo>
                    <a:pt x="398016" y="6267"/>
                  </a:lnTo>
                  <a:lnTo>
                    <a:pt x="429058" y="0"/>
                  </a:lnTo>
                  <a:lnTo>
                    <a:pt x="972633" y="0"/>
                  </a:lnTo>
                  <a:lnTo>
                    <a:pt x="1907618" y="0"/>
                  </a:lnTo>
                  <a:lnTo>
                    <a:pt x="4009502" y="0"/>
                  </a:lnTo>
                  <a:lnTo>
                    <a:pt x="4040543" y="6267"/>
                  </a:lnTo>
                  <a:lnTo>
                    <a:pt x="4065891" y="23357"/>
                  </a:lnTo>
                  <a:lnTo>
                    <a:pt x="4082982" y="48706"/>
                  </a:lnTo>
                  <a:lnTo>
                    <a:pt x="4089249" y="79748"/>
                  </a:lnTo>
                  <a:lnTo>
                    <a:pt x="4089249" y="279114"/>
                  </a:lnTo>
                  <a:lnTo>
                    <a:pt x="4089249" y="398732"/>
                  </a:lnTo>
                  <a:lnTo>
                    <a:pt x="4082982" y="429774"/>
                  </a:lnTo>
                  <a:lnTo>
                    <a:pt x="4065891" y="455123"/>
                  </a:lnTo>
                  <a:lnTo>
                    <a:pt x="4040543" y="472213"/>
                  </a:lnTo>
                  <a:lnTo>
                    <a:pt x="4009502" y="478480"/>
                  </a:lnTo>
                  <a:lnTo>
                    <a:pt x="1907618" y="478480"/>
                  </a:lnTo>
                  <a:lnTo>
                    <a:pt x="0" y="732768"/>
                  </a:lnTo>
                  <a:lnTo>
                    <a:pt x="972633" y="478480"/>
                  </a:lnTo>
                  <a:lnTo>
                    <a:pt x="429058" y="478480"/>
                  </a:lnTo>
                  <a:lnTo>
                    <a:pt x="398016" y="472213"/>
                  </a:lnTo>
                  <a:lnTo>
                    <a:pt x="372668" y="455123"/>
                  </a:lnTo>
                  <a:lnTo>
                    <a:pt x="355577" y="429774"/>
                  </a:lnTo>
                  <a:lnTo>
                    <a:pt x="349310" y="398732"/>
                  </a:lnTo>
                  <a:lnTo>
                    <a:pt x="349310" y="279114"/>
                  </a:lnTo>
                  <a:lnTo>
                    <a:pt x="349310" y="79748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442356" y="6052311"/>
            <a:ext cx="33877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Primary</a:t>
            </a:r>
            <a:r>
              <a:rPr sz="17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key</a:t>
            </a:r>
            <a:r>
              <a:rPr sz="17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7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“many”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side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0" y="5364479"/>
            <a:ext cx="4655820" cy="995044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instructor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sz="21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instr_ID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,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name, salary)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department 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dept_id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name)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work_for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(</a:t>
            </a:r>
            <a:r>
              <a:rPr sz="21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instr_ID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dept_id)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773768" y="3705467"/>
            <a:ext cx="1418590" cy="811530"/>
            <a:chOff x="4773768" y="3705467"/>
            <a:chExt cx="1418590" cy="811530"/>
          </a:xfrm>
        </p:grpSpPr>
        <p:sp>
          <p:nvSpPr>
            <p:cNvPr id="4" name="object 4"/>
            <p:cNvSpPr/>
            <p:nvPr/>
          </p:nvSpPr>
          <p:spPr>
            <a:xfrm>
              <a:off x="4780436" y="3712135"/>
              <a:ext cx="1405255" cy="798195"/>
            </a:xfrm>
            <a:custGeom>
              <a:avLst/>
              <a:gdLst/>
              <a:ahLst/>
              <a:cxnLst/>
              <a:rect l="l" t="t" r="r" b="b"/>
              <a:pathLst>
                <a:path w="1405254" h="798195">
                  <a:moveTo>
                    <a:pt x="702444" y="0"/>
                  </a:moveTo>
                  <a:lnTo>
                    <a:pt x="0" y="399044"/>
                  </a:lnTo>
                  <a:lnTo>
                    <a:pt x="702444" y="798087"/>
                  </a:lnTo>
                  <a:lnTo>
                    <a:pt x="1404890" y="399044"/>
                  </a:lnTo>
                  <a:lnTo>
                    <a:pt x="702444" y="0"/>
                  </a:lnTo>
                  <a:close/>
                </a:path>
              </a:pathLst>
            </a:custGeom>
            <a:solidFill>
              <a:srgbClr val="CCD1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80436" y="3712135"/>
              <a:ext cx="1405255" cy="798195"/>
            </a:xfrm>
            <a:custGeom>
              <a:avLst/>
              <a:gdLst/>
              <a:ahLst/>
              <a:cxnLst/>
              <a:rect l="l" t="t" r="r" b="b"/>
              <a:pathLst>
                <a:path w="1405254" h="798195">
                  <a:moveTo>
                    <a:pt x="0" y="399043"/>
                  </a:moveTo>
                  <a:lnTo>
                    <a:pt x="702445" y="0"/>
                  </a:lnTo>
                  <a:lnTo>
                    <a:pt x="1404890" y="399043"/>
                  </a:lnTo>
                  <a:lnTo>
                    <a:pt x="702445" y="798087"/>
                  </a:lnTo>
                  <a:lnTo>
                    <a:pt x="0" y="399043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060558" y="3933952"/>
            <a:ext cx="8445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work_for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6216" y="3879915"/>
            <a:ext cx="1404620" cy="481330"/>
          </a:xfrm>
          <a:prstGeom prst="rect">
            <a:avLst/>
          </a:prstGeom>
          <a:solidFill>
            <a:srgbClr val="D5FFFF"/>
          </a:solidFill>
          <a:ln w="13334">
            <a:solidFill>
              <a:srgbClr val="292934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765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instructor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67098" y="2468232"/>
            <a:ext cx="1093470" cy="676910"/>
            <a:chOff x="3467098" y="2468232"/>
            <a:chExt cx="1093470" cy="676910"/>
          </a:xfrm>
        </p:grpSpPr>
        <p:sp>
          <p:nvSpPr>
            <p:cNvPr id="9" name="object 9"/>
            <p:cNvSpPr/>
            <p:nvPr/>
          </p:nvSpPr>
          <p:spPr>
            <a:xfrm>
              <a:off x="3473766" y="2474899"/>
              <a:ext cx="1080135" cy="663575"/>
            </a:xfrm>
            <a:custGeom>
              <a:avLst/>
              <a:gdLst/>
              <a:ahLst/>
              <a:cxnLst/>
              <a:rect l="l" t="t" r="r" b="b"/>
              <a:pathLst>
                <a:path w="1080135" h="663575">
                  <a:moveTo>
                    <a:pt x="539878" y="0"/>
                  </a:moveTo>
                  <a:lnTo>
                    <a:pt x="481052" y="1945"/>
                  </a:lnTo>
                  <a:lnTo>
                    <a:pt x="424061" y="7649"/>
                  </a:lnTo>
                  <a:lnTo>
                    <a:pt x="369234" y="16906"/>
                  </a:lnTo>
                  <a:lnTo>
                    <a:pt x="316901" y="29517"/>
                  </a:lnTo>
                  <a:lnTo>
                    <a:pt x="267391" y="45277"/>
                  </a:lnTo>
                  <a:lnTo>
                    <a:pt x="221033" y="63986"/>
                  </a:lnTo>
                  <a:lnTo>
                    <a:pt x="178156" y="85440"/>
                  </a:lnTo>
                  <a:lnTo>
                    <a:pt x="139090" y="109437"/>
                  </a:lnTo>
                  <a:lnTo>
                    <a:pt x="104165" y="135775"/>
                  </a:lnTo>
                  <a:lnTo>
                    <a:pt x="73709" y="164252"/>
                  </a:lnTo>
                  <a:lnTo>
                    <a:pt x="48052" y="194665"/>
                  </a:lnTo>
                  <a:lnTo>
                    <a:pt x="27523" y="226812"/>
                  </a:lnTo>
                  <a:lnTo>
                    <a:pt x="3167" y="295499"/>
                  </a:lnTo>
                  <a:lnTo>
                    <a:pt x="0" y="331635"/>
                  </a:lnTo>
                  <a:lnTo>
                    <a:pt x="3167" y="367770"/>
                  </a:lnTo>
                  <a:lnTo>
                    <a:pt x="27523" y="436458"/>
                  </a:lnTo>
                  <a:lnTo>
                    <a:pt x="48052" y="468605"/>
                  </a:lnTo>
                  <a:lnTo>
                    <a:pt x="73709" y="499018"/>
                  </a:lnTo>
                  <a:lnTo>
                    <a:pt x="104165" y="527495"/>
                  </a:lnTo>
                  <a:lnTo>
                    <a:pt x="139090" y="553833"/>
                  </a:lnTo>
                  <a:lnTo>
                    <a:pt x="178156" y="577830"/>
                  </a:lnTo>
                  <a:lnTo>
                    <a:pt x="221033" y="599285"/>
                  </a:lnTo>
                  <a:lnTo>
                    <a:pt x="267391" y="617993"/>
                  </a:lnTo>
                  <a:lnTo>
                    <a:pt x="316901" y="633754"/>
                  </a:lnTo>
                  <a:lnTo>
                    <a:pt x="369234" y="646364"/>
                  </a:lnTo>
                  <a:lnTo>
                    <a:pt x="424061" y="655622"/>
                  </a:lnTo>
                  <a:lnTo>
                    <a:pt x="481052" y="661325"/>
                  </a:lnTo>
                  <a:lnTo>
                    <a:pt x="539878" y="663271"/>
                  </a:lnTo>
                  <a:lnTo>
                    <a:pt x="598703" y="661325"/>
                  </a:lnTo>
                  <a:lnTo>
                    <a:pt x="655694" y="655622"/>
                  </a:lnTo>
                  <a:lnTo>
                    <a:pt x="710521" y="646364"/>
                  </a:lnTo>
                  <a:lnTo>
                    <a:pt x="762854" y="633754"/>
                  </a:lnTo>
                  <a:lnTo>
                    <a:pt x="812365" y="617993"/>
                  </a:lnTo>
                  <a:lnTo>
                    <a:pt x="858723" y="599285"/>
                  </a:lnTo>
                  <a:lnTo>
                    <a:pt x="901600" y="577830"/>
                  </a:lnTo>
                  <a:lnTo>
                    <a:pt x="940665" y="553833"/>
                  </a:lnTo>
                  <a:lnTo>
                    <a:pt x="975591" y="527495"/>
                  </a:lnTo>
                  <a:lnTo>
                    <a:pt x="1006047" y="499018"/>
                  </a:lnTo>
                  <a:lnTo>
                    <a:pt x="1031704" y="468605"/>
                  </a:lnTo>
                  <a:lnTo>
                    <a:pt x="1052233" y="436458"/>
                  </a:lnTo>
                  <a:lnTo>
                    <a:pt x="1076588" y="367770"/>
                  </a:lnTo>
                  <a:lnTo>
                    <a:pt x="1079756" y="331635"/>
                  </a:lnTo>
                  <a:lnTo>
                    <a:pt x="1076588" y="295499"/>
                  </a:lnTo>
                  <a:lnTo>
                    <a:pt x="1052233" y="226812"/>
                  </a:lnTo>
                  <a:lnTo>
                    <a:pt x="1031704" y="194665"/>
                  </a:lnTo>
                  <a:lnTo>
                    <a:pt x="1006047" y="164252"/>
                  </a:lnTo>
                  <a:lnTo>
                    <a:pt x="975591" y="135775"/>
                  </a:lnTo>
                  <a:lnTo>
                    <a:pt x="940665" y="109437"/>
                  </a:lnTo>
                  <a:lnTo>
                    <a:pt x="901600" y="85440"/>
                  </a:lnTo>
                  <a:lnTo>
                    <a:pt x="858723" y="63986"/>
                  </a:lnTo>
                  <a:lnTo>
                    <a:pt x="812365" y="45277"/>
                  </a:lnTo>
                  <a:lnTo>
                    <a:pt x="762854" y="29517"/>
                  </a:lnTo>
                  <a:lnTo>
                    <a:pt x="710521" y="16906"/>
                  </a:lnTo>
                  <a:lnTo>
                    <a:pt x="655694" y="7649"/>
                  </a:lnTo>
                  <a:lnTo>
                    <a:pt x="598703" y="1945"/>
                  </a:lnTo>
                  <a:lnTo>
                    <a:pt x="539878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73766" y="2474899"/>
              <a:ext cx="1080135" cy="663575"/>
            </a:xfrm>
            <a:custGeom>
              <a:avLst/>
              <a:gdLst/>
              <a:ahLst/>
              <a:cxnLst/>
              <a:rect l="l" t="t" r="r" b="b"/>
              <a:pathLst>
                <a:path w="1080135" h="663575">
                  <a:moveTo>
                    <a:pt x="0" y="331635"/>
                  </a:moveTo>
                  <a:lnTo>
                    <a:pt x="12452" y="260491"/>
                  </a:lnTo>
                  <a:lnTo>
                    <a:pt x="48052" y="194665"/>
                  </a:lnTo>
                  <a:lnTo>
                    <a:pt x="73709" y="164252"/>
                  </a:lnTo>
                  <a:lnTo>
                    <a:pt x="104165" y="135775"/>
                  </a:lnTo>
                  <a:lnTo>
                    <a:pt x="139090" y="109437"/>
                  </a:lnTo>
                  <a:lnTo>
                    <a:pt x="178156" y="85440"/>
                  </a:lnTo>
                  <a:lnTo>
                    <a:pt x="221033" y="63986"/>
                  </a:lnTo>
                  <a:lnTo>
                    <a:pt x="267391" y="45277"/>
                  </a:lnTo>
                  <a:lnTo>
                    <a:pt x="316901" y="29517"/>
                  </a:lnTo>
                  <a:lnTo>
                    <a:pt x="369234" y="16907"/>
                  </a:lnTo>
                  <a:lnTo>
                    <a:pt x="424061" y="7649"/>
                  </a:lnTo>
                  <a:lnTo>
                    <a:pt x="481052" y="1945"/>
                  </a:lnTo>
                  <a:lnTo>
                    <a:pt x="539877" y="0"/>
                  </a:lnTo>
                  <a:lnTo>
                    <a:pt x="598703" y="1945"/>
                  </a:lnTo>
                  <a:lnTo>
                    <a:pt x="655694" y="7649"/>
                  </a:lnTo>
                  <a:lnTo>
                    <a:pt x="710521" y="16907"/>
                  </a:lnTo>
                  <a:lnTo>
                    <a:pt x="762854" y="29517"/>
                  </a:lnTo>
                  <a:lnTo>
                    <a:pt x="812364" y="45277"/>
                  </a:lnTo>
                  <a:lnTo>
                    <a:pt x="858722" y="63986"/>
                  </a:lnTo>
                  <a:lnTo>
                    <a:pt x="901599" y="85440"/>
                  </a:lnTo>
                  <a:lnTo>
                    <a:pt x="940665" y="109437"/>
                  </a:lnTo>
                  <a:lnTo>
                    <a:pt x="975590" y="135775"/>
                  </a:lnTo>
                  <a:lnTo>
                    <a:pt x="1006046" y="164252"/>
                  </a:lnTo>
                  <a:lnTo>
                    <a:pt x="1031703" y="194665"/>
                  </a:lnTo>
                  <a:lnTo>
                    <a:pt x="1052232" y="226813"/>
                  </a:lnTo>
                  <a:lnTo>
                    <a:pt x="1076587" y="295500"/>
                  </a:lnTo>
                  <a:lnTo>
                    <a:pt x="1079755" y="331635"/>
                  </a:lnTo>
                  <a:lnTo>
                    <a:pt x="1076587" y="367770"/>
                  </a:lnTo>
                  <a:lnTo>
                    <a:pt x="1052232" y="436458"/>
                  </a:lnTo>
                  <a:lnTo>
                    <a:pt x="1031703" y="468605"/>
                  </a:lnTo>
                  <a:lnTo>
                    <a:pt x="1006046" y="499018"/>
                  </a:lnTo>
                  <a:lnTo>
                    <a:pt x="975590" y="527495"/>
                  </a:lnTo>
                  <a:lnTo>
                    <a:pt x="940665" y="553833"/>
                  </a:lnTo>
                  <a:lnTo>
                    <a:pt x="901599" y="577830"/>
                  </a:lnTo>
                  <a:lnTo>
                    <a:pt x="858722" y="599284"/>
                  </a:lnTo>
                  <a:lnTo>
                    <a:pt x="812364" y="617993"/>
                  </a:lnTo>
                  <a:lnTo>
                    <a:pt x="762854" y="633753"/>
                  </a:lnTo>
                  <a:lnTo>
                    <a:pt x="710521" y="646364"/>
                  </a:lnTo>
                  <a:lnTo>
                    <a:pt x="655694" y="655622"/>
                  </a:lnTo>
                  <a:lnTo>
                    <a:pt x="598703" y="661325"/>
                  </a:lnTo>
                  <a:lnTo>
                    <a:pt x="539877" y="663271"/>
                  </a:lnTo>
                  <a:lnTo>
                    <a:pt x="481052" y="661325"/>
                  </a:lnTo>
                  <a:lnTo>
                    <a:pt x="424061" y="655622"/>
                  </a:lnTo>
                  <a:lnTo>
                    <a:pt x="369234" y="646364"/>
                  </a:lnTo>
                  <a:lnTo>
                    <a:pt x="316901" y="633753"/>
                  </a:lnTo>
                  <a:lnTo>
                    <a:pt x="267391" y="617993"/>
                  </a:lnTo>
                  <a:lnTo>
                    <a:pt x="221033" y="599284"/>
                  </a:lnTo>
                  <a:lnTo>
                    <a:pt x="178156" y="577830"/>
                  </a:lnTo>
                  <a:lnTo>
                    <a:pt x="139090" y="553833"/>
                  </a:lnTo>
                  <a:lnTo>
                    <a:pt x="104165" y="527495"/>
                  </a:lnTo>
                  <a:lnTo>
                    <a:pt x="73709" y="499018"/>
                  </a:lnTo>
                  <a:lnTo>
                    <a:pt x="48052" y="468605"/>
                  </a:lnTo>
                  <a:lnTo>
                    <a:pt x="27523" y="436458"/>
                  </a:lnTo>
                  <a:lnTo>
                    <a:pt x="3167" y="367770"/>
                  </a:lnTo>
                  <a:lnTo>
                    <a:pt x="0" y="331635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744595" y="2659888"/>
            <a:ext cx="5956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ala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50189" y="2449308"/>
            <a:ext cx="1093470" cy="676910"/>
            <a:chOff x="2250189" y="2449308"/>
            <a:chExt cx="1093470" cy="676910"/>
          </a:xfrm>
        </p:grpSpPr>
        <p:sp>
          <p:nvSpPr>
            <p:cNvPr id="13" name="object 13"/>
            <p:cNvSpPr/>
            <p:nvPr/>
          </p:nvSpPr>
          <p:spPr>
            <a:xfrm>
              <a:off x="2256857" y="2455975"/>
              <a:ext cx="1080135" cy="663575"/>
            </a:xfrm>
            <a:custGeom>
              <a:avLst/>
              <a:gdLst/>
              <a:ahLst/>
              <a:cxnLst/>
              <a:rect l="l" t="t" r="r" b="b"/>
              <a:pathLst>
                <a:path w="1080135" h="663575">
                  <a:moveTo>
                    <a:pt x="539878" y="0"/>
                  </a:moveTo>
                  <a:lnTo>
                    <a:pt x="481052" y="1945"/>
                  </a:lnTo>
                  <a:lnTo>
                    <a:pt x="424061" y="7649"/>
                  </a:lnTo>
                  <a:lnTo>
                    <a:pt x="369234" y="16906"/>
                  </a:lnTo>
                  <a:lnTo>
                    <a:pt x="316901" y="29517"/>
                  </a:lnTo>
                  <a:lnTo>
                    <a:pt x="267391" y="45277"/>
                  </a:lnTo>
                  <a:lnTo>
                    <a:pt x="221033" y="63986"/>
                  </a:lnTo>
                  <a:lnTo>
                    <a:pt x="178156" y="85440"/>
                  </a:lnTo>
                  <a:lnTo>
                    <a:pt x="139090" y="109437"/>
                  </a:lnTo>
                  <a:lnTo>
                    <a:pt x="104165" y="135775"/>
                  </a:lnTo>
                  <a:lnTo>
                    <a:pt x="73709" y="164252"/>
                  </a:lnTo>
                  <a:lnTo>
                    <a:pt x="48052" y="194665"/>
                  </a:lnTo>
                  <a:lnTo>
                    <a:pt x="27523" y="226812"/>
                  </a:lnTo>
                  <a:lnTo>
                    <a:pt x="3167" y="295499"/>
                  </a:lnTo>
                  <a:lnTo>
                    <a:pt x="0" y="331635"/>
                  </a:lnTo>
                  <a:lnTo>
                    <a:pt x="3167" y="367770"/>
                  </a:lnTo>
                  <a:lnTo>
                    <a:pt x="27523" y="436458"/>
                  </a:lnTo>
                  <a:lnTo>
                    <a:pt x="48052" y="468605"/>
                  </a:lnTo>
                  <a:lnTo>
                    <a:pt x="73709" y="499018"/>
                  </a:lnTo>
                  <a:lnTo>
                    <a:pt x="104165" y="527495"/>
                  </a:lnTo>
                  <a:lnTo>
                    <a:pt x="139090" y="553833"/>
                  </a:lnTo>
                  <a:lnTo>
                    <a:pt x="178156" y="577830"/>
                  </a:lnTo>
                  <a:lnTo>
                    <a:pt x="221033" y="599285"/>
                  </a:lnTo>
                  <a:lnTo>
                    <a:pt x="267391" y="617993"/>
                  </a:lnTo>
                  <a:lnTo>
                    <a:pt x="316901" y="633754"/>
                  </a:lnTo>
                  <a:lnTo>
                    <a:pt x="369234" y="646364"/>
                  </a:lnTo>
                  <a:lnTo>
                    <a:pt x="424061" y="655622"/>
                  </a:lnTo>
                  <a:lnTo>
                    <a:pt x="481052" y="661325"/>
                  </a:lnTo>
                  <a:lnTo>
                    <a:pt x="539878" y="663271"/>
                  </a:lnTo>
                  <a:lnTo>
                    <a:pt x="598703" y="661325"/>
                  </a:lnTo>
                  <a:lnTo>
                    <a:pt x="655694" y="655622"/>
                  </a:lnTo>
                  <a:lnTo>
                    <a:pt x="710521" y="646364"/>
                  </a:lnTo>
                  <a:lnTo>
                    <a:pt x="762854" y="633754"/>
                  </a:lnTo>
                  <a:lnTo>
                    <a:pt x="812364" y="617993"/>
                  </a:lnTo>
                  <a:lnTo>
                    <a:pt x="858722" y="599285"/>
                  </a:lnTo>
                  <a:lnTo>
                    <a:pt x="901599" y="577830"/>
                  </a:lnTo>
                  <a:lnTo>
                    <a:pt x="940664" y="553833"/>
                  </a:lnTo>
                  <a:lnTo>
                    <a:pt x="975590" y="527495"/>
                  </a:lnTo>
                  <a:lnTo>
                    <a:pt x="1006046" y="499018"/>
                  </a:lnTo>
                  <a:lnTo>
                    <a:pt x="1031703" y="468605"/>
                  </a:lnTo>
                  <a:lnTo>
                    <a:pt x="1052231" y="436458"/>
                  </a:lnTo>
                  <a:lnTo>
                    <a:pt x="1076587" y="367770"/>
                  </a:lnTo>
                  <a:lnTo>
                    <a:pt x="1079755" y="331635"/>
                  </a:lnTo>
                  <a:lnTo>
                    <a:pt x="1076587" y="295499"/>
                  </a:lnTo>
                  <a:lnTo>
                    <a:pt x="1052231" y="226812"/>
                  </a:lnTo>
                  <a:lnTo>
                    <a:pt x="1031703" y="194665"/>
                  </a:lnTo>
                  <a:lnTo>
                    <a:pt x="1006046" y="164252"/>
                  </a:lnTo>
                  <a:lnTo>
                    <a:pt x="975590" y="135775"/>
                  </a:lnTo>
                  <a:lnTo>
                    <a:pt x="940664" y="109437"/>
                  </a:lnTo>
                  <a:lnTo>
                    <a:pt x="901599" y="85440"/>
                  </a:lnTo>
                  <a:lnTo>
                    <a:pt x="858722" y="63986"/>
                  </a:lnTo>
                  <a:lnTo>
                    <a:pt x="812364" y="45277"/>
                  </a:lnTo>
                  <a:lnTo>
                    <a:pt x="762854" y="29517"/>
                  </a:lnTo>
                  <a:lnTo>
                    <a:pt x="710521" y="16906"/>
                  </a:lnTo>
                  <a:lnTo>
                    <a:pt x="655694" y="7649"/>
                  </a:lnTo>
                  <a:lnTo>
                    <a:pt x="598703" y="1945"/>
                  </a:lnTo>
                  <a:lnTo>
                    <a:pt x="539878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56857" y="2455975"/>
              <a:ext cx="1080135" cy="663575"/>
            </a:xfrm>
            <a:custGeom>
              <a:avLst/>
              <a:gdLst/>
              <a:ahLst/>
              <a:cxnLst/>
              <a:rect l="l" t="t" r="r" b="b"/>
              <a:pathLst>
                <a:path w="1080135" h="663575">
                  <a:moveTo>
                    <a:pt x="0" y="331635"/>
                  </a:moveTo>
                  <a:lnTo>
                    <a:pt x="12452" y="260491"/>
                  </a:lnTo>
                  <a:lnTo>
                    <a:pt x="48052" y="194665"/>
                  </a:lnTo>
                  <a:lnTo>
                    <a:pt x="73709" y="164252"/>
                  </a:lnTo>
                  <a:lnTo>
                    <a:pt x="104165" y="135775"/>
                  </a:lnTo>
                  <a:lnTo>
                    <a:pt x="139090" y="109437"/>
                  </a:lnTo>
                  <a:lnTo>
                    <a:pt x="178156" y="85440"/>
                  </a:lnTo>
                  <a:lnTo>
                    <a:pt x="221032" y="63986"/>
                  </a:lnTo>
                  <a:lnTo>
                    <a:pt x="267390" y="45277"/>
                  </a:lnTo>
                  <a:lnTo>
                    <a:pt x="316901" y="29517"/>
                  </a:lnTo>
                  <a:lnTo>
                    <a:pt x="369234" y="16907"/>
                  </a:lnTo>
                  <a:lnTo>
                    <a:pt x="424061" y="7649"/>
                  </a:lnTo>
                  <a:lnTo>
                    <a:pt x="481051" y="1945"/>
                  </a:lnTo>
                  <a:lnTo>
                    <a:pt x="539877" y="0"/>
                  </a:lnTo>
                  <a:lnTo>
                    <a:pt x="598702" y="1945"/>
                  </a:lnTo>
                  <a:lnTo>
                    <a:pt x="655693" y="7649"/>
                  </a:lnTo>
                  <a:lnTo>
                    <a:pt x="710520" y="16907"/>
                  </a:lnTo>
                  <a:lnTo>
                    <a:pt x="762853" y="29517"/>
                  </a:lnTo>
                  <a:lnTo>
                    <a:pt x="812363" y="45277"/>
                  </a:lnTo>
                  <a:lnTo>
                    <a:pt x="858721" y="63986"/>
                  </a:lnTo>
                  <a:lnTo>
                    <a:pt x="901598" y="85440"/>
                  </a:lnTo>
                  <a:lnTo>
                    <a:pt x="940664" y="109437"/>
                  </a:lnTo>
                  <a:lnTo>
                    <a:pt x="975589" y="135775"/>
                  </a:lnTo>
                  <a:lnTo>
                    <a:pt x="1006045" y="164252"/>
                  </a:lnTo>
                  <a:lnTo>
                    <a:pt x="1031702" y="194665"/>
                  </a:lnTo>
                  <a:lnTo>
                    <a:pt x="1052231" y="226813"/>
                  </a:lnTo>
                  <a:lnTo>
                    <a:pt x="1076586" y="295500"/>
                  </a:lnTo>
                  <a:lnTo>
                    <a:pt x="1079754" y="331635"/>
                  </a:lnTo>
                  <a:lnTo>
                    <a:pt x="1076586" y="367770"/>
                  </a:lnTo>
                  <a:lnTo>
                    <a:pt x="1052231" y="436458"/>
                  </a:lnTo>
                  <a:lnTo>
                    <a:pt x="1031702" y="468605"/>
                  </a:lnTo>
                  <a:lnTo>
                    <a:pt x="1006045" y="499018"/>
                  </a:lnTo>
                  <a:lnTo>
                    <a:pt x="975589" y="527495"/>
                  </a:lnTo>
                  <a:lnTo>
                    <a:pt x="940664" y="553833"/>
                  </a:lnTo>
                  <a:lnTo>
                    <a:pt x="901598" y="577830"/>
                  </a:lnTo>
                  <a:lnTo>
                    <a:pt x="858721" y="599284"/>
                  </a:lnTo>
                  <a:lnTo>
                    <a:pt x="812363" y="617993"/>
                  </a:lnTo>
                  <a:lnTo>
                    <a:pt x="762853" y="633753"/>
                  </a:lnTo>
                  <a:lnTo>
                    <a:pt x="710520" y="646364"/>
                  </a:lnTo>
                  <a:lnTo>
                    <a:pt x="655693" y="655622"/>
                  </a:lnTo>
                  <a:lnTo>
                    <a:pt x="598702" y="661325"/>
                  </a:lnTo>
                  <a:lnTo>
                    <a:pt x="539877" y="663271"/>
                  </a:lnTo>
                  <a:lnTo>
                    <a:pt x="481051" y="661325"/>
                  </a:lnTo>
                  <a:lnTo>
                    <a:pt x="424061" y="655622"/>
                  </a:lnTo>
                  <a:lnTo>
                    <a:pt x="369234" y="646364"/>
                  </a:lnTo>
                  <a:lnTo>
                    <a:pt x="316901" y="633753"/>
                  </a:lnTo>
                  <a:lnTo>
                    <a:pt x="267390" y="617993"/>
                  </a:lnTo>
                  <a:lnTo>
                    <a:pt x="221032" y="599284"/>
                  </a:lnTo>
                  <a:lnTo>
                    <a:pt x="178156" y="577830"/>
                  </a:lnTo>
                  <a:lnTo>
                    <a:pt x="139090" y="553833"/>
                  </a:lnTo>
                  <a:lnTo>
                    <a:pt x="104165" y="527495"/>
                  </a:lnTo>
                  <a:lnTo>
                    <a:pt x="73709" y="499018"/>
                  </a:lnTo>
                  <a:lnTo>
                    <a:pt x="48052" y="468605"/>
                  </a:lnTo>
                  <a:lnTo>
                    <a:pt x="27523" y="436458"/>
                  </a:lnTo>
                  <a:lnTo>
                    <a:pt x="3167" y="367770"/>
                  </a:lnTo>
                  <a:lnTo>
                    <a:pt x="0" y="331635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48476" y="2635503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79389" y="3144281"/>
            <a:ext cx="462280" cy="738505"/>
          </a:xfrm>
          <a:custGeom>
            <a:avLst/>
            <a:gdLst/>
            <a:ahLst/>
            <a:cxnLst/>
            <a:rect l="l" t="t" r="r" b="b"/>
            <a:pathLst>
              <a:path w="462279" h="738504">
                <a:moveTo>
                  <a:pt x="462107" y="0"/>
                </a:moveTo>
                <a:lnTo>
                  <a:pt x="0" y="738104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80393" y="4111179"/>
            <a:ext cx="800100" cy="9525"/>
          </a:xfrm>
          <a:custGeom>
            <a:avLst/>
            <a:gdLst/>
            <a:ahLst/>
            <a:cxnLst/>
            <a:rect l="l" t="t" r="r" b="b"/>
            <a:pathLst>
              <a:path w="800100" h="9525">
                <a:moveTo>
                  <a:pt x="800043" y="0"/>
                </a:moveTo>
                <a:lnTo>
                  <a:pt x="0" y="9179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1460347" y="3112579"/>
            <a:ext cx="1824989" cy="774065"/>
            <a:chOff x="1460347" y="3112579"/>
            <a:chExt cx="1824989" cy="774065"/>
          </a:xfrm>
        </p:grpSpPr>
        <p:sp>
          <p:nvSpPr>
            <p:cNvPr id="19" name="object 19"/>
            <p:cNvSpPr/>
            <p:nvPr/>
          </p:nvSpPr>
          <p:spPr>
            <a:xfrm>
              <a:off x="2796735" y="3119247"/>
              <a:ext cx="481965" cy="760730"/>
            </a:xfrm>
            <a:custGeom>
              <a:avLst/>
              <a:gdLst/>
              <a:ahLst/>
              <a:cxnLst/>
              <a:rect l="l" t="t" r="r" b="b"/>
              <a:pathLst>
                <a:path w="481964" h="760729">
                  <a:moveTo>
                    <a:pt x="0" y="0"/>
                  </a:moveTo>
                  <a:lnTo>
                    <a:pt x="481569" y="760669"/>
                  </a:lnTo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67015" y="3151500"/>
              <a:ext cx="1208405" cy="613410"/>
            </a:xfrm>
            <a:custGeom>
              <a:avLst/>
              <a:gdLst/>
              <a:ahLst/>
              <a:cxnLst/>
              <a:rect l="l" t="t" r="r" b="b"/>
              <a:pathLst>
                <a:path w="1208405" h="613410">
                  <a:moveTo>
                    <a:pt x="604067" y="0"/>
                  </a:moveTo>
                  <a:lnTo>
                    <a:pt x="542305" y="1583"/>
                  </a:lnTo>
                  <a:lnTo>
                    <a:pt x="482327" y="6231"/>
                  </a:lnTo>
                  <a:lnTo>
                    <a:pt x="424436" y="13788"/>
                  </a:lnTo>
                  <a:lnTo>
                    <a:pt x="368937" y="24101"/>
                  </a:lnTo>
                  <a:lnTo>
                    <a:pt x="316133" y="37016"/>
                  </a:lnTo>
                  <a:lnTo>
                    <a:pt x="266327" y="52379"/>
                  </a:lnTo>
                  <a:lnTo>
                    <a:pt x="219824" y="70035"/>
                  </a:lnTo>
                  <a:lnTo>
                    <a:pt x="176927" y="89830"/>
                  </a:lnTo>
                  <a:lnTo>
                    <a:pt x="137939" y="111610"/>
                  </a:lnTo>
                  <a:lnTo>
                    <a:pt x="103165" y="135220"/>
                  </a:lnTo>
                  <a:lnTo>
                    <a:pt x="72907" y="160508"/>
                  </a:lnTo>
                  <a:lnTo>
                    <a:pt x="27157" y="215496"/>
                  </a:lnTo>
                  <a:lnTo>
                    <a:pt x="3118" y="275341"/>
                  </a:lnTo>
                  <a:lnTo>
                    <a:pt x="0" y="306699"/>
                  </a:lnTo>
                  <a:lnTo>
                    <a:pt x="3118" y="338058"/>
                  </a:lnTo>
                  <a:lnTo>
                    <a:pt x="27157" y="397903"/>
                  </a:lnTo>
                  <a:lnTo>
                    <a:pt x="72907" y="452891"/>
                  </a:lnTo>
                  <a:lnTo>
                    <a:pt x="103165" y="478179"/>
                  </a:lnTo>
                  <a:lnTo>
                    <a:pt x="137939" y="501790"/>
                  </a:lnTo>
                  <a:lnTo>
                    <a:pt x="176927" y="523570"/>
                  </a:lnTo>
                  <a:lnTo>
                    <a:pt x="219824" y="543365"/>
                  </a:lnTo>
                  <a:lnTo>
                    <a:pt x="266327" y="561021"/>
                  </a:lnTo>
                  <a:lnTo>
                    <a:pt x="316133" y="576383"/>
                  </a:lnTo>
                  <a:lnTo>
                    <a:pt x="368937" y="589298"/>
                  </a:lnTo>
                  <a:lnTo>
                    <a:pt x="424436" y="599612"/>
                  </a:lnTo>
                  <a:lnTo>
                    <a:pt x="482327" y="607170"/>
                  </a:lnTo>
                  <a:lnTo>
                    <a:pt x="542305" y="611817"/>
                  </a:lnTo>
                  <a:lnTo>
                    <a:pt x="604067" y="613401"/>
                  </a:lnTo>
                  <a:lnTo>
                    <a:pt x="665830" y="611817"/>
                  </a:lnTo>
                  <a:lnTo>
                    <a:pt x="725808" y="607170"/>
                  </a:lnTo>
                  <a:lnTo>
                    <a:pt x="783699" y="599612"/>
                  </a:lnTo>
                  <a:lnTo>
                    <a:pt x="839198" y="589298"/>
                  </a:lnTo>
                  <a:lnTo>
                    <a:pt x="892002" y="576383"/>
                  </a:lnTo>
                  <a:lnTo>
                    <a:pt x="941808" y="561021"/>
                  </a:lnTo>
                  <a:lnTo>
                    <a:pt x="988311" y="543365"/>
                  </a:lnTo>
                  <a:lnTo>
                    <a:pt x="1031208" y="523570"/>
                  </a:lnTo>
                  <a:lnTo>
                    <a:pt x="1070196" y="501790"/>
                  </a:lnTo>
                  <a:lnTo>
                    <a:pt x="1104970" y="478179"/>
                  </a:lnTo>
                  <a:lnTo>
                    <a:pt x="1135228" y="452891"/>
                  </a:lnTo>
                  <a:lnTo>
                    <a:pt x="1180978" y="397903"/>
                  </a:lnTo>
                  <a:lnTo>
                    <a:pt x="1205017" y="338058"/>
                  </a:lnTo>
                  <a:lnTo>
                    <a:pt x="1208135" y="306699"/>
                  </a:lnTo>
                  <a:lnTo>
                    <a:pt x="1205017" y="275341"/>
                  </a:lnTo>
                  <a:lnTo>
                    <a:pt x="1180978" y="215496"/>
                  </a:lnTo>
                  <a:lnTo>
                    <a:pt x="1135228" y="160508"/>
                  </a:lnTo>
                  <a:lnTo>
                    <a:pt x="1104970" y="135220"/>
                  </a:lnTo>
                  <a:lnTo>
                    <a:pt x="1070196" y="111610"/>
                  </a:lnTo>
                  <a:lnTo>
                    <a:pt x="1031208" y="89830"/>
                  </a:lnTo>
                  <a:lnTo>
                    <a:pt x="988311" y="70035"/>
                  </a:lnTo>
                  <a:lnTo>
                    <a:pt x="941808" y="52379"/>
                  </a:lnTo>
                  <a:lnTo>
                    <a:pt x="892002" y="37016"/>
                  </a:lnTo>
                  <a:lnTo>
                    <a:pt x="839198" y="24101"/>
                  </a:lnTo>
                  <a:lnTo>
                    <a:pt x="783699" y="13788"/>
                  </a:lnTo>
                  <a:lnTo>
                    <a:pt x="725808" y="6231"/>
                  </a:lnTo>
                  <a:lnTo>
                    <a:pt x="665830" y="1583"/>
                  </a:lnTo>
                  <a:lnTo>
                    <a:pt x="604067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67015" y="3151500"/>
              <a:ext cx="1208405" cy="613410"/>
            </a:xfrm>
            <a:custGeom>
              <a:avLst/>
              <a:gdLst/>
              <a:ahLst/>
              <a:cxnLst/>
              <a:rect l="l" t="t" r="r" b="b"/>
              <a:pathLst>
                <a:path w="1208405" h="613410">
                  <a:moveTo>
                    <a:pt x="0" y="306700"/>
                  </a:moveTo>
                  <a:lnTo>
                    <a:pt x="12272" y="244889"/>
                  </a:lnTo>
                  <a:lnTo>
                    <a:pt x="47470" y="187318"/>
                  </a:lnTo>
                  <a:lnTo>
                    <a:pt x="103165" y="135221"/>
                  </a:lnTo>
                  <a:lnTo>
                    <a:pt x="137939" y="111610"/>
                  </a:lnTo>
                  <a:lnTo>
                    <a:pt x="176927" y="89830"/>
                  </a:lnTo>
                  <a:lnTo>
                    <a:pt x="219824" y="70035"/>
                  </a:lnTo>
                  <a:lnTo>
                    <a:pt x="266327" y="52379"/>
                  </a:lnTo>
                  <a:lnTo>
                    <a:pt x="316133" y="37017"/>
                  </a:lnTo>
                  <a:lnTo>
                    <a:pt x="368937" y="24102"/>
                  </a:lnTo>
                  <a:lnTo>
                    <a:pt x="424436" y="13788"/>
                  </a:lnTo>
                  <a:lnTo>
                    <a:pt x="482326" y="6231"/>
                  </a:lnTo>
                  <a:lnTo>
                    <a:pt x="542305" y="1583"/>
                  </a:lnTo>
                  <a:lnTo>
                    <a:pt x="604067" y="0"/>
                  </a:lnTo>
                  <a:lnTo>
                    <a:pt x="665829" y="1583"/>
                  </a:lnTo>
                  <a:lnTo>
                    <a:pt x="725808" y="6231"/>
                  </a:lnTo>
                  <a:lnTo>
                    <a:pt x="783698" y="13788"/>
                  </a:lnTo>
                  <a:lnTo>
                    <a:pt x="839197" y="24102"/>
                  </a:lnTo>
                  <a:lnTo>
                    <a:pt x="892001" y="37017"/>
                  </a:lnTo>
                  <a:lnTo>
                    <a:pt x="941807" y="52379"/>
                  </a:lnTo>
                  <a:lnTo>
                    <a:pt x="988310" y="70035"/>
                  </a:lnTo>
                  <a:lnTo>
                    <a:pt x="1031207" y="89830"/>
                  </a:lnTo>
                  <a:lnTo>
                    <a:pt x="1070195" y="111610"/>
                  </a:lnTo>
                  <a:lnTo>
                    <a:pt x="1104969" y="135221"/>
                  </a:lnTo>
                  <a:lnTo>
                    <a:pt x="1135227" y="160508"/>
                  </a:lnTo>
                  <a:lnTo>
                    <a:pt x="1180977" y="215497"/>
                  </a:lnTo>
                  <a:lnTo>
                    <a:pt x="1205016" y="275342"/>
                  </a:lnTo>
                  <a:lnTo>
                    <a:pt x="1208135" y="306700"/>
                  </a:lnTo>
                  <a:lnTo>
                    <a:pt x="1205016" y="338059"/>
                  </a:lnTo>
                  <a:lnTo>
                    <a:pt x="1180977" y="397904"/>
                  </a:lnTo>
                  <a:lnTo>
                    <a:pt x="1135227" y="452892"/>
                  </a:lnTo>
                  <a:lnTo>
                    <a:pt x="1104969" y="478180"/>
                  </a:lnTo>
                  <a:lnTo>
                    <a:pt x="1070195" y="501790"/>
                  </a:lnTo>
                  <a:lnTo>
                    <a:pt x="1031207" y="523570"/>
                  </a:lnTo>
                  <a:lnTo>
                    <a:pt x="988310" y="543365"/>
                  </a:lnTo>
                  <a:lnTo>
                    <a:pt x="941807" y="561021"/>
                  </a:lnTo>
                  <a:lnTo>
                    <a:pt x="892001" y="576384"/>
                  </a:lnTo>
                  <a:lnTo>
                    <a:pt x="839197" y="589299"/>
                  </a:lnTo>
                  <a:lnTo>
                    <a:pt x="783698" y="599612"/>
                  </a:lnTo>
                  <a:lnTo>
                    <a:pt x="725808" y="607170"/>
                  </a:lnTo>
                  <a:lnTo>
                    <a:pt x="665829" y="611818"/>
                  </a:lnTo>
                  <a:lnTo>
                    <a:pt x="604067" y="613401"/>
                  </a:lnTo>
                  <a:lnTo>
                    <a:pt x="542305" y="611818"/>
                  </a:lnTo>
                  <a:lnTo>
                    <a:pt x="482326" y="607170"/>
                  </a:lnTo>
                  <a:lnTo>
                    <a:pt x="424436" y="599612"/>
                  </a:lnTo>
                  <a:lnTo>
                    <a:pt x="368937" y="589299"/>
                  </a:lnTo>
                  <a:lnTo>
                    <a:pt x="316133" y="576384"/>
                  </a:lnTo>
                  <a:lnTo>
                    <a:pt x="266327" y="561021"/>
                  </a:lnTo>
                  <a:lnTo>
                    <a:pt x="219824" y="543365"/>
                  </a:lnTo>
                  <a:lnTo>
                    <a:pt x="176927" y="523570"/>
                  </a:lnTo>
                  <a:lnTo>
                    <a:pt x="137939" y="501790"/>
                  </a:lnTo>
                  <a:lnTo>
                    <a:pt x="103165" y="478180"/>
                  </a:lnTo>
                  <a:lnTo>
                    <a:pt x="72907" y="452892"/>
                  </a:lnTo>
                  <a:lnTo>
                    <a:pt x="27157" y="397904"/>
                  </a:lnTo>
                  <a:lnTo>
                    <a:pt x="3118" y="338059"/>
                  </a:lnTo>
                  <a:lnTo>
                    <a:pt x="0" y="306700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700751" y="3263391"/>
            <a:ext cx="7632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in</a:t>
            </a:r>
            <a:r>
              <a:rPr sz="17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s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t</a:t>
            </a:r>
            <a:r>
              <a:rPr sz="17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r</a:t>
            </a: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_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98219" y="3675071"/>
            <a:ext cx="553085" cy="208915"/>
          </a:xfrm>
          <a:custGeom>
            <a:avLst/>
            <a:gdLst/>
            <a:ahLst/>
            <a:cxnLst/>
            <a:rect l="l" t="t" r="r" b="b"/>
            <a:pathLst>
              <a:path w="553085" h="208914">
                <a:moveTo>
                  <a:pt x="0" y="0"/>
                </a:moveTo>
                <a:lnTo>
                  <a:pt x="552888" y="208557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954427" y="3879915"/>
            <a:ext cx="1468120" cy="481330"/>
          </a:xfrm>
          <a:prstGeom prst="rect">
            <a:avLst/>
          </a:prstGeom>
          <a:solidFill>
            <a:srgbClr val="D5FFFF"/>
          </a:solidFill>
          <a:ln w="13334">
            <a:solidFill>
              <a:srgbClr val="292934"/>
            </a:solidFill>
          </a:ln>
        </p:spPr>
        <p:txBody>
          <a:bodyPr vert="horz" wrap="square" lIns="0" tIns="9715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765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department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526064" y="2507079"/>
            <a:ext cx="1052830" cy="676910"/>
            <a:chOff x="7526064" y="2507079"/>
            <a:chExt cx="1052830" cy="676910"/>
          </a:xfrm>
        </p:grpSpPr>
        <p:sp>
          <p:nvSpPr>
            <p:cNvPr id="26" name="object 26"/>
            <p:cNvSpPr/>
            <p:nvPr/>
          </p:nvSpPr>
          <p:spPr>
            <a:xfrm>
              <a:off x="7532732" y="2513746"/>
              <a:ext cx="1039494" cy="663575"/>
            </a:xfrm>
            <a:custGeom>
              <a:avLst/>
              <a:gdLst/>
              <a:ahLst/>
              <a:cxnLst/>
              <a:rect l="l" t="t" r="r" b="b"/>
              <a:pathLst>
                <a:path w="1039495" h="663575">
                  <a:moveTo>
                    <a:pt x="519521" y="0"/>
                  </a:moveTo>
                  <a:lnTo>
                    <a:pt x="462913" y="1945"/>
                  </a:lnTo>
                  <a:lnTo>
                    <a:pt x="408071" y="7649"/>
                  </a:lnTo>
                  <a:lnTo>
                    <a:pt x="355312" y="16906"/>
                  </a:lnTo>
                  <a:lnTo>
                    <a:pt x="304952" y="29517"/>
                  </a:lnTo>
                  <a:lnTo>
                    <a:pt x="257308" y="45277"/>
                  </a:lnTo>
                  <a:lnTo>
                    <a:pt x="212698" y="63986"/>
                  </a:lnTo>
                  <a:lnTo>
                    <a:pt x="171438" y="85440"/>
                  </a:lnTo>
                  <a:lnTo>
                    <a:pt x="133845" y="109437"/>
                  </a:lnTo>
                  <a:lnTo>
                    <a:pt x="100237" y="135775"/>
                  </a:lnTo>
                  <a:lnTo>
                    <a:pt x="70929" y="164252"/>
                  </a:lnTo>
                  <a:lnTo>
                    <a:pt x="46240" y="194665"/>
                  </a:lnTo>
                  <a:lnTo>
                    <a:pt x="11982" y="260491"/>
                  </a:lnTo>
                  <a:lnTo>
                    <a:pt x="0" y="331635"/>
                  </a:lnTo>
                  <a:lnTo>
                    <a:pt x="3048" y="367770"/>
                  </a:lnTo>
                  <a:lnTo>
                    <a:pt x="26485" y="436458"/>
                  </a:lnTo>
                  <a:lnTo>
                    <a:pt x="70929" y="499018"/>
                  </a:lnTo>
                  <a:lnTo>
                    <a:pt x="100237" y="527495"/>
                  </a:lnTo>
                  <a:lnTo>
                    <a:pt x="133845" y="553833"/>
                  </a:lnTo>
                  <a:lnTo>
                    <a:pt x="171438" y="577830"/>
                  </a:lnTo>
                  <a:lnTo>
                    <a:pt x="212698" y="599285"/>
                  </a:lnTo>
                  <a:lnTo>
                    <a:pt x="257308" y="617993"/>
                  </a:lnTo>
                  <a:lnTo>
                    <a:pt x="304952" y="633754"/>
                  </a:lnTo>
                  <a:lnTo>
                    <a:pt x="355312" y="646364"/>
                  </a:lnTo>
                  <a:lnTo>
                    <a:pt x="408071" y="655622"/>
                  </a:lnTo>
                  <a:lnTo>
                    <a:pt x="462913" y="661325"/>
                  </a:lnTo>
                  <a:lnTo>
                    <a:pt x="519521" y="663271"/>
                  </a:lnTo>
                  <a:lnTo>
                    <a:pt x="576128" y="661325"/>
                  </a:lnTo>
                  <a:lnTo>
                    <a:pt x="630970" y="655622"/>
                  </a:lnTo>
                  <a:lnTo>
                    <a:pt x="683730" y="646364"/>
                  </a:lnTo>
                  <a:lnTo>
                    <a:pt x="734090" y="633754"/>
                  </a:lnTo>
                  <a:lnTo>
                    <a:pt x="781733" y="617993"/>
                  </a:lnTo>
                  <a:lnTo>
                    <a:pt x="826343" y="599285"/>
                  </a:lnTo>
                  <a:lnTo>
                    <a:pt x="867603" y="577830"/>
                  </a:lnTo>
                  <a:lnTo>
                    <a:pt x="905196" y="553833"/>
                  </a:lnTo>
                  <a:lnTo>
                    <a:pt x="938805" y="527495"/>
                  </a:lnTo>
                  <a:lnTo>
                    <a:pt x="968112" y="499018"/>
                  </a:lnTo>
                  <a:lnTo>
                    <a:pt x="992802" y="468605"/>
                  </a:lnTo>
                  <a:lnTo>
                    <a:pt x="1027060" y="402779"/>
                  </a:lnTo>
                  <a:lnTo>
                    <a:pt x="1039042" y="331635"/>
                  </a:lnTo>
                  <a:lnTo>
                    <a:pt x="1035994" y="295499"/>
                  </a:lnTo>
                  <a:lnTo>
                    <a:pt x="1012557" y="226812"/>
                  </a:lnTo>
                  <a:lnTo>
                    <a:pt x="968112" y="164252"/>
                  </a:lnTo>
                  <a:lnTo>
                    <a:pt x="938805" y="135775"/>
                  </a:lnTo>
                  <a:lnTo>
                    <a:pt x="905196" y="109437"/>
                  </a:lnTo>
                  <a:lnTo>
                    <a:pt x="867603" y="85440"/>
                  </a:lnTo>
                  <a:lnTo>
                    <a:pt x="826343" y="63986"/>
                  </a:lnTo>
                  <a:lnTo>
                    <a:pt x="781733" y="45277"/>
                  </a:lnTo>
                  <a:lnTo>
                    <a:pt x="734090" y="29517"/>
                  </a:lnTo>
                  <a:lnTo>
                    <a:pt x="683730" y="16906"/>
                  </a:lnTo>
                  <a:lnTo>
                    <a:pt x="630970" y="7649"/>
                  </a:lnTo>
                  <a:lnTo>
                    <a:pt x="576128" y="1945"/>
                  </a:lnTo>
                  <a:lnTo>
                    <a:pt x="519521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32732" y="2513746"/>
              <a:ext cx="1039494" cy="663575"/>
            </a:xfrm>
            <a:custGeom>
              <a:avLst/>
              <a:gdLst/>
              <a:ahLst/>
              <a:cxnLst/>
              <a:rect l="l" t="t" r="r" b="b"/>
              <a:pathLst>
                <a:path w="1039495" h="663575">
                  <a:moveTo>
                    <a:pt x="0" y="331635"/>
                  </a:moveTo>
                  <a:lnTo>
                    <a:pt x="11982" y="260491"/>
                  </a:lnTo>
                  <a:lnTo>
                    <a:pt x="46240" y="194665"/>
                  </a:lnTo>
                  <a:lnTo>
                    <a:pt x="70929" y="164252"/>
                  </a:lnTo>
                  <a:lnTo>
                    <a:pt x="100237" y="135775"/>
                  </a:lnTo>
                  <a:lnTo>
                    <a:pt x="133846" y="109437"/>
                  </a:lnTo>
                  <a:lnTo>
                    <a:pt x="171438" y="85440"/>
                  </a:lnTo>
                  <a:lnTo>
                    <a:pt x="212698" y="63986"/>
                  </a:lnTo>
                  <a:lnTo>
                    <a:pt x="257309" y="45277"/>
                  </a:lnTo>
                  <a:lnTo>
                    <a:pt x="304952" y="29517"/>
                  </a:lnTo>
                  <a:lnTo>
                    <a:pt x="355312" y="16907"/>
                  </a:lnTo>
                  <a:lnTo>
                    <a:pt x="408072" y="7649"/>
                  </a:lnTo>
                  <a:lnTo>
                    <a:pt x="462913" y="1945"/>
                  </a:lnTo>
                  <a:lnTo>
                    <a:pt x="519521" y="0"/>
                  </a:lnTo>
                  <a:lnTo>
                    <a:pt x="576129" y="1945"/>
                  </a:lnTo>
                  <a:lnTo>
                    <a:pt x="630971" y="7649"/>
                  </a:lnTo>
                  <a:lnTo>
                    <a:pt x="683730" y="16907"/>
                  </a:lnTo>
                  <a:lnTo>
                    <a:pt x="734090" y="29517"/>
                  </a:lnTo>
                  <a:lnTo>
                    <a:pt x="781734" y="45277"/>
                  </a:lnTo>
                  <a:lnTo>
                    <a:pt x="826344" y="63986"/>
                  </a:lnTo>
                  <a:lnTo>
                    <a:pt x="867604" y="85440"/>
                  </a:lnTo>
                  <a:lnTo>
                    <a:pt x="905196" y="109437"/>
                  </a:lnTo>
                  <a:lnTo>
                    <a:pt x="938805" y="135775"/>
                  </a:lnTo>
                  <a:lnTo>
                    <a:pt x="968113" y="164252"/>
                  </a:lnTo>
                  <a:lnTo>
                    <a:pt x="992802" y="194665"/>
                  </a:lnTo>
                  <a:lnTo>
                    <a:pt x="1027060" y="260491"/>
                  </a:lnTo>
                  <a:lnTo>
                    <a:pt x="1039043" y="331635"/>
                  </a:lnTo>
                  <a:lnTo>
                    <a:pt x="1035994" y="367770"/>
                  </a:lnTo>
                  <a:lnTo>
                    <a:pt x="1012557" y="436458"/>
                  </a:lnTo>
                  <a:lnTo>
                    <a:pt x="968113" y="499018"/>
                  </a:lnTo>
                  <a:lnTo>
                    <a:pt x="938805" y="527495"/>
                  </a:lnTo>
                  <a:lnTo>
                    <a:pt x="905196" y="553833"/>
                  </a:lnTo>
                  <a:lnTo>
                    <a:pt x="867604" y="577830"/>
                  </a:lnTo>
                  <a:lnTo>
                    <a:pt x="826344" y="599284"/>
                  </a:lnTo>
                  <a:lnTo>
                    <a:pt x="781734" y="617993"/>
                  </a:lnTo>
                  <a:lnTo>
                    <a:pt x="734090" y="633753"/>
                  </a:lnTo>
                  <a:lnTo>
                    <a:pt x="683730" y="646364"/>
                  </a:lnTo>
                  <a:lnTo>
                    <a:pt x="630971" y="655622"/>
                  </a:lnTo>
                  <a:lnTo>
                    <a:pt x="576129" y="661325"/>
                  </a:lnTo>
                  <a:lnTo>
                    <a:pt x="519521" y="663271"/>
                  </a:lnTo>
                  <a:lnTo>
                    <a:pt x="462913" y="661325"/>
                  </a:lnTo>
                  <a:lnTo>
                    <a:pt x="408072" y="655622"/>
                  </a:lnTo>
                  <a:lnTo>
                    <a:pt x="355312" y="646364"/>
                  </a:lnTo>
                  <a:lnTo>
                    <a:pt x="304952" y="633753"/>
                  </a:lnTo>
                  <a:lnTo>
                    <a:pt x="257309" y="617993"/>
                  </a:lnTo>
                  <a:lnTo>
                    <a:pt x="212698" y="599284"/>
                  </a:lnTo>
                  <a:lnTo>
                    <a:pt x="171438" y="577830"/>
                  </a:lnTo>
                  <a:lnTo>
                    <a:pt x="133846" y="553833"/>
                  </a:lnTo>
                  <a:lnTo>
                    <a:pt x="100237" y="527495"/>
                  </a:lnTo>
                  <a:lnTo>
                    <a:pt x="70929" y="499018"/>
                  </a:lnTo>
                  <a:lnTo>
                    <a:pt x="46240" y="468605"/>
                  </a:lnTo>
                  <a:lnTo>
                    <a:pt x="11982" y="402779"/>
                  </a:lnTo>
                  <a:lnTo>
                    <a:pt x="0" y="331635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57640" y="2684271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185246" y="4064965"/>
            <a:ext cx="769620" cy="108585"/>
          </a:xfrm>
          <a:custGeom>
            <a:avLst/>
            <a:gdLst/>
            <a:ahLst/>
            <a:cxnLst/>
            <a:rect l="l" t="t" r="r" b="b"/>
            <a:pathLst>
              <a:path w="769620" h="108585">
                <a:moveTo>
                  <a:pt x="731242" y="61608"/>
                </a:moveTo>
                <a:lnTo>
                  <a:pt x="668926" y="96968"/>
                </a:lnTo>
                <a:lnTo>
                  <a:pt x="667804" y="101038"/>
                </a:lnTo>
                <a:lnTo>
                  <a:pt x="671438" y="107443"/>
                </a:lnTo>
                <a:lnTo>
                  <a:pt x="675507" y="108565"/>
                </a:lnTo>
                <a:lnTo>
                  <a:pt x="757742" y="61902"/>
                </a:lnTo>
                <a:lnTo>
                  <a:pt x="755903" y="61902"/>
                </a:lnTo>
                <a:lnTo>
                  <a:pt x="731242" y="61608"/>
                </a:lnTo>
                <a:close/>
              </a:path>
              <a:path w="769620" h="108585">
                <a:moveTo>
                  <a:pt x="742749" y="55078"/>
                </a:moveTo>
                <a:lnTo>
                  <a:pt x="731242" y="61608"/>
                </a:lnTo>
                <a:lnTo>
                  <a:pt x="755903" y="61902"/>
                </a:lnTo>
                <a:lnTo>
                  <a:pt x="755915" y="60954"/>
                </a:lnTo>
                <a:lnTo>
                  <a:pt x="752552" y="60954"/>
                </a:lnTo>
                <a:lnTo>
                  <a:pt x="742749" y="55078"/>
                </a:lnTo>
                <a:close/>
              </a:path>
              <a:path w="769620" h="108585">
                <a:moveTo>
                  <a:pt x="676803" y="0"/>
                </a:moveTo>
                <a:lnTo>
                  <a:pt x="672708" y="1024"/>
                </a:lnTo>
                <a:lnTo>
                  <a:pt x="668921" y="7341"/>
                </a:lnTo>
                <a:lnTo>
                  <a:pt x="669947" y="11437"/>
                </a:lnTo>
                <a:lnTo>
                  <a:pt x="731398" y="48274"/>
                </a:lnTo>
                <a:lnTo>
                  <a:pt x="756064" y="48568"/>
                </a:lnTo>
                <a:lnTo>
                  <a:pt x="755903" y="61902"/>
                </a:lnTo>
                <a:lnTo>
                  <a:pt x="757742" y="61902"/>
                </a:lnTo>
                <a:lnTo>
                  <a:pt x="769212" y="55393"/>
                </a:lnTo>
                <a:lnTo>
                  <a:pt x="676803" y="0"/>
                </a:lnTo>
                <a:close/>
              </a:path>
              <a:path w="769620" h="108585">
                <a:moveTo>
                  <a:pt x="160" y="39547"/>
                </a:moveTo>
                <a:lnTo>
                  <a:pt x="0" y="52881"/>
                </a:lnTo>
                <a:lnTo>
                  <a:pt x="731242" y="61608"/>
                </a:lnTo>
                <a:lnTo>
                  <a:pt x="742749" y="55078"/>
                </a:lnTo>
                <a:lnTo>
                  <a:pt x="731398" y="48274"/>
                </a:lnTo>
                <a:lnTo>
                  <a:pt x="160" y="39547"/>
                </a:lnTo>
                <a:close/>
              </a:path>
              <a:path w="769620" h="108585">
                <a:moveTo>
                  <a:pt x="752690" y="49437"/>
                </a:moveTo>
                <a:lnTo>
                  <a:pt x="742749" y="55078"/>
                </a:lnTo>
                <a:lnTo>
                  <a:pt x="752552" y="60954"/>
                </a:lnTo>
                <a:lnTo>
                  <a:pt x="752690" y="49437"/>
                </a:lnTo>
                <a:close/>
              </a:path>
              <a:path w="769620" h="108585">
                <a:moveTo>
                  <a:pt x="756053" y="49437"/>
                </a:moveTo>
                <a:lnTo>
                  <a:pt x="752690" y="49437"/>
                </a:lnTo>
                <a:lnTo>
                  <a:pt x="752552" y="60954"/>
                </a:lnTo>
                <a:lnTo>
                  <a:pt x="755915" y="60954"/>
                </a:lnTo>
                <a:lnTo>
                  <a:pt x="756053" y="49437"/>
                </a:lnTo>
                <a:close/>
              </a:path>
              <a:path w="769620" h="108585">
                <a:moveTo>
                  <a:pt x="731398" y="48274"/>
                </a:moveTo>
                <a:lnTo>
                  <a:pt x="742749" y="55078"/>
                </a:lnTo>
                <a:lnTo>
                  <a:pt x="752690" y="49437"/>
                </a:lnTo>
                <a:lnTo>
                  <a:pt x="756053" y="49437"/>
                </a:lnTo>
                <a:lnTo>
                  <a:pt x="756064" y="48568"/>
                </a:lnTo>
                <a:lnTo>
                  <a:pt x="731398" y="48274"/>
                </a:lnTo>
                <a:close/>
              </a:path>
            </a:pathLst>
          </a:custGeom>
          <a:solidFill>
            <a:srgbClr val="29293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6269023" y="2854620"/>
            <a:ext cx="1790064" cy="1032510"/>
            <a:chOff x="6269023" y="2854620"/>
            <a:chExt cx="1790064" cy="1032510"/>
          </a:xfrm>
        </p:grpSpPr>
        <p:sp>
          <p:nvSpPr>
            <p:cNvPr id="31" name="object 31"/>
            <p:cNvSpPr/>
            <p:nvPr/>
          </p:nvSpPr>
          <p:spPr>
            <a:xfrm>
              <a:off x="7911670" y="3177018"/>
              <a:ext cx="140970" cy="702945"/>
            </a:xfrm>
            <a:custGeom>
              <a:avLst/>
              <a:gdLst/>
              <a:ahLst/>
              <a:cxnLst/>
              <a:rect l="l" t="t" r="r" b="b"/>
              <a:pathLst>
                <a:path w="140970" h="702945">
                  <a:moveTo>
                    <a:pt x="140582" y="0"/>
                  </a:moveTo>
                  <a:lnTo>
                    <a:pt x="0" y="702898"/>
                  </a:lnTo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75691" y="2861288"/>
              <a:ext cx="1033144" cy="605155"/>
            </a:xfrm>
            <a:custGeom>
              <a:avLst/>
              <a:gdLst/>
              <a:ahLst/>
              <a:cxnLst/>
              <a:rect l="l" t="t" r="r" b="b"/>
              <a:pathLst>
                <a:path w="1033145" h="605154">
                  <a:moveTo>
                    <a:pt x="516453" y="0"/>
                  </a:moveTo>
                  <a:lnTo>
                    <a:pt x="456223" y="2035"/>
                  </a:lnTo>
                  <a:lnTo>
                    <a:pt x="398035" y="7991"/>
                  </a:lnTo>
                  <a:lnTo>
                    <a:pt x="342274" y="17639"/>
                  </a:lnTo>
                  <a:lnTo>
                    <a:pt x="289330" y="30754"/>
                  </a:lnTo>
                  <a:lnTo>
                    <a:pt x="239588" y="47107"/>
                  </a:lnTo>
                  <a:lnTo>
                    <a:pt x="193437" y="66473"/>
                  </a:lnTo>
                  <a:lnTo>
                    <a:pt x="151265" y="88623"/>
                  </a:lnTo>
                  <a:lnTo>
                    <a:pt x="113458" y="113331"/>
                  </a:lnTo>
                  <a:lnTo>
                    <a:pt x="80405" y="140370"/>
                  </a:lnTo>
                  <a:lnTo>
                    <a:pt x="52492" y="169512"/>
                  </a:lnTo>
                  <a:lnTo>
                    <a:pt x="30108" y="200531"/>
                  </a:lnTo>
                  <a:lnTo>
                    <a:pt x="3474" y="267291"/>
                  </a:lnTo>
                  <a:lnTo>
                    <a:pt x="0" y="302578"/>
                  </a:lnTo>
                  <a:lnTo>
                    <a:pt x="3474" y="337865"/>
                  </a:lnTo>
                  <a:lnTo>
                    <a:pt x="30108" y="404625"/>
                  </a:lnTo>
                  <a:lnTo>
                    <a:pt x="52492" y="435644"/>
                  </a:lnTo>
                  <a:lnTo>
                    <a:pt x="80405" y="464787"/>
                  </a:lnTo>
                  <a:lnTo>
                    <a:pt x="113458" y="491825"/>
                  </a:lnTo>
                  <a:lnTo>
                    <a:pt x="151265" y="516533"/>
                  </a:lnTo>
                  <a:lnTo>
                    <a:pt x="193437" y="538683"/>
                  </a:lnTo>
                  <a:lnTo>
                    <a:pt x="239588" y="558048"/>
                  </a:lnTo>
                  <a:lnTo>
                    <a:pt x="289330" y="574401"/>
                  </a:lnTo>
                  <a:lnTo>
                    <a:pt x="342274" y="587516"/>
                  </a:lnTo>
                  <a:lnTo>
                    <a:pt x="398035" y="597164"/>
                  </a:lnTo>
                  <a:lnTo>
                    <a:pt x="456223" y="603120"/>
                  </a:lnTo>
                  <a:lnTo>
                    <a:pt x="516453" y="605156"/>
                  </a:lnTo>
                  <a:lnTo>
                    <a:pt x="576682" y="603120"/>
                  </a:lnTo>
                  <a:lnTo>
                    <a:pt x="634870" y="597164"/>
                  </a:lnTo>
                  <a:lnTo>
                    <a:pt x="690630" y="587516"/>
                  </a:lnTo>
                  <a:lnTo>
                    <a:pt x="743575" y="574401"/>
                  </a:lnTo>
                  <a:lnTo>
                    <a:pt x="793316" y="558048"/>
                  </a:lnTo>
                  <a:lnTo>
                    <a:pt x="839467" y="538683"/>
                  </a:lnTo>
                  <a:lnTo>
                    <a:pt x="881639" y="516533"/>
                  </a:lnTo>
                  <a:lnTo>
                    <a:pt x="919446" y="491825"/>
                  </a:lnTo>
                  <a:lnTo>
                    <a:pt x="952499" y="464787"/>
                  </a:lnTo>
                  <a:lnTo>
                    <a:pt x="980412" y="435644"/>
                  </a:lnTo>
                  <a:lnTo>
                    <a:pt x="1002796" y="404625"/>
                  </a:lnTo>
                  <a:lnTo>
                    <a:pt x="1029430" y="337865"/>
                  </a:lnTo>
                  <a:lnTo>
                    <a:pt x="1032904" y="302578"/>
                  </a:lnTo>
                  <a:lnTo>
                    <a:pt x="1029430" y="267291"/>
                  </a:lnTo>
                  <a:lnTo>
                    <a:pt x="1002796" y="200531"/>
                  </a:lnTo>
                  <a:lnTo>
                    <a:pt x="980412" y="169512"/>
                  </a:lnTo>
                  <a:lnTo>
                    <a:pt x="952499" y="140370"/>
                  </a:lnTo>
                  <a:lnTo>
                    <a:pt x="919446" y="113331"/>
                  </a:lnTo>
                  <a:lnTo>
                    <a:pt x="881639" y="88623"/>
                  </a:lnTo>
                  <a:lnTo>
                    <a:pt x="839467" y="66473"/>
                  </a:lnTo>
                  <a:lnTo>
                    <a:pt x="793316" y="47107"/>
                  </a:lnTo>
                  <a:lnTo>
                    <a:pt x="743575" y="30754"/>
                  </a:lnTo>
                  <a:lnTo>
                    <a:pt x="690630" y="17639"/>
                  </a:lnTo>
                  <a:lnTo>
                    <a:pt x="634870" y="7991"/>
                  </a:lnTo>
                  <a:lnTo>
                    <a:pt x="576682" y="2035"/>
                  </a:lnTo>
                  <a:lnTo>
                    <a:pt x="516453" y="0"/>
                  </a:lnTo>
                  <a:close/>
                </a:path>
              </a:pathLst>
            </a:custGeom>
            <a:solidFill>
              <a:srgbClr val="A8D4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75691" y="2861288"/>
              <a:ext cx="1033144" cy="605155"/>
            </a:xfrm>
            <a:custGeom>
              <a:avLst/>
              <a:gdLst/>
              <a:ahLst/>
              <a:cxnLst/>
              <a:rect l="l" t="t" r="r" b="b"/>
              <a:pathLst>
                <a:path w="1033145" h="605154">
                  <a:moveTo>
                    <a:pt x="0" y="302577"/>
                  </a:moveTo>
                  <a:lnTo>
                    <a:pt x="13639" y="233199"/>
                  </a:lnTo>
                  <a:lnTo>
                    <a:pt x="52492" y="169511"/>
                  </a:lnTo>
                  <a:lnTo>
                    <a:pt x="80405" y="140369"/>
                  </a:lnTo>
                  <a:lnTo>
                    <a:pt x="113458" y="113330"/>
                  </a:lnTo>
                  <a:lnTo>
                    <a:pt x="151265" y="88623"/>
                  </a:lnTo>
                  <a:lnTo>
                    <a:pt x="193437" y="66472"/>
                  </a:lnTo>
                  <a:lnTo>
                    <a:pt x="239588" y="47107"/>
                  </a:lnTo>
                  <a:lnTo>
                    <a:pt x="289329" y="30754"/>
                  </a:lnTo>
                  <a:lnTo>
                    <a:pt x="342273" y="17639"/>
                  </a:lnTo>
                  <a:lnTo>
                    <a:pt x="398034" y="7991"/>
                  </a:lnTo>
                  <a:lnTo>
                    <a:pt x="456222" y="2035"/>
                  </a:lnTo>
                  <a:lnTo>
                    <a:pt x="516451" y="0"/>
                  </a:lnTo>
                  <a:lnTo>
                    <a:pt x="576681" y="2035"/>
                  </a:lnTo>
                  <a:lnTo>
                    <a:pt x="634869" y="7991"/>
                  </a:lnTo>
                  <a:lnTo>
                    <a:pt x="690629" y="17639"/>
                  </a:lnTo>
                  <a:lnTo>
                    <a:pt x="743574" y="30754"/>
                  </a:lnTo>
                  <a:lnTo>
                    <a:pt x="793315" y="47107"/>
                  </a:lnTo>
                  <a:lnTo>
                    <a:pt x="839466" y="66472"/>
                  </a:lnTo>
                  <a:lnTo>
                    <a:pt x="881638" y="88623"/>
                  </a:lnTo>
                  <a:lnTo>
                    <a:pt x="919445" y="113330"/>
                  </a:lnTo>
                  <a:lnTo>
                    <a:pt x="952498" y="140369"/>
                  </a:lnTo>
                  <a:lnTo>
                    <a:pt x="980411" y="169511"/>
                  </a:lnTo>
                  <a:lnTo>
                    <a:pt x="1002795" y="200530"/>
                  </a:lnTo>
                  <a:lnTo>
                    <a:pt x="1029429" y="267290"/>
                  </a:lnTo>
                  <a:lnTo>
                    <a:pt x="1032903" y="302577"/>
                  </a:lnTo>
                  <a:lnTo>
                    <a:pt x="1029429" y="337864"/>
                  </a:lnTo>
                  <a:lnTo>
                    <a:pt x="1002795" y="404625"/>
                  </a:lnTo>
                  <a:lnTo>
                    <a:pt x="980411" y="435644"/>
                  </a:lnTo>
                  <a:lnTo>
                    <a:pt x="952498" y="464786"/>
                  </a:lnTo>
                  <a:lnTo>
                    <a:pt x="919445" y="491825"/>
                  </a:lnTo>
                  <a:lnTo>
                    <a:pt x="881638" y="516532"/>
                  </a:lnTo>
                  <a:lnTo>
                    <a:pt x="839466" y="538682"/>
                  </a:lnTo>
                  <a:lnTo>
                    <a:pt x="793315" y="558048"/>
                  </a:lnTo>
                  <a:lnTo>
                    <a:pt x="743574" y="574401"/>
                  </a:lnTo>
                  <a:lnTo>
                    <a:pt x="690629" y="587516"/>
                  </a:lnTo>
                  <a:lnTo>
                    <a:pt x="634869" y="597164"/>
                  </a:lnTo>
                  <a:lnTo>
                    <a:pt x="576681" y="603120"/>
                  </a:lnTo>
                  <a:lnTo>
                    <a:pt x="516451" y="605155"/>
                  </a:lnTo>
                  <a:lnTo>
                    <a:pt x="456222" y="603120"/>
                  </a:lnTo>
                  <a:lnTo>
                    <a:pt x="398034" y="597164"/>
                  </a:lnTo>
                  <a:lnTo>
                    <a:pt x="342273" y="587516"/>
                  </a:lnTo>
                  <a:lnTo>
                    <a:pt x="289329" y="574401"/>
                  </a:lnTo>
                  <a:lnTo>
                    <a:pt x="239588" y="558048"/>
                  </a:lnTo>
                  <a:lnTo>
                    <a:pt x="193437" y="538682"/>
                  </a:lnTo>
                  <a:lnTo>
                    <a:pt x="151265" y="516532"/>
                  </a:lnTo>
                  <a:lnTo>
                    <a:pt x="113458" y="491825"/>
                  </a:lnTo>
                  <a:lnTo>
                    <a:pt x="80405" y="464786"/>
                  </a:lnTo>
                  <a:lnTo>
                    <a:pt x="52492" y="435644"/>
                  </a:lnTo>
                  <a:lnTo>
                    <a:pt x="30108" y="404625"/>
                  </a:lnTo>
                  <a:lnTo>
                    <a:pt x="3474" y="337864"/>
                  </a:lnTo>
                  <a:lnTo>
                    <a:pt x="0" y="302577"/>
                  </a:lnTo>
                  <a:close/>
                </a:path>
              </a:pathLst>
            </a:custGeom>
            <a:ln w="13334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38881" y="2998215"/>
            <a:ext cx="7258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dept_id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157315" y="3377821"/>
            <a:ext cx="488315" cy="497205"/>
          </a:xfrm>
          <a:custGeom>
            <a:avLst/>
            <a:gdLst/>
            <a:ahLst/>
            <a:cxnLst/>
            <a:rect l="l" t="t" r="r" b="b"/>
            <a:pathLst>
              <a:path w="488315" h="497204">
                <a:moveTo>
                  <a:pt x="0" y="0"/>
                </a:moveTo>
                <a:lnTo>
                  <a:pt x="488001" y="496931"/>
                </a:lnTo>
              </a:path>
            </a:pathLst>
          </a:custGeom>
          <a:ln w="13334">
            <a:solidFill>
              <a:srgbClr val="2929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Let’s</a:t>
            </a:r>
            <a:r>
              <a:rPr spc="-229" dirty="0"/>
              <a:t> </a:t>
            </a:r>
            <a:r>
              <a:rPr spc="-85" dirty="0"/>
              <a:t>try:</a:t>
            </a:r>
            <a:r>
              <a:rPr spc="-220" dirty="0"/>
              <a:t> </a:t>
            </a:r>
            <a:r>
              <a:rPr spc="-70" dirty="0"/>
              <a:t>E-R</a:t>
            </a:r>
            <a:r>
              <a:rPr spc="-229" dirty="0"/>
              <a:t> </a:t>
            </a:r>
            <a:r>
              <a:rPr spc="-55" dirty="0"/>
              <a:t>to</a:t>
            </a:r>
            <a:r>
              <a:rPr spc="-220" dirty="0"/>
              <a:t> </a:t>
            </a:r>
            <a:r>
              <a:rPr spc="-100" dirty="0"/>
              <a:t>Relations</a:t>
            </a:r>
            <a:r>
              <a:rPr spc="-220" dirty="0"/>
              <a:t> </a:t>
            </a:r>
            <a:r>
              <a:rPr spc="-70" dirty="0"/>
              <a:t>(5)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endParaRPr sz="1100" dirty="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09095" y="1240535"/>
            <a:ext cx="7297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-5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739AA-7E9E-9900-ECFB-14F68095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BA558E-77E3-7FF1-17AE-6D8521A92A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22" y="368298"/>
            <a:ext cx="96012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985">
              <a:lnSpc>
                <a:spcPct val="100000"/>
              </a:lnSpc>
              <a:spcBef>
                <a:spcPts val="100"/>
              </a:spcBef>
            </a:pPr>
            <a:r>
              <a:rPr lang="en-US" sz="3600" spc="-125" dirty="0"/>
              <a:t>Re</a:t>
            </a:r>
            <a:r>
              <a:rPr lang="en-US" sz="3600" spc="-120" dirty="0"/>
              <a:t>l</a:t>
            </a:r>
            <a:r>
              <a:rPr lang="en-US" sz="3600" spc="-125" dirty="0"/>
              <a:t>a</a:t>
            </a:r>
            <a:r>
              <a:rPr lang="en-US" sz="3600" spc="-120" dirty="0"/>
              <a:t>ti</a:t>
            </a:r>
            <a:r>
              <a:rPr lang="en-US" sz="3600" spc="-114" dirty="0"/>
              <a:t>o</a:t>
            </a:r>
            <a:r>
              <a:rPr lang="en-US" sz="3600" spc="-125" dirty="0"/>
              <a:t>n</a:t>
            </a:r>
            <a:r>
              <a:rPr lang="en-US" sz="3600" spc="-114" dirty="0"/>
              <a:t>s</a:t>
            </a:r>
            <a:r>
              <a:rPr lang="en-US" sz="3600" spc="-125" dirty="0"/>
              <a:t>h</a:t>
            </a:r>
            <a:r>
              <a:rPr lang="en-US" sz="3600" spc="-120" dirty="0"/>
              <a:t>i</a:t>
            </a:r>
            <a:r>
              <a:rPr lang="en-US" sz="3600" dirty="0"/>
              <a:t>p</a:t>
            </a:r>
            <a:r>
              <a:rPr lang="en-US" sz="4400" spc="-245" dirty="0"/>
              <a:t> </a:t>
            </a:r>
            <a:r>
              <a:rPr lang="en-US" sz="4400" spc="-114" dirty="0"/>
              <a:t>S</a:t>
            </a:r>
            <a:r>
              <a:rPr lang="en-US" sz="4400" spc="-120" dirty="0"/>
              <a:t>et</a:t>
            </a:r>
            <a:r>
              <a:rPr lang="en-US" sz="4400" dirty="0"/>
              <a:t>:</a:t>
            </a:r>
            <a:r>
              <a:rPr lang="en-US" sz="4400" spc="-229" dirty="0"/>
              <a:t> </a:t>
            </a:r>
            <a:r>
              <a:rPr lang="en-US" sz="4400" spc="-125" dirty="0"/>
              <a:t>On</a:t>
            </a:r>
            <a:r>
              <a:rPr lang="en-US" sz="4400" spc="-120" dirty="0"/>
              <a:t>e-t</a:t>
            </a:r>
            <a:r>
              <a:rPr lang="en-US" sz="4400" spc="-114" dirty="0"/>
              <a:t>o</a:t>
            </a:r>
            <a:r>
              <a:rPr lang="en-US" sz="4400" spc="-120" dirty="0"/>
              <a:t>-One</a:t>
            </a:r>
            <a:endParaRPr spc="-25" dirty="0">
              <a:solidFill>
                <a:srgbClr val="292934"/>
              </a:solidFill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21E9C8E5-FDDE-18E1-7ED2-A1459E75AF42}"/>
              </a:ext>
            </a:extLst>
          </p:cNvPr>
          <p:cNvGrpSpPr/>
          <p:nvPr/>
        </p:nvGrpSpPr>
        <p:grpSpPr>
          <a:xfrm>
            <a:off x="2129210" y="3604785"/>
            <a:ext cx="1295400" cy="567055"/>
            <a:chOff x="2129210" y="3604785"/>
            <a:chExt cx="1295400" cy="56705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A4803D2-6E08-6CD7-CF26-1D8FE150ED0C}"/>
                </a:ext>
              </a:extLst>
            </p:cNvPr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5E3DD2A-4A4F-E3C0-0719-E71EF5BC1617}"/>
                </a:ext>
              </a:extLst>
            </p:cNvPr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189F118-DE05-CD7D-021C-75C6A9ABF169}"/>
              </a:ext>
            </a:extLst>
          </p:cNvPr>
          <p:cNvSpPr txBox="1"/>
          <p:nvPr/>
        </p:nvSpPr>
        <p:spPr>
          <a:xfrm>
            <a:off x="2402589" y="3745991"/>
            <a:ext cx="74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9" name="object 9">
            <a:extLst>
              <a:ext uri="{FF2B5EF4-FFF2-40B4-BE49-F238E27FC236}">
                <a16:creationId xmlns:a16="http://schemas.microsoft.com/office/drawing/2014/main" id="{EA5CD785-C47E-00F7-12DF-02AEF82FB4D1}"/>
              </a:ext>
            </a:extLst>
          </p:cNvPr>
          <p:cNvGrpSpPr/>
          <p:nvPr/>
        </p:nvGrpSpPr>
        <p:grpSpPr>
          <a:xfrm>
            <a:off x="6637252" y="3604785"/>
            <a:ext cx="1295400" cy="567055"/>
            <a:chOff x="6637252" y="3604785"/>
            <a:chExt cx="1295400" cy="56705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8729421-13E3-1175-2434-FEFD17400EBB}"/>
                </a:ext>
              </a:extLst>
            </p:cNvPr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DCC7FBE-646A-C977-C4FF-5D5CBD284CBF}"/>
                </a:ext>
              </a:extLst>
            </p:cNvPr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4B714C2E-BD90-2A6A-E647-6F058B6CDEA2}"/>
              </a:ext>
            </a:extLst>
          </p:cNvPr>
          <p:cNvSpPr txBox="1"/>
          <p:nvPr/>
        </p:nvSpPr>
        <p:spPr>
          <a:xfrm>
            <a:off x="6832738" y="3745991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passport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68115312-5B98-0B7C-B46A-7D2D32724ACC}"/>
              </a:ext>
            </a:extLst>
          </p:cNvPr>
          <p:cNvGrpSpPr/>
          <p:nvPr/>
        </p:nvGrpSpPr>
        <p:grpSpPr>
          <a:xfrm>
            <a:off x="4197660" y="3551087"/>
            <a:ext cx="1687830" cy="688975"/>
            <a:chOff x="4197660" y="3551087"/>
            <a:chExt cx="1687830" cy="688975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C2D0698-46D0-E244-99BB-21F8D349E12B}"/>
                </a:ext>
              </a:extLst>
            </p:cNvPr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57B2C8C-E88F-4F30-4D12-145DF56EF9AD}"/>
                </a:ext>
              </a:extLst>
            </p:cNvPr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50BD9FA4-11C5-118F-2C68-25D1D8302BBB}"/>
              </a:ext>
            </a:extLst>
          </p:cNvPr>
          <p:cNvSpPr txBox="1"/>
          <p:nvPr/>
        </p:nvSpPr>
        <p:spPr>
          <a:xfrm>
            <a:off x="4709656" y="3752088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owns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7" name="object 17">
            <a:extLst>
              <a:ext uri="{FF2B5EF4-FFF2-40B4-BE49-F238E27FC236}">
                <a16:creationId xmlns:a16="http://schemas.microsoft.com/office/drawing/2014/main" id="{DC80E7AD-E8FD-69B8-9024-9AE994415B65}"/>
              </a:ext>
            </a:extLst>
          </p:cNvPr>
          <p:cNvGrpSpPr/>
          <p:nvPr/>
        </p:nvGrpSpPr>
        <p:grpSpPr>
          <a:xfrm>
            <a:off x="3419318" y="3835898"/>
            <a:ext cx="5555615" cy="1270000"/>
            <a:chOff x="3419318" y="3835898"/>
            <a:chExt cx="5555615" cy="1270000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85015E52-5169-7EF7-1241-7AFCE7D5978B}"/>
                </a:ext>
              </a:extLst>
            </p:cNvPr>
            <p:cNvSpPr/>
            <p:nvPr/>
          </p:nvSpPr>
          <p:spPr>
            <a:xfrm>
              <a:off x="3419310" y="3835908"/>
              <a:ext cx="3223260" cy="106680"/>
            </a:xfrm>
            <a:custGeom>
              <a:avLst/>
              <a:gdLst/>
              <a:ahLst/>
              <a:cxnLst/>
              <a:rect l="l" t="t" r="r" b="b"/>
              <a:pathLst>
                <a:path w="3223259" h="106679">
                  <a:moveTo>
                    <a:pt x="783475" y="54457"/>
                  </a:moveTo>
                  <a:lnTo>
                    <a:pt x="28917" y="47561"/>
                  </a:lnTo>
                  <a:lnTo>
                    <a:pt x="29222" y="47383"/>
                  </a:lnTo>
                  <a:lnTo>
                    <a:pt x="96748" y="8813"/>
                  </a:lnTo>
                  <a:lnTo>
                    <a:pt x="97599" y="5715"/>
                  </a:lnTo>
                  <a:lnTo>
                    <a:pt x="94818" y="838"/>
                  </a:lnTo>
                  <a:lnTo>
                    <a:pt x="91706" y="0"/>
                  </a:lnTo>
                  <a:lnTo>
                    <a:pt x="0" y="52374"/>
                  </a:lnTo>
                  <a:lnTo>
                    <a:pt x="90741" y="106426"/>
                  </a:lnTo>
                  <a:lnTo>
                    <a:pt x="93853" y="105625"/>
                  </a:lnTo>
                  <a:lnTo>
                    <a:pt x="96723" y="100812"/>
                  </a:lnTo>
                  <a:lnTo>
                    <a:pt x="95935" y="97688"/>
                  </a:lnTo>
                  <a:lnTo>
                    <a:pt x="28829" y="57721"/>
                  </a:lnTo>
                  <a:lnTo>
                    <a:pt x="783374" y="64617"/>
                  </a:lnTo>
                  <a:lnTo>
                    <a:pt x="783475" y="54457"/>
                  </a:lnTo>
                  <a:close/>
                </a:path>
                <a:path w="3223259" h="106679">
                  <a:moveTo>
                    <a:pt x="3223044" y="52374"/>
                  </a:moveTo>
                  <a:lnTo>
                    <a:pt x="3214306" y="47383"/>
                  </a:lnTo>
                  <a:lnTo>
                    <a:pt x="3131324" y="12"/>
                  </a:lnTo>
                  <a:lnTo>
                    <a:pt x="3128213" y="863"/>
                  </a:lnTo>
                  <a:lnTo>
                    <a:pt x="3125432" y="5740"/>
                  </a:lnTo>
                  <a:lnTo>
                    <a:pt x="3126282" y="8839"/>
                  </a:lnTo>
                  <a:lnTo>
                    <a:pt x="3194126" y="47561"/>
                  </a:lnTo>
                  <a:lnTo>
                    <a:pt x="2460993" y="54457"/>
                  </a:lnTo>
                  <a:lnTo>
                    <a:pt x="2461095" y="64617"/>
                  </a:lnTo>
                  <a:lnTo>
                    <a:pt x="3194215" y="57721"/>
                  </a:lnTo>
                  <a:lnTo>
                    <a:pt x="3127121" y="97713"/>
                  </a:lnTo>
                  <a:lnTo>
                    <a:pt x="3126333" y="100838"/>
                  </a:lnTo>
                  <a:lnTo>
                    <a:pt x="3129203" y="105651"/>
                  </a:lnTo>
                  <a:lnTo>
                    <a:pt x="3132315" y="106438"/>
                  </a:lnTo>
                  <a:lnTo>
                    <a:pt x="3223044" y="52374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66471D81-4B69-3F00-44B0-19506C422DAE}"/>
                </a:ext>
              </a:extLst>
            </p:cNvPr>
            <p:cNvSpPr/>
            <p:nvPr/>
          </p:nvSpPr>
          <p:spPr>
            <a:xfrm>
              <a:off x="6295716" y="3951456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2552523" y="431213"/>
                  </a:moveTo>
                  <a:lnTo>
                    <a:pt x="119369" y="431213"/>
                  </a:lnTo>
                  <a:lnTo>
                    <a:pt x="72905" y="440594"/>
                  </a:lnTo>
                  <a:lnTo>
                    <a:pt x="34962" y="466176"/>
                  </a:lnTo>
                  <a:lnTo>
                    <a:pt x="9380" y="504119"/>
                  </a:lnTo>
                  <a:lnTo>
                    <a:pt x="0" y="550580"/>
                  </a:lnTo>
                  <a:lnTo>
                    <a:pt x="0" y="1028045"/>
                  </a:lnTo>
                  <a:lnTo>
                    <a:pt x="9380" y="1074510"/>
                  </a:lnTo>
                  <a:lnTo>
                    <a:pt x="34962" y="1112454"/>
                  </a:lnTo>
                  <a:lnTo>
                    <a:pt x="72905" y="1138036"/>
                  </a:lnTo>
                  <a:lnTo>
                    <a:pt x="119369" y="1147417"/>
                  </a:lnTo>
                  <a:lnTo>
                    <a:pt x="2552523" y="1147417"/>
                  </a:lnTo>
                  <a:lnTo>
                    <a:pt x="2598987" y="1138036"/>
                  </a:lnTo>
                  <a:lnTo>
                    <a:pt x="2636931" y="1112454"/>
                  </a:lnTo>
                  <a:lnTo>
                    <a:pt x="2662512" y="1074510"/>
                  </a:lnTo>
                  <a:lnTo>
                    <a:pt x="2671893" y="1028045"/>
                  </a:lnTo>
                  <a:lnTo>
                    <a:pt x="2671892" y="550580"/>
                  </a:lnTo>
                  <a:lnTo>
                    <a:pt x="2662512" y="504119"/>
                  </a:lnTo>
                  <a:lnTo>
                    <a:pt x="2636931" y="466176"/>
                  </a:lnTo>
                  <a:lnTo>
                    <a:pt x="2598987" y="440594"/>
                  </a:lnTo>
                  <a:lnTo>
                    <a:pt x="2552523" y="431213"/>
                  </a:lnTo>
                  <a:close/>
                </a:path>
                <a:path w="2672079" h="1147445">
                  <a:moveTo>
                    <a:pt x="275177" y="0"/>
                  </a:moveTo>
                  <a:lnTo>
                    <a:pt x="445315" y="431213"/>
                  </a:lnTo>
                  <a:lnTo>
                    <a:pt x="1113288" y="431213"/>
                  </a:lnTo>
                  <a:lnTo>
                    <a:pt x="275177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8733CC8-0C4B-D424-0557-E0482DFB1A84}"/>
                </a:ext>
              </a:extLst>
            </p:cNvPr>
            <p:cNvSpPr/>
            <p:nvPr/>
          </p:nvSpPr>
          <p:spPr>
            <a:xfrm>
              <a:off x="6295716" y="3951457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0" y="550583"/>
                  </a:moveTo>
                  <a:lnTo>
                    <a:pt x="9380" y="504118"/>
                  </a:lnTo>
                  <a:lnTo>
                    <a:pt x="34962" y="466175"/>
                  </a:lnTo>
                  <a:lnTo>
                    <a:pt x="72906" y="440593"/>
                  </a:lnTo>
                  <a:lnTo>
                    <a:pt x="119370" y="431212"/>
                  </a:lnTo>
                  <a:lnTo>
                    <a:pt x="445315" y="431212"/>
                  </a:lnTo>
                  <a:lnTo>
                    <a:pt x="275178" y="0"/>
                  </a:lnTo>
                  <a:lnTo>
                    <a:pt x="1113289" y="431212"/>
                  </a:lnTo>
                  <a:lnTo>
                    <a:pt x="2552523" y="431212"/>
                  </a:lnTo>
                  <a:lnTo>
                    <a:pt x="2598988" y="440593"/>
                  </a:lnTo>
                  <a:lnTo>
                    <a:pt x="2636931" y="466175"/>
                  </a:lnTo>
                  <a:lnTo>
                    <a:pt x="2662513" y="504118"/>
                  </a:lnTo>
                  <a:lnTo>
                    <a:pt x="2671894" y="550583"/>
                  </a:lnTo>
                  <a:lnTo>
                    <a:pt x="2671894" y="729630"/>
                  </a:lnTo>
                  <a:lnTo>
                    <a:pt x="2671894" y="1028045"/>
                  </a:lnTo>
                  <a:lnTo>
                    <a:pt x="2662513" y="1074509"/>
                  </a:lnTo>
                  <a:lnTo>
                    <a:pt x="2636931" y="1112453"/>
                  </a:lnTo>
                  <a:lnTo>
                    <a:pt x="2598988" y="1138035"/>
                  </a:lnTo>
                  <a:lnTo>
                    <a:pt x="2552523" y="1147416"/>
                  </a:lnTo>
                  <a:lnTo>
                    <a:pt x="1113289" y="1147416"/>
                  </a:lnTo>
                  <a:lnTo>
                    <a:pt x="445315" y="1147416"/>
                  </a:lnTo>
                  <a:lnTo>
                    <a:pt x="119370" y="1147416"/>
                  </a:lnTo>
                  <a:lnTo>
                    <a:pt x="72906" y="1138035"/>
                  </a:lnTo>
                  <a:lnTo>
                    <a:pt x="34962" y="1112453"/>
                  </a:lnTo>
                  <a:lnTo>
                    <a:pt x="9380" y="1074509"/>
                  </a:lnTo>
                  <a:lnTo>
                    <a:pt x="0" y="1028045"/>
                  </a:lnTo>
                  <a:lnTo>
                    <a:pt x="0" y="729630"/>
                  </a:lnTo>
                  <a:lnTo>
                    <a:pt x="0" y="550580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AF045A2B-CA48-6951-85DA-3E857DACD38C}"/>
              </a:ext>
            </a:extLst>
          </p:cNvPr>
          <p:cNvSpPr txBox="1"/>
          <p:nvPr/>
        </p:nvSpPr>
        <p:spPr>
          <a:xfrm>
            <a:off x="670739" y="5240528"/>
            <a:ext cx="7194550" cy="644664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owned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.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own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2100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56D7147B-39B5-5B3E-CD58-2642F98146D8}"/>
              </a:ext>
            </a:extLst>
          </p:cNvPr>
          <p:cNvSpPr txBox="1"/>
          <p:nvPr/>
        </p:nvSpPr>
        <p:spPr>
          <a:xfrm>
            <a:off x="6499669" y="4496816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F0E01ABE-8332-3EE4-9229-C87FD893270C}"/>
              </a:ext>
            </a:extLst>
          </p:cNvPr>
          <p:cNvGrpSpPr/>
          <p:nvPr/>
        </p:nvGrpSpPr>
        <p:grpSpPr>
          <a:xfrm>
            <a:off x="835549" y="4015696"/>
            <a:ext cx="2686050" cy="1052830"/>
            <a:chOff x="835549" y="4015696"/>
            <a:chExt cx="2686050" cy="1052830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159BC1B9-2F43-5994-F671-4730D35D38A8}"/>
                </a:ext>
              </a:extLst>
            </p:cNvPr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3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3" y="1038889"/>
                  </a:lnTo>
                  <a:lnTo>
                    <a:pt x="2598987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7" y="332066"/>
                  </a:lnTo>
                  <a:lnTo>
                    <a:pt x="2552523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68643907-ABE3-C3F9-AFD6-FC3794926358}"/>
                </a:ext>
              </a:extLst>
            </p:cNvPr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87CFD9DC-6225-F97B-A481-D2C04A120B71}"/>
              </a:ext>
            </a:extLst>
          </p:cNvPr>
          <p:cNvSpPr txBox="1"/>
          <p:nvPr/>
        </p:nvSpPr>
        <p:spPr>
          <a:xfrm>
            <a:off x="1046276" y="4460240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5BBC0FF1-9E09-DD04-E69B-CC6F49D17317}"/>
              </a:ext>
            </a:extLst>
          </p:cNvPr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6FCE38D6-29BA-65B8-4F79-8F8277C7F46B}"/>
              </a:ext>
            </a:extLst>
          </p:cNvPr>
          <p:cNvSpPr txBox="1"/>
          <p:nvPr/>
        </p:nvSpPr>
        <p:spPr>
          <a:xfrm>
            <a:off x="675792" y="6026818"/>
            <a:ext cx="5487035" cy="686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lang="en-US" sz="2100" spc="-5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lang="en-US"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SSN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name)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endParaRPr lang="en-US" sz="2100" dirty="0">
              <a:solidFill>
                <a:srgbClr val="292934"/>
              </a:solidFill>
              <a:latin typeface="Verdana"/>
              <a:cs typeface="Verdana"/>
            </a:endParaRPr>
          </a:p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lang="en-US" sz="2100" spc="-5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(</a:t>
            </a:r>
            <a:r>
              <a:rPr lang="en-US" sz="2100" u="sng" spc="-5" dirty="0" err="1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passportNo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SSN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35" name="object 5">
            <a:extLst>
              <a:ext uri="{FF2B5EF4-FFF2-40B4-BE49-F238E27FC236}">
                <a16:creationId xmlns:a16="http://schemas.microsoft.com/office/drawing/2014/main" id="{18766AE9-E107-913B-FA0B-F62021E53E1A}"/>
              </a:ext>
            </a:extLst>
          </p:cNvPr>
          <p:cNvSpPr txBox="1"/>
          <p:nvPr/>
        </p:nvSpPr>
        <p:spPr>
          <a:xfrm>
            <a:off x="658632" y="1130806"/>
            <a:ext cx="8660130" cy="210439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Either side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can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used as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main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table</a:t>
            </a:r>
            <a:endParaRPr sz="2100" dirty="0">
              <a:latin typeface="Verdana"/>
              <a:cs typeface="Verdana"/>
            </a:endParaRPr>
          </a:p>
          <a:p>
            <a:pPr marL="1101090" marR="5080" indent="-72390">
              <a:lnSpc>
                <a:spcPts val="2110"/>
              </a:lnSpc>
              <a:spcBef>
                <a:spcPts val="1275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(Which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side?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doesn’t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matter.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Pick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makes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the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most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sense)</a:t>
            </a:r>
            <a:endParaRPr sz="1900" dirty="0">
              <a:latin typeface="Verdana"/>
              <a:cs typeface="Verdana"/>
            </a:endParaRPr>
          </a:p>
          <a:p>
            <a:pPr marL="1029335">
              <a:lnSpc>
                <a:spcPct val="100000"/>
              </a:lnSpc>
              <a:spcBef>
                <a:spcPts val="969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Add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other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side’s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key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endParaRPr sz="19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you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pick</a:t>
            </a:r>
            <a:endParaRPr sz="21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706260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7590">
              <a:lnSpc>
                <a:spcPct val="100000"/>
              </a:lnSpc>
              <a:spcBef>
                <a:spcPts val="100"/>
              </a:spcBef>
            </a:pPr>
            <a:r>
              <a:rPr sz="3800" spc="-125" dirty="0"/>
              <a:t>Re</a:t>
            </a:r>
            <a:r>
              <a:rPr sz="3800" spc="-120" dirty="0"/>
              <a:t>l</a:t>
            </a:r>
            <a:r>
              <a:rPr sz="3800" spc="-125" dirty="0"/>
              <a:t>a</a:t>
            </a:r>
            <a:r>
              <a:rPr sz="3800" spc="-120" dirty="0"/>
              <a:t>ti</a:t>
            </a:r>
            <a:r>
              <a:rPr sz="3800" spc="-114" dirty="0"/>
              <a:t>o</a:t>
            </a:r>
            <a:r>
              <a:rPr sz="3800" spc="-125" dirty="0"/>
              <a:t>n</a:t>
            </a:r>
            <a:r>
              <a:rPr sz="3800" spc="-114" dirty="0"/>
              <a:t>s</a:t>
            </a:r>
            <a:r>
              <a:rPr sz="3800" spc="-125" dirty="0"/>
              <a:t>h</a:t>
            </a:r>
            <a:r>
              <a:rPr sz="3800" spc="-120" dirty="0"/>
              <a:t>i</a:t>
            </a:r>
            <a:r>
              <a:rPr sz="3800" dirty="0"/>
              <a:t>p</a:t>
            </a:r>
            <a:r>
              <a:rPr sz="3800" spc="-245" dirty="0"/>
              <a:t> </a:t>
            </a:r>
            <a:r>
              <a:rPr sz="3800" spc="-114" dirty="0"/>
              <a:t>S</a:t>
            </a:r>
            <a:r>
              <a:rPr sz="3800" spc="-120" dirty="0"/>
              <a:t>et</a:t>
            </a:r>
            <a:r>
              <a:rPr sz="3800" dirty="0"/>
              <a:t>:</a:t>
            </a:r>
            <a:r>
              <a:rPr sz="3800" spc="-229" dirty="0"/>
              <a:t> </a:t>
            </a:r>
            <a:r>
              <a:rPr sz="3800" spc="-125" dirty="0"/>
              <a:t>On</a:t>
            </a:r>
            <a:r>
              <a:rPr sz="3800" spc="-120" dirty="0"/>
              <a:t>e-t</a:t>
            </a:r>
            <a:r>
              <a:rPr sz="3800" spc="-114" dirty="0"/>
              <a:t>o</a:t>
            </a:r>
            <a:r>
              <a:rPr sz="3800" spc="-120" dirty="0"/>
              <a:t>-One</a:t>
            </a:r>
            <a:endParaRPr sz="3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129" y="3673546"/>
            <a:ext cx="8436829" cy="32826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9615" y="6190488"/>
            <a:ext cx="5487035" cy="70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product(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pid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name, description)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company(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address,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pid,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quantity)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7240799" y="6927081"/>
            <a:ext cx="2550795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8632" y="1130806"/>
            <a:ext cx="8660130" cy="210439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Table: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Either side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can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used as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main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table</a:t>
            </a:r>
            <a:endParaRPr sz="2100" dirty="0">
              <a:latin typeface="Verdana"/>
              <a:cs typeface="Verdana"/>
            </a:endParaRPr>
          </a:p>
          <a:p>
            <a:pPr marL="1101090" marR="5080" indent="-72390">
              <a:lnSpc>
                <a:spcPts val="2110"/>
              </a:lnSpc>
              <a:spcBef>
                <a:spcPts val="1275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(Which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side?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doesn’t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92934"/>
                </a:solidFill>
                <a:latin typeface="Verdana"/>
                <a:cs typeface="Verdana"/>
              </a:rPr>
              <a:t>matter.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Pick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that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makes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the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most </a:t>
            </a:r>
            <a:r>
              <a:rPr sz="1900" spc="-6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sense)</a:t>
            </a:r>
            <a:endParaRPr sz="1900" dirty="0">
              <a:latin typeface="Verdana"/>
              <a:cs typeface="Verdana"/>
            </a:endParaRPr>
          </a:p>
          <a:p>
            <a:pPr marL="1029335">
              <a:lnSpc>
                <a:spcPct val="100000"/>
              </a:lnSpc>
              <a:spcBef>
                <a:spcPts val="969"/>
              </a:spcBef>
            </a:pP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Add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other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side’s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 key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endParaRPr sz="19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key: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keys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you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pick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58638" y="4729479"/>
            <a:ext cx="7372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19564" y="4729479"/>
            <a:ext cx="8921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ompan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9656" y="4735576"/>
            <a:ext cx="6553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ma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k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8577" y="4092447"/>
            <a:ext cx="310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63875" y="3766311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30578" y="3808984"/>
            <a:ext cx="6673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30585" y="4037584"/>
            <a:ext cx="10560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21532" y="3802888"/>
            <a:ext cx="7854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0813" y="5616448"/>
            <a:ext cx="7740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quan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73475" y="6021832"/>
            <a:ext cx="352615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Primary</a:t>
            </a:r>
            <a:r>
              <a:rPr sz="17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key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7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7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chosen</a:t>
            </a:r>
            <a:r>
              <a:rPr sz="17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Verdana"/>
                <a:cs typeface="Verdana"/>
              </a:rPr>
              <a:t>entity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Let’s</a:t>
            </a:r>
            <a:r>
              <a:rPr spc="-229" dirty="0"/>
              <a:t> </a:t>
            </a:r>
            <a:r>
              <a:rPr spc="-85" dirty="0"/>
              <a:t>try:</a:t>
            </a:r>
            <a:r>
              <a:rPr spc="-220" dirty="0"/>
              <a:t> </a:t>
            </a:r>
            <a:r>
              <a:rPr spc="-70" dirty="0"/>
              <a:t>E-R</a:t>
            </a:r>
            <a:r>
              <a:rPr spc="-229" dirty="0"/>
              <a:t> </a:t>
            </a:r>
            <a:r>
              <a:rPr spc="-55" dirty="0"/>
              <a:t>to</a:t>
            </a:r>
            <a:r>
              <a:rPr spc="-220" dirty="0"/>
              <a:t> </a:t>
            </a:r>
            <a:r>
              <a:rPr spc="-100" dirty="0"/>
              <a:t>Relations</a:t>
            </a:r>
            <a:r>
              <a:rPr spc="-220" dirty="0"/>
              <a:t> </a:t>
            </a:r>
            <a:r>
              <a:rPr spc="-70" dirty="0"/>
              <a:t>(7)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095" y="1240535"/>
            <a:ext cx="7297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-5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2810" y="1896814"/>
            <a:ext cx="7961884" cy="30460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17931" y="2726944"/>
            <a:ext cx="4902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9369" y="1995423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3105" y="2400808"/>
            <a:ext cx="3594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8599" y="1992376"/>
            <a:ext cx="7854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4698" y="2400808"/>
            <a:ext cx="440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74163" y="3589528"/>
            <a:ext cx="6076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leng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th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2451" y="2891536"/>
            <a:ext cx="2266950" cy="6292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06880">
              <a:lnSpc>
                <a:spcPct val="100000"/>
              </a:lnSpc>
              <a:spcBef>
                <a:spcPts val="434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gen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movies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5172" y="2717800"/>
            <a:ext cx="7264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-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9464" y="3717544"/>
            <a:ext cx="52197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w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2085" y="3714496"/>
            <a:ext cx="7023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udio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48465" y="4540504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08599" y="4522216"/>
            <a:ext cx="7854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0197" y="5562600"/>
            <a:ext cx="4457065" cy="141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stars(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address)</a:t>
            </a:r>
            <a:endParaRPr sz="2100">
              <a:latin typeface="Verdana"/>
              <a:cs typeface="Verdana"/>
            </a:endParaRPr>
          </a:p>
          <a:p>
            <a:pPr marL="12700" marR="5080">
              <a:lnSpc>
                <a:spcPct val="150500"/>
              </a:lnSpc>
              <a:spcBef>
                <a:spcPts val="81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studios(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address)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movies(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title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7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year</a:t>
            </a:r>
            <a:r>
              <a:rPr sz="2100" spc="-7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genre,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length)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23663" y="5562600"/>
            <a:ext cx="4165600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stars-in(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title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7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year</a:t>
            </a:r>
            <a:r>
              <a:rPr sz="2100" spc="-7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starsName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)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8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owns(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title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7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year</a:t>
            </a:r>
            <a:r>
              <a:rPr sz="2100" spc="-7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studioName)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55934" y="5379016"/>
            <a:ext cx="6985000" cy="236220"/>
          </a:xfrm>
          <a:custGeom>
            <a:avLst/>
            <a:gdLst/>
            <a:ahLst/>
            <a:cxnLst/>
            <a:rect l="l" t="t" r="r" b="b"/>
            <a:pathLst>
              <a:path w="6985000" h="236220">
                <a:moveTo>
                  <a:pt x="6961193" y="11667"/>
                </a:moveTo>
                <a:lnTo>
                  <a:pt x="6961193" y="235958"/>
                </a:lnTo>
                <a:lnTo>
                  <a:pt x="6984530" y="235958"/>
                </a:lnTo>
                <a:lnTo>
                  <a:pt x="6984530" y="23336"/>
                </a:lnTo>
                <a:lnTo>
                  <a:pt x="6972862" y="23336"/>
                </a:lnTo>
                <a:lnTo>
                  <a:pt x="6961193" y="11667"/>
                </a:lnTo>
                <a:close/>
              </a:path>
              <a:path w="6985000" h="236220">
                <a:moveTo>
                  <a:pt x="13013" y="106184"/>
                </a:moveTo>
                <a:lnTo>
                  <a:pt x="1880" y="112678"/>
                </a:lnTo>
                <a:lnTo>
                  <a:pt x="0" y="119823"/>
                </a:lnTo>
                <a:lnTo>
                  <a:pt x="59998" y="222677"/>
                </a:lnTo>
                <a:lnTo>
                  <a:pt x="73506" y="199520"/>
                </a:lnTo>
                <a:lnTo>
                  <a:pt x="48329" y="199520"/>
                </a:lnTo>
                <a:lnTo>
                  <a:pt x="48329" y="156359"/>
                </a:lnTo>
                <a:lnTo>
                  <a:pt x="20157" y="108064"/>
                </a:lnTo>
                <a:lnTo>
                  <a:pt x="13013" y="106184"/>
                </a:lnTo>
                <a:close/>
              </a:path>
              <a:path w="6985000" h="236220">
                <a:moveTo>
                  <a:pt x="48329" y="156359"/>
                </a:moveTo>
                <a:lnTo>
                  <a:pt x="48329" y="199520"/>
                </a:lnTo>
                <a:lnTo>
                  <a:pt x="71666" y="199520"/>
                </a:lnTo>
                <a:lnTo>
                  <a:pt x="71666" y="193640"/>
                </a:lnTo>
                <a:lnTo>
                  <a:pt x="49919" y="193640"/>
                </a:lnTo>
                <a:lnTo>
                  <a:pt x="59998" y="176363"/>
                </a:lnTo>
                <a:lnTo>
                  <a:pt x="48329" y="156359"/>
                </a:lnTo>
                <a:close/>
              </a:path>
              <a:path w="6985000" h="236220">
                <a:moveTo>
                  <a:pt x="106983" y="106184"/>
                </a:moveTo>
                <a:lnTo>
                  <a:pt x="99839" y="108064"/>
                </a:lnTo>
                <a:lnTo>
                  <a:pt x="71667" y="156359"/>
                </a:lnTo>
                <a:lnTo>
                  <a:pt x="71666" y="199520"/>
                </a:lnTo>
                <a:lnTo>
                  <a:pt x="73506" y="199520"/>
                </a:lnTo>
                <a:lnTo>
                  <a:pt x="119995" y="119823"/>
                </a:lnTo>
                <a:lnTo>
                  <a:pt x="118116" y="112678"/>
                </a:lnTo>
                <a:lnTo>
                  <a:pt x="106983" y="106184"/>
                </a:lnTo>
                <a:close/>
              </a:path>
              <a:path w="6985000" h="236220">
                <a:moveTo>
                  <a:pt x="59998" y="176363"/>
                </a:moveTo>
                <a:lnTo>
                  <a:pt x="49919" y="193640"/>
                </a:lnTo>
                <a:lnTo>
                  <a:pt x="70077" y="193640"/>
                </a:lnTo>
                <a:lnTo>
                  <a:pt x="59998" y="176363"/>
                </a:lnTo>
                <a:close/>
              </a:path>
              <a:path w="6985000" h="236220">
                <a:moveTo>
                  <a:pt x="71666" y="156361"/>
                </a:moveTo>
                <a:lnTo>
                  <a:pt x="59998" y="176363"/>
                </a:lnTo>
                <a:lnTo>
                  <a:pt x="70077" y="193640"/>
                </a:lnTo>
                <a:lnTo>
                  <a:pt x="71666" y="193640"/>
                </a:lnTo>
                <a:lnTo>
                  <a:pt x="71666" y="156361"/>
                </a:lnTo>
                <a:close/>
              </a:path>
              <a:path w="6985000" h="236220">
                <a:moveTo>
                  <a:pt x="6979306" y="0"/>
                </a:moveTo>
                <a:lnTo>
                  <a:pt x="53554" y="0"/>
                </a:lnTo>
                <a:lnTo>
                  <a:pt x="48329" y="5223"/>
                </a:lnTo>
                <a:lnTo>
                  <a:pt x="48331" y="156361"/>
                </a:lnTo>
                <a:lnTo>
                  <a:pt x="59998" y="176363"/>
                </a:lnTo>
                <a:lnTo>
                  <a:pt x="71666" y="156361"/>
                </a:lnTo>
                <a:lnTo>
                  <a:pt x="71666" y="23336"/>
                </a:lnTo>
                <a:lnTo>
                  <a:pt x="59998" y="23336"/>
                </a:lnTo>
                <a:lnTo>
                  <a:pt x="71666" y="11667"/>
                </a:lnTo>
                <a:lnTo>
                  <a:pt x="6984530" y="11667"/>
                </a:lnTo>
                <a:lnTo>
                  <a:pt x="6984530" y="5223"/>
                </a:lnTo>
                <a:lnTo>
                  <a:pt x="6979306" y="0"/>
                </a:lnTo>
                <a:close/>
              </a:path>
              <a:path w="6985000" h="236220">
                <a:moveTo>
                  <a:pt x="71666" y="11667"/>
                </a:moveTo>
                <a:lnTo>
                  <a:pt x="59998" y="23336"/>
                </a:lnTo>
                <a:lnTo>
                  <a:pt x="71666" y="23336"/>
                </a:lnTo>
                <a:lnTo>
                  <a:pt x="71666" y="11667"/>
                </a:lnTo>
                <a:close/>
              </a:path>
              <a:path w="6985000" h="236220">
                <a:moveTo>
                  <a:pt x="6961193" y="11667"/>
                </a:moveTo>
                <a:lnTo>
                  <a:pt x="71666" y="11667"/>
                </a:lnTo>
                <a:lnTo>
                  <a:pt x="71666" y="23336"/>
                </a:lnTo>
                <a:lnTo>
                  <a:pt x="6961193" y="23336"/>
                </a:lnTo>
                <a:lnTo>
                  <a:pt x="6961193" y="11667"/>
                </a:lnTo>
                <a:close/>
              </a:path>
              <a:path w="6985000" h="236220">
                <a:moveTo>
                  <a:pt x="6984530" y="11667"/>
                </a:moveTo>
                <a:lnTo>
                  <a:pt x="6961193" y="11667"/>
                </a:lnTo>
                <a:lnTo>
                  <a:pt x="6972862" y="23336"/>
                </a:lnTo>
                <a:lnTo>
                  <a:pt x="6984530" y="23336"/>
                </a:lnTo>
                <a:lnTo>
                  <a:pt x="6984530" y="1166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41890" y="6064478"/>
            <a:ext cx="6504940" cy="196215"/>
          </a:xfrm>
          <a:custGeom>
            <a:avLst/>
            <a:gdLst/>
            <a:ahLst/>
            <a:cxnLst/>
            <a:rect l="l" t="t" r="r" b="b"/>
            <a:pathLst>
              <a:path w="6504940" h="196214">
                <a:moveTo>
                  <a:pt x="6481133" y="11667"/>
                </a:moveTo>
                <a:lnTo>
                  <a:pt x="6481133" y="195821"/>
                </a:lnTo>
                <a:lnTo>
                  <a:pt x="6504470" y="195821"/>
                </a:lnTo>
                <a:lnTo>
                  <a:pt x="6504470" y="23336"/>
                </a:lnTo>
                <a:lnTo>
                  <a:pt x="6492801" y="23336"/>
                </a:lnTo>
                <a:lnTo>
                  <a:pt x="6481133" y="11667"/>
                </a:lnTo>
                <a:close/>
              </a:path>
              <a:path w="6504940" h="196214">
                <a:moveTo>
                  <a:pt x="13012" y="69782"/>
                </a:moveTo>
                <a:lnTo>
                  <a:pt x="1879" y="76276"/>
                </a:lnTo>
                <a:lnTo>
                  <a:pt x="0" y="83421"/>
                </a:lnTo>
                <a:lnTo>
                  <a:pt x="59997" y="186274"/>
                </a:lnTo>
                <a:lnTo>
                  <a:pt x="73505" y="163117"/>
                </a:lnTo>
                <a:lnTo>
                  <a:pt x="48329" y="163117"/>
                </a:lnTo>
                <a:lnTo>
                  <a:pt x="48329" y="119957"/>
                </a:lnTo>
                <a:lnTo>
                  <a:pt x="20157" y="71662"/>
                </a:lnTo>
                <a:lnTo>
                  <a:pt x="13012" y="69782"/>
                </a:lnTo>
                <a:close/>
              </a:path>
              <a:path w="6504940" h="196214">
                <a:moveTo>
                  <a:pt x="48329" y="119958"/>
                </a:moveTo>
                <a:lnTo>
                  <a:pt x="48329" y="163117"/>
                </a:lnTo>
                <a:lnTo>
                  <a:pt x="71666" y="163117"/>
                </a:lnTo>
                <a:lnTo>
                  <a:pt x="71666" y="157238"/>
                </a:lnTo>
                <a:lnTo>
                  <a:pt x="49918" y="157238"/>
                </a:lnTo>
                <a:lnTo>
                  <a:pt x="59997" y="139960"/>
                </a:lnTo>
                <a:lnTo>
                  <a:pt x="48329" y="119958"/>
                </a:lnTo>
                <a:close/>
              </a:path>
              <a:path w="6504940" h="196214">
                <a:moveTo>
                  <a:pt x="106983" y="69782"/>
                </a:moveTo>
                <a:lnTo>
                  <a:pt x="99838" y="71662"/>
                </a:lnTo>
                <a:lnTo>
                  <a:pt x="71666" y="119957"/>
                </a:lnTo>
                <a:lnTo>
                  <a:pt x="71666" y="163117"/>
                </a:lnTo>
                <a:lnTo>
                  <a:pt x="73505" y="163117"/>
                </a:lnTo>
                <a:lnTo>
                  <a:pt x="119995" y="83421"/>
                </a:lnTo>
                <a:lnTo>
                  <a:pt x="118115" y="76276"/>
                </a:lnTo>
                <a:lnTo>
                  <a:pt x="106983" y="69782"/>
                </a:lnTo>
                <a:close/>
              </a:path>
              <a:path w="6504940" h="196214">
                <a:moveTo>
                  <a:pt x="59997" y="139960"/>
                </a:moveTo>
                <a:lnTo>
                  <a:pt x="49918" y="157238"/>
                </a:lnTo>
                <a:lnTo>
                  <a:pt x="70076" y="157238"/>
                </a:lnTo>
                <a:lnTo>
                  <a:pt x="59997" y="139960"/>
                </a:lnTo>
                <a:close/>
              </a:path>
              <a:path w="6504940" h="196214">
                <a:moveTo>
                  <a:pt x="71666" y="119957"/>
                </a:moveTo>
                <a:lnTo>
                  <a:pt x="59997" y="139960"/>
                </a:lnTo>
                <a:lnTo>
                  <a:pt x="70076" y="157238"/>
                </a:lnTo>
                <a:lnTo>
                  <a:pt x="71666" y="157238"/>
                </a:lnTo>
                <a:lnTo>
                  <a:pt x="71666" y="119957"/>
                </a:lnTo>
                <a:close/>
              </a:path>
              <a:path w="6504940" h="196214">
                <a:moveTo>
                  <a:pt x="6499245" y="0"/>
                </a:moveTo>
                <a:lnTo>
                  <a:pt x="53553" y="0"/>
                </a:lnTo>
                <a:lnTo>
                  <a:pt x="48329" y="5223"/>
                </a:lnTo>
                <a:lnTo>
                  <a:pt x="48329" y="119958"/>
                </a:lnTo>
                <a:lnTo>
                  <a:pt x="59997" y="139960"/>
                </a:lnTo>
                <a:lnTo>
                  <a:pt x="71665" y="119958"/>
                </a:lnTo>
                <a:lnTo>
                  <a:pt x="71666" y="23336"/>
                </a:lnTo>
                <a:lnTo>
                  <a:pt x="59997" y="23336"/>
                </a:lnTo>
                <a:lnTo>
                  <a:pt x="71666" y="11667"/>
                </a:lnTo>
                <a:lnTo>
                  <a:pt x="6504470" y="11667"/>
                </a:lnTo>
                <a:lnTo>
                  <a:pt x="6504470" y="5223"/>
                </a:lnTo>
                <a:lnTo>
                  <a:pt x="6499245" y="0"/>
                </a:lnTo>
                <a:close/>
              </a:path>
              <a:path w="6504940" h="196214">
                <a:moveTo>
                  <a:pt x="71666" y="11667"/>
                </a:moveTo>
                <a:lnTo>
                  <a:pt x="59997" y="23336"/>
                </a:lnTo>
                <a:lnTo>
                  <a:pt x="71666" y="23336"/>
                </a:lnTo>
                <a:lnTo>
                  <a:pt x="71666" y="11667"/>
                </a:lnTo>
                <a:close/>
              </a:path>
              <a:path w="6504940" h="196214">
                <a:moveTo>
                  <a:pt x="6481133" y="11667"/>
                </a:moveTo>
                <a:lnTo>
                  <a:pt x="71666" y="11667"/>
                </a:lnTo>
                <a:lnTo>
                  <a:pt x="71666" y="23336"/>
                </a:lnTo>
                <a:lnTo>
                  <a:pt x="6481133" y="23336"/>
                </a:lnTo>
                <a:lnTo>
                  <a:pt x="6481133" y="11667"/>
                </a:lnTo>
                <a:close/>
              </a:path>
              <a:path w="6504940" h="196214">
                <a:moveTo>
                  <a:pt x="6504470" y="11667"/>
                </a:moveTo>
                <a:lnTo>
                  <a:pt x="6481133" y="11667"/>
                </a:lnTo>
                <a:lnTo>
                  <a:pt x="6492801" y="23336"/>
                </a:lnTo>
                <a:lnTo>
                  <a:pt x="6504470" y="23336"/>
                </a:lnTo>
                <a:lnTo>
                  <a:pt x="6504470" y="11667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24443" y="6354855"/>
            <a:ext cx="1760855" cy="438784"/>
            <a:chOff x="2124443" y="6354855"/>
            <a:chExt cx="1760855" cy="438784"/>
          </a:xfrm>
        </p:grpSpPr>
        <p:sp>
          <p:nvSpPr>
            <p:cNvPr id="3" name="object 3"/>
            <p:cNvSpPr/>
            <p:nvPr/>
          </p:nvSpPr>
          <p:spPr>
            <a:xfrm>
              <a:off x="2131110" y="6361522"/>
              <a:ext cx="1747520" cy="425450"/>
            </a:xfrm>
            <a:custGeom>
              <a:avLst/>
              <a:gdLst/>
              <a:ahLst/>
              <a:cxnLst/>
              <a:rect l="l" t="t" r="r" b="b"/>
              <a:pathLst>
                <a:path w="1747520" h="425450">
                  <a:moveTo>
                    <a:pt x="1676521" y="0"/>
                  </a:moveTo>
                  <a:lnTo>
                    <a:pt x="70896" y="0"/>
                  </a:lnTo>
                  <a:lnTo>
                    <a:pt x="43300" y="5571"/>
                  </a:lnTo>
                  <a:lnTo>
                    <a:pt x="20764" y="20764"/>
                  </a:lnTo>
                  <a:lnTo>
                    <a:pt x="5571" y="43300"/>
                  </a:lnTo>
                  <a:lnTo>
                    <a:pt x="0" y="70896"/>
                  </a:lnTo>
                  <a:lnTo>
                    <a:pt x="0" y="354476"/>
                  </a:lnTo>
                  <a:lnTo>
                    <a:pt x="5571" y="382072"/>
                  </a:lnTo>
                  <a:lnTo>
                    <a:pt x="20764" y="404607"/>
                  </a:lnTo>
                  <a:lnTo>
                    <a:pt x="43300" y="419801"/>
                  </a:lnTo>
                  <a:lnTo>
                    <a:pt x="70896" y="425372"/>
                  </a:lnTo>
                  <a:lnTo>
                    <a:pt x="1676521" y="425372"/>
                  </a:lnTo>
                  <a:lnTo>
                    <a:pt x="1704118" y="419801"/>
                  </a:lnTo>
                  <a:lnTo>
                    <a:pt x="1726653" y="404607"/>
                  </a:lnTo>
                  <a:lnTo>
                    <a:pt x="1741847" y="382072"/>
                  </a:lnTo>
                  <a:lnTo>
                    <a:pt x="1747418" y="354476"/>
                  </a:lnTo>
                  <a:lnTo>
                    <a:pt x="1747418" y="70896"/>
                  </a:lnTo>
                  <a:lnTo>
                    <a:pt x="1741847" y="43300"/>
                  </a:lnTo>
                  <a:lnTo>
                    <a:pt x="1726653" y="20764"/>
                  </a:lnTo>
                  <a:lnTo>
                    <a:pt x="1704118" y="5571"/>
                  </a:lnTo>
                  <a:lnTo>
                    <a:pt x="1676521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31110" y="6361522"/>
              <a:ext cx="1747520" cy="425450"/>
            </a:xfrm>
            <a:custGeom>
              <a:avLst/>
              <a:gdLst/>
              <a:ahLst/>
              <a:cxnLst/>
              <a:rect l="l" t="t" r="r" b="b"/>
              <a:pathLst>
                <a:path w="1747520" h="425450">
                  <a:moveTo>
                    <a:pt x="0" y="70896"/>
                  </a:moveTo>
                  <a:lnTo>
                    <a:pt x="5571" y="43300"/>
                  </a:lnTo>
                  <a:lnTo>
                    <a:pt x="20765" y="20765"/>
                  </a:lnTo>
                  <a:lnTo>
                    <a:pt x="43300" y="5571"/>
                  </a:lnTo>
                  <a:lnTo>
                    <a:pt x="70896" y="0"/>
                  </a:lnTo>
                  <a:lnTo>
                    <a:pt x="1676522" y="0"/>
                  </a:lnTo>
                  <a:lnTo>
                    <a:pt x="1704118" y="5571"/>
                  </a:lnTo>
                  <a:lnTo>
                    <a:pt x="1726653" y="20765"/>
                  </a:lnTo>
                  <a:lnTo>
                    <a:pt x="1741846" y="43300"/>
                  </a:lnTo>
                  <a:lnTo>
                    <a:pt x="1747418" y="70896"/>
                  </a:lnTo>
                  <a:lnTo>
                    <a:pt x="1747418" y="354476"/>
                  </a:lnTo>
                  <a:lnTo>
                    <a:pt x="1741846" y="382072"/>
                  </a:lnTo>
                  <a:lnTo>
                    <a:pt x="1726653" y="404607"/>
                  </a:lnTo>
                  <a:lnTo>
                    <a:pt x="1704118" y="419801"/>
                  </a:lnTo>
                  <a:lnTo>
                    <a:pt x="1676522" y="425372"/>
                  </a:lnTo>
                  <a:lnTo>
                    <a:pt x="70896" y="425372"/>
                  </a:lnTo>
                  <a:lnTo>
                    <a:pt x="43300" y="419801"/>
                  </a:lnTo>
                  <a:lnTo>
                    <a:pt x="20765" y="404607"/>
                  </a:lnTo>
                  <a:lnTo>
                    <a:pt x="5571" y="382072"/>
                  </a:lnTo>
                  <a:lnTo>
                    <a:pt x="0" y="354476"/>
                  </a:lnTo>
                  <a:lnTo>
                    <a:pt x="0" y="70896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966400" y="6354853"/>
            <a:ext cx="973455" cy="436245"/>
            <a:chOff x="3966400" y="6354853"/>
            <a:chExt cx="973455" cy="436245"/>
          </a:xfrm>
        </p:grpSpPr>
        <p:sp>
          <p:nvSpPr>
            <p:cNvPr id="6" name="object 6"/>
            <p:cNvSpPr/>
            <p:nvPr/>
          </p:nvSpPr>
          <p:spPr>
            <a:xfrm>
              <a:off x="3973068" y="6361521"/>
              <a:ext cx="960119" cy="422909"/>
            </a:xfrm>
            <a:custGeom>
              <a:avLst/>
              <a:gdLst/>
              <a:ahLst/>
              <a:cxnLst/>
              <a:rect l="l" t="t" r="r" b="b"/>
              <a:pathLst>
                <a:path w="960120" h="422909">
                  <a:moveTo>
                    <a:pt x="889709" y="0"/>
                  </a:moveTo>
                  <a:lnTo>
                    <a:pt x="70410" y="0"/>
                  </a:lnTo>
                  <a:lnTo>
                    <a:pt x="43003" y="5533"/>
                  </a:lnTo>
                  <a:lnTo>
                    <a:pt x="20622" y="20622"/>
                  </a:lnTo>
                  <a:lnTo>
                    <a:pt x="5533" y="43003"/>
                  </a:lnTo>
                  <a:lnTo>
                    <a:pt x="0" y="70410"/>
                  </a:lnTo>
                  <a:lnTo>
                    <a:pt x="0" y="352042"/>
                  </a:lnTo>
                  <a:lnTo>
                    <a:pt x="5533" y="379449"/>
                  </a:lnTo>
                  <a:lnTo>
                    <a:pt x="20622" y="401830"/>
                  </a:lnTo>
                  <a:lnTo>
                    <a:pt x="43003" y="416919"/>
                  </a:lnTo>
                  <a:lnTo>
                    <a:pt x="70410" y="422452"/>
                  </a:lnTo>
                  <a:lnTo>
                    <a:pt x="889709" y="422452"/>
                  </a:lnTo>
                  <a:lnTo>
                    <a:pt x="917116" y="416919"/>
                  </a:lnTo>
                  <a:lnTo>
                    <a:pt x="939497" y="401830"/>
                  </a:lnTo>
                  <a:lnTo>
                    <a:pt x="954586" y="379449"/>
                  </a:lnTo>
                  <a:lnTo>
                    <a:pt x="960120" y="352042"/>
                  </a:lnTo>
                  <a:lnTo>
                    <a:pt x="960120" y="70410"/>
                  </a:lnTo>
                  <a:lnTo>
                    <a:pt x="954586" y="43003"/>
                  </a:lnTo>
                  <a:lnTo>
                    <a:pt x="939497" y="20622"/>
                  </a:lnTo>
                  <a:lnTo>
                    <a:pt x="917116" y="5533"/>
                  </a:lnTo>
                  <a:lnTo>
                    <a:pt x="889709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73068" y="6361521"/>
              <a:ext cx="960119" cy="422909"/>
            </a:xfrm>
            <a:custGeom>
              <a:avLst/>
              <a:gdLst/>
              <a:ahLst/>
              <a:cxnLst/>
              <a:rect l="l" t="t" r="r" b="b"/>
              <a:pathLst>
                <a:path w="960120" h="422909">
                  <a:moveTo>
                    <a:pt x="0" y="70409"/>
                  </a:moveTo>
                  <a:lnTo>
                    <a:pt x="5533" y="43003"/>
                  </a:lnTo>
                  <a:lnTo>
                    <a:pt x="20622" y="20622"/>
                  </a:lnTo>
                  <a:lnTo>
                    <a:pt x="43003" y="5533"/>
                  </a:lnTo>
                  <a:lnTo>
                    <a:pt x="70409" y="0"/>
                  </a:lnTo>
                  <a:lnTo>
                    <a:pt x="889710" y="0"/>
                  </a:lnTo>
                  <a:lnTo>
                    <a:pt x="917116" y="5533"/>
                  </a:lnTo>
                  <a:lnTo>
                    <a:pt x="939497" y="20622"/>
                  </a:lnTo>
                  <a:lnTo>
                    <a:pt x="954586" y="43003"/>
                  </a:lnTo>
                  <a:lnTo>
                    <a:pt x="960119" y="70409"/>
                  </a:lnTo>
                  <a:lnTo>
                    <a:pt x="960119" y="352042"/>
                  </a:lnTo>
                  <a:lnTo>
                    <a:pt x="954586" y="379449"/>
                  </a:lnTo>
                  <a:lnTo>
                    <a:pt x="939497" y="401830"/>
                  </a:lnTo>
                  <a:lnTo>
                    <a:pt x="917116" y="416919"/>
                  </a:lnTo>
                  <a:lnTo>
                    <a:pt x="889710" y="422452"/>
                  </a:lnTo>
                  <a:lnTo>
                    <a:pt x="70409" y="422452"/>
                  </a:lnTo>
                  <a:lnTo>
                    <a:pt x="43003" y="416919"/>
                  </a:lnTo>
                  <a:lnTo>
                    <a:pt x="20622" y="401830"/>
                  </a:lnTo>
                  <a:lnTo>
                    <a:pt x="5533" y="379449"/>
                  </a:lnTo>
                  <a:lnTo>
                    <a:pt x="0" y="352042"/>
                  </a:lnTo>
                  <a:lnTo>
                    <a:pt x="0" y="70409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Let’s</a:t>
            </a:r>
            <a:r>
              <a:rPr spc="-229" dirty="0"/>
              <a:t> </a:t>
            </a:r>
            <a:r>
              <a:rPr spc="-85" dirty="0"/>
              <a:t>try:</a:t>
            </a:r>
            <a:r>
              <a:rPr spc="-220" dirty="0"/>
              <a:t> </a:t>
            </a:r>
            <a:r>
              <a:rPr spc="-70" dirty="0"/>
              <a:t>E-R</a:t>
            </a:r>
            <a:r>
              <a:rPr spc="-229" dirty="0"/>
              <a:t> </a:t>
            </a:r>
            <a:r>
              <a:rPr spc="-55" dirty="0"/>
              <a:t>to</a:t>
            </a:r>
            <a:r>
              <a:rPr spc="-220" dirty="0"/>
              <a:t> </a:t>
            </a:r>
            <a:r>
              <a:rPr spc="-100" dirty="0"/>
              <a:t>Relations</a:t>
            </a:r>
            <a:r>
              <a:rPr spc="-220" dirty="0"/>
              <a:t> </a:t>
            </a:r>
            <a:r>
              <a:rPr spc="-70" dirty="0"/>
              <a:t>(8)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09095" y="1240535"/>
            <a:ext cx="72974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Convert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-5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diagram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into</a:t>
            </a:r>
            <a:r>
              <a:rPr sz="2100" b="1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52906" y="2626359"/>
            <a:ext cx="4549484" cy="1798953"/>
            <a:chOff x="4052906" y="2626359"/>
            <a:chExt cx="4549484" cy="1798953"/>
          </a:xfrm>
        </p:grpSpPr>
        <p:sp>
          <p:nvSpPr>
            <p:cNvPr id="12" name="object 12"/>
            <p:cNvSpPr/>
            <p:nvPr/>
          </p:nvSpPr>
          <p:spPr>
            <a:xfrm>
              <a:off x="5754989" y="3633084"/>
              <a:ext cx="1104265" cy="330835"/>
            </a:xfrm>
            <a:custGeom>
              <a:avLst/>
              <a:gdLst/>
              <a:ahLst/>
              <a:cxnLst/>
              <a:rect l="l" t="t" r="r" b="b"/>
              <a:pathLst>
                <a:path w="1104265" h="330835">
                  <a:moveTo>
                    <a:pt x="0" y="330632"/>
                  </a:moveTo>
                  <a:lnTo>
                    <a:pt x="1103688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73705" y="3088883"/>
              <a:ext cx="1072515" cy="421640"/>
            </a:xfrm>
            <a:custGeom>
              <a:avLst/>
              <a:gdLst/>
              <a:ahLst/>
              <a:cxnLst/>
              <a:rect l="l" t="t" r="r" b="b"/>
              <a:pathLst>
                <a:path w="1072515" h="421639">
                  <a:moveTo>
                    <a:pt x="0" y="0"/>
                  </a:moveTo>
                  <a:lnTo>
                    <a:pt x="1072426" y="421127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36074" y="3186432"/>
              <a:ext cx="1287145" cy="710565"/>
            </a:xfrm>
            <a:custGeom>
              <a:avLst/>
              <a:gdLst/>
              <a:ahLst/>
              <a:cxnLst/>
              <a:rect l="l" t="t" r="r" b="b"/>
              <a:pathLst>
                <a:path w="1287145" h="710564">
                  <a:moveTo>
                    <a:pt x="1286560" y="0"/>
                  </a:moveTo>
                  <a:lnTo>
                    <a:pt x="0" y="0"/>
                  </a:lnTo>
                  <a:lnTo>
                    <a:pt x="0" y="710488"/>
                  </a:lnTo>
                  <a:lnTo>
                    <a:pt x="1286560" y="710488"/>
                  </a:lnTo>
                  <a:lnTo>
                    <a:pt x="12865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36074" y="3186432"/>
              <a:ext cx="1287145" cy="710565"/>
            </a:xfrm>
            <a:custGeom>
              <a:avLst/>
              <a:gdLst/>
              <a:ahLst/>
              <a:cxnLst/>
              <a:rect l="l" t="t" r="r" b="b"/>
              <a:pathLst>
                <a:path w="1287145" h="710564">
                  <a:moveTo>
                    <a:pt x="0" y="0"/>
                  </a:moveTo>
                  <a:lnTo>
                    <a:pt x="1286560" y="0"/>
                  </a:lnTo>
                  <a:lnTo>
                    <a:pt x="1286560" y="710488"/>
                  </a:lnTo>
                  <a:lnTo>
                    <a:pt x="0" y="710488"/>
                  </a:lnTo>
                  <a:lnTo>
                    <a:pt x="0" y="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52906" y="3604257"/>
              <a:ext cx="1920239" cy="821055"/>
            </a:xfrm>
            <a:custGeom>
              <a:avLst/>
              <a:gdLst/>
              <a:ahLst/>
              <a:cxnLst/>
              <a:rect l="l" t="t" r="r" b="b"/>
              <a:pathLst>
                <a:path w="1920239" h="821054">
                  <a:moveTo>
                    <a:pt x="960119" y="0"/>
                  </a:moveTo>
                  <a:lnTo>
                    <a:pt x="0" y="410500"/>
                  </a:lnTo>
                  <a:lnTo>
                    <a:pt x="960119" y="821001"/>
                  </a:lnTo>
                  <a:lnTo>
                    <a:pt x="1920239" y="410500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52906" y="3604257"/>
              <a:ext cx="1920239" cy="821055"/>
            </a:xfrm>
            <a:custGeom>
              <a:avLst/>
              <a:gdLst/>
              <a:ahLst/>
              <a:cxnLst/>
              <a:rect l="l" t="t" r="r" b="b"/>
              <a:pathLst>
                <a:path w="1920239" h="821054">
                  <a:moveTo>
                    <a:pt x="0" y="410501"/>
                  </a:moveTo>
                  <a:lnTo>
                    <a:pt x="960119" y="0"/>
                  </a:lnTo>
                  <a:lnTo>
                    <a:pt x="1920239" y="410501"/>
                  </a:lnTo>
                  <a:lnTo>
                    <a:pt x="960119" y="821002"/>
                  </a:lnTo>
                  <a:lnTo>
                    <a:pt x="0" y="410501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52906" y="2626359"/>
              <a:ext cx="1920239" cy="821055"/>
            </a:xfrm>
            <a:custGeom>
              <a:avLst/>
              <a:gdLst/>
              <a:ahLst/>
              <a:cxnLst/>
              <a:rect l="l" t="t" r="r" b="b"/>
              <a:pathLst>
                <a:path w="1920239" h="821054">
                  <a:moveTo>
                    <a:pt x="960119" y="0"/>
                  </a:moveTo>
                  <a:lnTo>
                    <a:pt x="0" y="410500"/>
                  </a:lnTo>
                  <a:lnTo>
                    <a:pt x="960119" y="821001"/>
                  </a:lnTo>
                  <a:lnTo>
                    <a:pt x="1920239" y="410500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52906" y="2626359"/>
              <a:ext cx="1920239" cy="821055"/>
            </a:xfrm>
            <a:custGeom>
              <a:avLst/>
              <a:gdLst/>
              <a:ahLst/>
              <a:cxnLst/>
              <a:rect l="l" t="t" r="r" b="b"/>
              <a:pathLst>
                <a:path w="1920239" h="821054">
                  <a:moveTo>
                    <a:pt x="0" y="410501"/>
                  </a:moveTo>
                  <a:lnTo>
                    <a:pt x="960119" y="0"/>
                  </a:lnTo>
                  <a:lnTo>
                    <a:pt x="1920239" y="410501"/>
                  </a:lnTo>
                  <a:lnTo>
                    <a:pt x="960119" y="821002"/>
                  </a:lnTo>
                  <a:lnTo>
                    <a:pt x="0" y="410501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22635" y="3235147"/>
              <a:ext cx="579755" cy="306705"/>
            </a:xfrm>
            <a:custGeom>
              <a:avLst/>
              <a:gdLst/>
              <a:ahLst/>
              <a:cxnLst/>
              <a:rect l="l" t="t" r="r" b="b"/>
              <a:pathLst>
                <a:path w="579754" h="306704">
                  <a:moveTo>
                    <a:pt x="579150" y="0"/>
                  </a:moveTo>
                  <a:lnTo>
                    <a:pt x="0" y="306529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30706" y="2696583"/>
              <a:ext cx="1562735" cy="668020"/>
            </a:xfrm>
            <a:custGeom>
              <a:avLst/>
              <a:gdLst/>
              <a:ahLst/>
              <a:cxnLst/>
              <a:rect l="l" t="t" r="r" b="b"/>
              <a:pathLst>
                <a:path w="1562735" h="668020">
                  <a:moveTo>
                    <a:pt x="781110" y="0"/>
                  </a:moveTo>
                  <a:lnTo>
                    <a:pt x="0" y="333965"/>
                  </a:lnTo>
                  <a:lnTo>
                    <a:pt x="781110" y="667931"/>
                  </a:lnTo>
                  <a:lnTo>
                    <a:pt x="1562221" y="333965"/>
                  </a:lnTo>
                  <a:lnTo>
                    <a:pt x="78111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230706" y="2696583"/>
              <a:ext cx="1562735" cy="668020"/>
            </a:xfrm>
            <a:custGeom>
              <a:avLst/>
              <a:gdLst/>
              <a:ahLst/>
              <a:cxnLst/>
              <a:rect l="l" t="t" r="r" b="b"/>
              <a:pathLst>
                <a:path w="1562735" h="668020">
                  <a:moveTo>
                    <a:pt x="0" y="333965"/>
                  </a:moveTo>
                  <a:lnTo>
                    <a:pt x="781110" y="0"/>
                  </a:lnTo>
                  <a:lnTo>
                    <a:pt x="1562221" y="333965"/>
                  </a:lnTo>
                  <a:lnTo>
                    <a:pt x="781110" y="667931"/>
                  </a:lnTo>
                  <a:lnTo>
                    <a:pt x="0" y="33396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634133" y="2861055"/>
            <a:ext cx="7721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o_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f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ligh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25623" y="3675140"/>
            <a:ext cx="1572895" cy="678180"/>
            <a:chOff x="4225623" y="3675140"/>
            <a:chExt cx="1572895" cy="678180"/>
          </a:xfrm>
        </p:grpSpPr>
        <p:sp>
          <p:nvSpPr>
            <p:cNvPr id="26" name="object 26"/>
            <p:cNvSpPr/>
            <p:nvPr/>
          </p:nvSpPr>
          <p:spPr>
            <a:xfrm>
              <a:off x="4230703" y="3680220"/>
              <a:ext cx="1562735" cy="668020"/>
            </a:xfrm>
            <a:custGeom>
              <a:avLst/>
              <a:gdLst/>
              <a:ahLst/>
              <a:cxnLst/>
              <a:rect l="l" t="t" r="r" b="b"/>
              <a:pathLst>
                <a:path w="1562735" h="668020">
                  <a:moveTo>
                    <a:pt x="781110" y="0"/>
                  </a:moveTo>
                  <a:lnTo>
                    <a:pt x="0" y="333965"/>
                  </a:lnTo>
                  <a:lnTo>
                    <a:pt x="781110" y="667931"/>
                  </a:lnTo>
                  <a:lnTo>
                    <a:pt x="1562221" y="333965"/>
                  </a:lnTo>
                  <a:lnTo>
                    <a:pt x="78111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30703" y="3680220"/>
              <a:ext cx="1562735" cy="668020"/>
            </a:xfrm>
            <a:custGeom>
              <a:avLst/>
              <a:gdLst/>
              <a:ahLst/>
              <a:cxnLst/>
              <a:rect l="l" t="t" r="r" b="b"/>
              <a:pathLst>
                <a:path w="1562735" h="668020">
                  <a:moveTo>
                    <a:pt x="0" y="333965"/>
                  </a:moveTo>
                  <a:lnTo>
                    <a:pt x="781110" y="0"/>
                  </a:lnTo>
                  <a:lnTo>
                    <a:pt x="1562221" y="333965"/>
                  </a:lnTo>
                  <a:lnTo>
                    <a:pt x="781110" y="667931"/>
                  </a:lnTo>
                  <a:lnTo>
                    <a:pt x="0" y="333965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672577" y="3860800"/>
            <a:ext cx="7137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to_cust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07194" y="3265059"/>
            <a:ext cx="1136015" cy="548640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1045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bookings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596706" y="2988339"/>
            <a:ext cx="953769" cy="494030"/>
            <a:chOff x="8596706" y="2988339"/>
            <a:chExt cx="953769" cy="494030"/>
          </a:xfrm>
        </p:grpSpPr>
        <p:sp>
          <p:nvSpPr>
            <p:cNvPr id="31" name="object 31"/>
            <p:cNvSpPr/>
            <p:nvPr/>
          </p:nvSpPr>
          <p:spPr>
            <a:xfrm>
              <a:off x="8601786" y="2993419"/>
              <a:ext cx="943610" cy="483870"/>
            </a:xfrm>
            <a:custGeom>
              <a:avLst/>
              <a:gdLst/>
              <a:ahLst/>
              <a:cxnLst/>
              <a:rect l="l" t="t" r="r" b="b"/>
              <a:pathLst>
                <a:path w="943609" h="483870">
                  <a:moveTo>
                    <a:pt x="471765" y="0"/>
                  </a:moveTo>
                  <a:lnTo>
                    <a:pt x="407749" y="2206"/>
                  </a:lnTo>
                  <a:lnTo>
                    <a:pt x="346351" y="8634"/>
                  </a:lnTo>
                  <a:lnTo>
                    <a:pt x="288132" y="18996"/>
                  </a:lnTo>
                  <a:lnTo>
                    <a:pt x="233656" y="33003"/>
                  </a:lnTo>
                  <a:lnTo>
                    <a:pt x="183483" y="50367"/>
                  </a:lnTo>
                  <a:lnTo>
                    <a:pt x="138176" y="70800"/>
                  </a:lnTo>
                  <a:lnTo>
                    <a:pt x="98298" y="94015"/>
                  </a:lnTo>
                  <a:lnTo>
                    <a:pt x="64409" y="119723"/>
                  </a:lnTo>
                  <a:lnTo>
                    <a:pt x="37073" y="147636"/>
                  </a:lnTo>
                  <a:lnTo>
                    <a:pt x="4306" y="208926"/>
                  </a:lnTo>
                  <a:lnTo>
                    <a:pt x="0" y="241727"/>
                  </a:lnTo>
                  <a:lnTo>
                    <a:pt x="4306" y="274529"/>
                  </a:lnTo>
                  <a:lnTo>
                    <a:pt x="37073" y="335819"/>
                  </a:lnTo>
                  <a:lnTo>
                    <a:pt x="64409" y="363733"/>
                  </a:lnTo>
                  <a:lnTo>
                    <a:pt x="98298" y="389441"/>
                  </a:lnTo>
                  <a:lnTo>
                    <a:pt x="138176" y="412655"/>
                  </a:lnTo>
                  <a:lnTo>
                    <a:pt x="183483" y="433089"/>
                  </a:lnTo>
                  <a:lnTo>
                    <a:pt x="233656" y="450453"/>
                  </a:lnTo>
                  <a:lnTo>
                    <a:pt x="288132" y="464459"/>
                  </a:lnTo>
                  <a:lnTo>
                    <a:pt x="346351" y="474821"/>
                  </a:lnTo>
                  <a:lnTo>
                    <a:pt x="407749" y="481249"/>
                  </a:lnTo>
                  <a:lnTo>
                    <a:pt x="471765" y="483455"/>
                  </a:lnTo>
                  <a:lnTo>
                    <a:pt x="535781" y="481249"/>
                  </a:lnTo>
                  <a:lnTo>
                    <a:pt x="597179" y="474821"/>
                  </a:lnTo>
                  <a:lnTo>
                    <a:pt x="655397" y="464459"/>
                  </a:lnTo>
                  <a:lnTo>
                    <a:pt x="709874" y="450453"/>
                  </a:lnTo>
                  <a:lnTo>
                    <a:pt x="760046" y="433089"/>
                  </a:lnTo>
                  <a:lnTo>
                    <a:pt x="805353" y="412655"/>
                  </a:lnTo>
                  <a:lnTo>
                    <a:pt x="845231" y="389441"/>
                  </a:lnTo>
                  <a:lnTo>
                    <a:pt x="879120" y="363733"/>
                  </a:lnTo>
                  <a:lnTo>
                    <a:pt x="906456" y="335819"/>
                  </a:lnTo>
                  <a:lnTo>
                    <a:pt x="939223" y="274529"/>
                  </a:lnTo>
                  <a:lnTo>
                    <a:pt x="943529" y="241727"/>
                  </a:lnTo>
                  <a:lnTo>
                    <a:pt x="939223" y="208926"/>
                  </a:lnTo>
                  <a:lnTo>
                    <a:pt x="906456" y="147636"/>
                  </a:lnTo>
                  <a:lnTo>
                    <a:pt x="879120" y="119723"/>
                  </a:lnTo>
                  <a:lnTo>
                    <a:pt x="845231" y="94015"/>
                  </a:lnTo>
                  <a:lnTo>
                    <a:pt x="805353" y="70800"/>
                  </a:lnTo>
                  <a:lnTo>
                    <a:pt x="760046" y="50367"/>
                  </a:lnTo>
                  <a:lnTo>
                    <a:pt x="709874" y="33003"/>
                  </a:lnTo>
                  <a:lnTo>
                    <a:pt x="655397" y="18996"/>
                  </a:lnTo>
                  <a:lnTo>
                    <a:pt x="597179" y="8634"/>
                  </a:lnTo>
                  <a:lnTo>
                    <a:pt x="535781" y="2206"/>
                  </a:lnTo>
                  <a:lnTo>
                    <a:pt x="47176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601786" y="2993419"/>
              <a:ext cx="943610" cy="483870"/>
            </a:xfrm>
            <a:custGeom>
              <a:avLst/>
              <a:gdLst/>
              <a:ahLst/>
              <a:cxnLst/>
              <a:rect l="l" t="t" r="r" b="b"/>
              <a:pathLst>
                <a:path w="943609" h="483870">
                  <a:moveTo>
                    <a:pt x="0" y="241727"/>
                  </a:moveTo>
                  <a:lnTo>
                    <a:pt x="16851" y="177467"/>
                  </a:lnTo>
                  <a:lnTo>
                    <a:pt x="64409" y="119723"/>
                  </a:lnTo>
                  <a:lnTo>
                    <a:pt x="98298" y="94015"/>
                  </a:lnTo>
                  <a:lnTo>
                    <a:pt x="138176" y="70800"/>
                  </a:lnTo>
                  <a:lnTo>
                    <a:pt x="183483" y="50367"/>
                  </a:lnTo>
                  <a:lnTo>
                    <a:pt x="233656" y="33002"/>
                  </a:lnTo>
                  <a:lnTo>
                    <a:pt x="288132" y="18996"/>
                  </a:lnTo>
                  <a:lnTo>
                    <a:pt x="346351" y="8634"/>
                  </a:lnTo>
                  <a:lnTo>
                    <a:pt x="407749" y="2206"/>
                  </a:lnTo>
                  <a:lnTo>
                    <a:pt x="471764" y="0"/>
                  </a:lnTo>
                  <a:lnTo>
                    <a:pt x="535780" y="2206"/>
                  </a:lnTo>
                  <a:lnTo>
                    <a:pt x="597178" y="8634"/>
                  </a:lnTo>
                  <a:lnTo>
                    <a:pt x="655397" y="18996"/>
                  </a:lnTo>
                  <a:lnTo>
                    <a:pt x="709873" y="33002"/>
                  </a:lnTo>
                  <a:lnTo>
                    <a:pt x="760046" y="50367"/>
                  </a:lnTo>
                  <a:lnTo>
                    <a:pt x="805353" y="70800"/>
                  </a:lnTo>
                  <a:lnTo>
                    <a:pt x="845231" y="94015"/>
                  </a:lnTo>
                  <a:lnTo>
                    <a:pt x="879120" y="119723"/>
                  </a:lnTo>
                  <a:lnTo>
                    <a:pt x="906456" y="147636"/>
                  </a:lnTo>
                  <a:lnTo>
                    <a:pt x="939223" y="208926"/>
                  </a:lnTo>
                  <a:lnTo>
                    <a:pt x="943529" y="241727"/>
                  </a:lnTo>
                  <a:lnTo>
                    <a:pt x="939223" y="274528"/>
                  </a:lnTo>
                  <a:lnTo>
                    <a:pt x="906456" y="335819"/>
                  </a:lnTo>
                  <a:lnTo>
                    <a:pt x="879120" y="363732"/>
                  </a:lnTo>
                  <a:lnTo>
                    <a:pt x="845231" y="389440"/>
                  </a:lnTo>
                  <a:lnTo>
                    <a:pt x="805353" y="412655"/>
                  </a:lnTo>
                  <a:lnTo>
                    <a:pt x="760046" y="433088"/>
                  </a:lnTo>
                  <a:lnTo>
                    <a:pt x="709873" y="450452"/>
                  </a:lnTo>
                  <a:lnTo>
                    <a:pt x="655397" y="464459"/>
                  </a:lnTo>
                  <a:lnTo>
                    <a:pt x="597178" y="474820"/>
                  </a:lnTo>
                  <a:lnTo>
                    <a:pt x="535780" y="481248"/>
                  </a:lnTo>
                  <a:lnTo>
                    <a:pt x="471764" y="483455"/>
                  </a:lnTo>
                  <a:lnTo>
                    <a:pt x="407749" y="481248"/>
                  </a:lnTo>
                  <a:lnTo>
                    <a:pt x="346351" y="474820"/>
                  </a:lnTo>
                  <a:lnTo>
                    <a:pt x="288132" y="464459"/>
                  </a:lnTo>
                  <a:lnTo>
                    <a:pt x="233656" y="450452"/>
                  </a:lnTo>
                  <a:lnTo>
                    <a:pt x="183483" y="433088"/>
                  </a:lnTo>
                  <a:lnTo>
                    <a:pt x="138176" y="412655"/>
                  </a:lnTo>
                  <a:lnTo>
                    <a:pt x="98298" y="389440"/>
                  </a:lnTo>
                  <a:lnTo>
                    <a:pt x="64409" y="363732"/>
                  </a:lnTo>
                  <a:lnTo>
                    <a:pt x="37073" y="335819"/>
                  </a:lnTo>
                  <a:lnTo>
                    <a:pt x="4306" y="274528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889162" y="3080511"/>
            <a:ext cx="3714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w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596706" y="3563612"/>
            <a:ext cx="953769" cy="494030"/>
            <a:chOff x="8596706" y="3563612"/>
            <a:chExt cx="953769" cy="494030"/>
          </a:xfrm>
        </p:grpSpPr>
        <p:sp>
          <p:nvSpPr>
            <p:cNvPr id="35" name="object 35"/>
            <p:cNvSpPr/>
            <p:nvPr/>
          </p:nvSpPr>
          <p:spPr>
            <a:xfrm>
              <a:off x="8601786" y="3568692"/>
              <a:ext cx="943610" cy="483870"/>
            </a:xfrm>
            <a:custGeom>
              <a:avLst/>
              <a:gdLst/>
              <a:ahLst/>
              <a:cxnLst/>
              <a:rect l="l" t="t" r="r" b="b"/>
              <a:pathLst>
                <a:path w="943609" h="483870">
                  <a:moveTo>
                    <a:pt x="471765" y="0"/>
                  </a:moveTo>
                  <a:lnTo>
                    <a:pt x="407749" y="2206"/>
                  </a:lnTo>
                  <a:lnTo>
                    <a:pt x="346351" y="8634"/>
                  </a:lnTo>
                  <a:lnTo>
                    <a:pt x="288132" y="18996"/>
                  </a:lnTo>
                  <a:lnTo>
                    <a:pt x="233656" y="33003"/>
                  </a:lnTo>
                  <a:lnTo>
                    <a:pt x="183483" y="50367"/>
                  </a:lnTo>
                  <a:lnTo>
                    <a:pt x="138176" y="70800"/>
                  </a:lnTo>
                  <a:lnTo>
                    <a:pt x="98298" y="94015"/>
                  </a:lnTo>
                  <a:lnTo>
                    <a:pt x="64409" y="119723"/>
                  </a:lnTo>
                  <a:lnTo>
                    <a:pt x="37073" y="147636"/>
                  </a:lnTo>
                  <a:lnTo>
                    <a:pt x="4306" y="208926"/>
                  </a:lnTo>
                  <a:lnTo>
                    <a:pt x="0" y="241727"/>
                  </a:lnTo>
                  <a:lnTo>
                    <a:pt x="4306" y="274528"/>
                  </a:lnTo>
                  <a:lnTo>
                    <a:pt x="37073" y="335819"/>
                  </a:lnTo>
                  <a:lnTo>
                    <a:pt x="64409" y="363732"/>
                  </a:lnTo>
                  <a:lnTo>
                    <a:pt x="98298" y="389440"/>
                  </a:lnTo>
                  <a:lnTo>
                    <a:pt x="138176" y="412655"/>
                  </a:lnTo>
                  <a:lnTo>
                    <a:pt x="183483" y="433088"/>
                  </a:lnTo>
                  <a:lnTo>
                    <a:pt x="233656" y="450452"/>
                  </a:lnTo>
                  <a:lnTo>
                    <a:pt x="288132" y="464459"/>
                  </a:lnTo>
                  <a:lnTo>
                    <a:pt x="346351" y="474821"/>
                  </a:lnTo>
                  <a:lnTo>
                    <a:pt x="407749" y="481249"/>
                  </a:lnTo>
                  <a:lnTo>
                    <a:pt x="471765" y="483455"/>
                  </a:lnTo>
                  <a:lnTo>
                    <a:pt x="535781" y="481249"/>
                  </a:lnTo>
                  <a:lnTo>
                    <a:pt x="597179" y="474821"/>
                  </a:lnTo>
                  <a:lnTo>
                    <a:pt x="655397" y="464459"/>
                  </a:lnTo>
                  <a:lnTo>
                    <a:pt x="709874" y="450452"/>
                  </a:lnTo>
                  <a:lnTo>
                    <a:pt x="760046" y="433088"/>
                  </a:lnTo>
                  <a:lnTo>
                    <a:pt x="805353" y="412655"/>
                  </a:lnTo>
                  <a:lnTo>
                    <a:pt x="845231" y="389440"/>
                  </a:lnTo>
                  <a:lnTo>
                    <a:pt x="879120" y="363732"/>
                  </a:lnTo>
                  <a:lnTo>
                    <a:pt x="906456" y="335819"/>
                  </a:lnTo>
                  <a:lnTo>
                    <a:pt x="939223" y="274528"/>
                  </a:lnTo>
                  <a:lnTo>
                    <a:pt x="943529" y="241727"/>
                  </a:lnTo>
                  <a:lnTo>
                    <a:pt x="939223" y="208926"/>
                  </a:lnTo>
                  <a:lnTo>
                    <a:pt x="906456" y="147636"/>
                  </a:lnTo>
                  <a:lnTo>
                    <a:pt x="879120" y="119723"/>
                  </a:lnTo>
                  <a:lnTo>
                    <a:pt x="845231" y="94015"/>
                  </a:lnTo>
                  <a:lnTo>
                    <a:pt x="805353" y="70800"/>
                  </a:lnTo>
                  <a:lnTo>
                    <a:pt x="760046" y="50367"/>
                  </a:lnTo>
                  <a:lnTo>
                    <a:pt x="709874" y="33003"/>
                  </a:lnTo>
                  <a:lnTo>
                    <a:pt x="655397" y="18996"/>
                  </a:lnTo>
                  <a:lnTo>
                    <a:pt x="597179" y="8634"/>
                  </a:lnTo>
                  <a:lnTo>
                    <a:pt x="535781" y="2206"/>
                  </a:lnTo>
                  <a:lnTo>
                    <a:pt x="47176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601786" y="3568692"/>
              <a:ext cx="943610" cy="483870"/>
            </a:xfrm>
            <a:custGeom>
              <a:avLst/>
              <a:gdLst/>
              <a:ahLst/>
              <a:cxnLst/>
              <a:rect l="l" t="t" r="r" b="b"/>
              <a:pathLst>
                <a:path w="943609" h="483870">
                  <a:moveTo>
                    <a:pt x="0" y="241727"/>
                  </a:moveTo>
                  <a:lnTo>
                    <a:pt x="16851" y="177467"/>
                  </a:lnTo>
                  <a:lnTo>
                    <a:pt x="64409" y="119723"/>
                  </a:lnTo>
                  <a:lnTo>
                    <a:pt x="98298" y="94015"/>
                  </a:lnTo>
                  <a:lnTo>
                    <a:pt x="138176" y="70800"/>
                  </a:lnTo>
                  <a:lnTo>
                    <a:pt x="183483" y="50367"/>
                  </a:lnTo>
                  <a:lnTo>
                    <a:pt x="233656" y="33002"/>
                  </a:lnTo>
                  <a:lnTo>
                    <a:pt x="288132" y="18996"/>
                  </a:lnTo>
                  <a:lnTo>
                    <a:pt x="346351" y="8634"/>
                  </a:lnTo>
                  <a:lnTo>
                    <a:pt x="407749" y="2206"/>
                  </a:lnTo>
                  <a:lnTo>
                    <a:pt x="471764" y="0"/>
                  </a:lnTo>
                  <a:lnTo>
                    <a:pt x="535780" y="2206"/>
                  </a:lnTo>
                  <a:lnTo>
                    <a:pt x="597178" y="8634"/>
                  </a:lnTo>
                  <a:lnTo>
                    <a:pt x="655397" y="18996"/>
                  </a:lnTo>
                  <a:lnTo>
                    <a:pt x="709873" y="33002"/>
                  </a:lnTo>
                  <a:lnTo>
                    <a:pt x="760046" y="50367"/>
                  </a:lnTo>
                  <a:lnTo>
                    <a:pt x="805353" y="70800"/>
                  </a:lnTo>
                  <a:lnTo>
                    <a:pt x="845231" y="94015"/>
                  </a:lnTo>
                  <a:lnTo>
                    <a:pt x="879120" y="119723"/>
                  </a:lnTo>
                  <a:lnTo>
                    <a:pt x="906456" y="147636"/>
                  </a:lnTo>
                  <a:lnTo>
                    <a:pt x="939223" y="208926"/>
                  </a:lnTo>
                  <a:lnTo>
                    <a:pt x="943529" y="241727"/>
                  </a:lnTo>
                  <a:lnTo>
                    <a:pt x="939223" y="274528"/>
                  </a:lnTo>
                  <a:lnTo>
                    <a:pt x="906456" y="335819"/>
                  </a:lnTo>
                  <a:lnTo>
                    <a:pt x="879120" y="363732"/>
                  </a:lnTo>
                  <a:lnTo>
                    <a:pt x="845231" y="389440"/>
                  </a:lnTo>
                  <a:lnTo>
                    <a:pt x="805353" y="412655"/>
                  </a:lnTo>
                  <a:lnTo>
                    <a:pt x="760046" y="433088"/>
                  </a:lnTo>
                  <a:lnTo>
                    <a:pt x="709873" y="450452"/>
                  </a:lnTo>
                  <a:lnTo>
                    <a:pt x="655397" y="464459"/>
                  </a:lnTo>
                  <a:lnTo>
                    <a:pt x="597178" y="474820"/>
                  </a:lnTo>
                  <a:lnTo>
                    <a:pt x="535780" y="481248"/>
                  </a:lnTo>
                  <a:lnTo>
                    <a:pt x="471764" y="483455"/>
                  </a:lnTo>
                  <a:lnTo>
                    <a:pt x="407749" y="481248"/>
                  </a:lnTo>
                  <a:lnTo>
                    <a:pt x="346351" y="474820"/>
                  </a:lnTo>
                  <a:lnTo>
                    <a:pt x="288132" y="464459"/>
                  </a:lnTo>
                  <a:lnTo>
                    <a:pt x="233656" y="450452"/>
                  </a:lnTo>
                  <a:lnTo>
                    <a:pt x="183483" y="433088"/>
                  </a:lnTo>
                  <a:lnTo>
                    <a:pt x="138176" y="412655"/>
                  </a:lnTo>
                  <a:lnTo>
                    <a:pt x="98298" y="389440"/>
                  </a:lnTo>
                  <a:lnTo>
                    <a:pt x="64409" y="363732"/>
                  </a:lnTo>
                  <a:lnTo>
                    <a:pt x="37073" y="335819"/>
                  </a:lnTo>
                  <a:lnTo>
                    <a:pt x="4306" y="274528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830305" y="3656584"/>
            <a:ext cx="45783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00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spc="-10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s</a:t>
            </a: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ea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017555" y="3369744"/>
            <a:ext cx="1230630" cy="445770"/>
            <a:chOff x="8017555" y="3369744"/>
            <a:chExt cx="1230630" cy="445770"/>
          </a:xfrm>
        </p:grpSpPr>
        <p:sp>
          <p:nvSpPr>
            <p:cNvPr id="39" name="object 39"/>
            <p:cNvSpPr/>
            <p:nvPr/>
          </p:nvSpPr>
          <p:spPr>
            <a:xfrm>
              <a:off x="8843005" y="3374824"/>
              <a:ext cx="400050" cy="0"/>
            </a:xfrm>
            <a:custGeom>
              <a:avLst/>
              <a:gdLst/>
              <a:ahLst/>
              <a:cxnLst/>
              <a:rect l="l" t="t" r="r" b="b"/>
              <a:pathLst>
                <a:path w="400050">
                  <a:moveTo>
                    <a:pt x="400048" y="0"/>
                  </a:moveTo>
                  <a:lnTo>
                    <a:pt x="0" y="1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22635" y="3541677"/>
              <a:ext cx="579755" cy="269240"/>
            </a:xfrm>
            <a:custGeom>
              <a:avLst/>
              <a:gdLst/>
              <a:ahLst/>
              <a:cxnLst/>
              <a:rect l="l" t="t" r="r" b="b"/>
              <a:pathLst>
                <a:path w="579754" h="269239">
                  <a:moveTo>
                    <a:pt x="579150" y="268743"/>
                  </a:moveTo>
                  <a:lnTo>
                    <a:pt x="0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157807" y="2778546"/>
            <a:ext cx="1136015" cy="548640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 marL="288925">
              <a:lnSpc>
                <a:spcPct val="100000"/>
              </a:lnSpc>
              <a:spcBef>
                <a:spcPts val="1035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flights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952500" y="1936408"/>
            <a:ext cx="2176145" cy="847725"/>
            <a:chOff x="952500" y="1936408"/>
            <a:chExt cx="2176145" cy="847725"/>
          </a:xfrm>
        </p:grpSpPr>
        <p:sp>
          <p:nvSpPr>
            <p:cNvPr id="43" name="object 43"/>
            <p:cNvSpPr/>
            <p:nvPr/>
          </p:nvSpPr>
          <p:spPr>
            <a:xfrm>
              <a:off x="957580" y="1959269"/>
              <a:ext cx="1044575" cy="483870"/>
            </a:xfrm>
            <a:custGeom>
              <a:avLst/>
              <a:gdLst/>
              <a:ahLst/>
              <a:cxnLst/>
              <a:rect l="l" t="t" r="r" b="b"/>
              <a:pathLst>
                <a:path w="1044575" h="483869">
                  <a:moveTo>
                    <a:pt x="522047" y="0"/>
                  </a:moveTo>
                  <a:lnTo>
                    <a:pt x="456562" y="1883"/>
                  </a:lnTo>
                  <a:lnTo>
                    <a:pt x="393505" y="7382"/>
                  </a:lnTo>
                  <a:lnTo>
                    <a:pt x="333364" y="16271"/>
                  </a:lnTo>
                  <a:lnTo>
                    <a:pt x="276630" y="28322"/>
                  </a:lnTo>
                  <a:lnTo>
                    <a:pt x="223790" y="43309"/>
                  </a:lnTo>
                  <a:lnTo>
                    <a:pt x="175334" y="61006"/>
                  </a:lnTo>
                  <a:lnTo>
                    <a:pt x="131752" y="81186"/>
                  </a:lnTo>
                  <a:lnTo>
                    <a:pt x="93533" y="103623"/>
                  </a:lnTo>
                  <a:lnTo>
                    <a:pt x="61165" y="128090"/>
                  </a:lnTo>
                  <a:lnTo>
                    <a:pt x="15943" y="182208"/>
                  </a:lnTo>
                  <a:lnTo>
                    <a:pt x="0" y="241727"/>
                  </a:lnTo>
                  <a:lnTo>
                    <a:pt x="4067" y="272049"/>
                  </a:lnTo>
                  <a:lnTo>
                    <a:pt x="35139" y="329095"/>
                  </a:lnTo>
                  <a:lnTo>
                    <a:pt x="93533" y="379832"/>
                  </a:lnTo>
                  <a:lnTo>
                    <a:pt x="131752" y="402269"/>
                  </a:lnTo>
                  <a:lnTo>
                    <a:pt x="175334" y="422449"/>
                  </a:lnTo>
                  <a:lnTo>
                    <a:pt x="223790" y="440146"/>
                  </a:lnTo>
                  <a:lnTo>
                    <a:pt x="276630" y="455133"/>
                  </a:lnTo>
                  <a:lnTo>
                    <a:pt x="333364" y="467184"/>
                  </a:lnTo>
                  <a:lnTo>
                    <a:pt x="393505" y="476073"/>
                  </a:lnTo>
                  <a:lnTo>
                    <a:pt x="456562" y="481572"/>
                  </a:lnTo>
                  <a:lnTo>
                    <a:pt x="522047" y="483455"/>
                  </a:lnTo>
                  <a:lnTo>
                    <a:pt x="587531" y="481572"/>
                  </a:lnTo>
                  <a:lnTo>
                    <a:pt x="650588" y="476073"/>
                  </a:lnTo>
                  <a:lnTo>
                    <a:pt x="710728" y="467184"/>
                  </a:lnTo>
                  <a:lnTo>
                    <a:pt x="767463" y="455133"/>
                  </a:lnTo>
                  <a:lnTo>
                    <a:pt x="820303" y="440146"/>
                  </a:lnTo>
                  <a:lnTo>
                    <a:pt x="868758" y="422449"/>
                  </a:lnTo>
                  <a:lnTo>
                    <a:pt x="912340" y="402269"/>
                  </a:lnTo>
                  <a:lnTo>
                    <a:pt x="950559" y="379832"/>
                  </a:lnTo>
                  <a:lnTo>
                    <a:pt x="982927" y="355365"/>
                  </a:lnTo>
                  <a:lnTo>
                    <a:pt x="1028149" y="301247"/>
                  </a:lnTo>
                  <a:lnTo>
                    <a:pt x="1044093" y="241727"/>
                  </a:lnTo>
                  <a:lnTo>
                    <a:pt x="1040025" y="211406"/>
                  </a:lnTo>
                  <a:lnTo>
                    <a:pt x="1008953" y="154360"/>
                  </a:lnTo>
                  <a:lnTo>
                    <a:pt x="950559" y="103623"/>
                  </a:lnTo>
                  <a:lnTo>
                    <a:pt x="912340" y="81186"/>
                  </a:lnTo>
                  <a:lnTo>
                    <a:pt x="868758" y="61006"/>
                  </a:lnTo>
                  <a:lnTo>
                    <a:pt x="820303" y="43309"/>
                  </a:lnTo>
                  <a:lnTo>
                    <a:pt x="767463" y="28322"/>
                  </a:lnTo>
                  <a:lnTo>
                    <a:pt x="710728" y="16271"/>
                  </a:lnTo>
                  <a:lnTo>
                    <a:pt x="650588" y="7382"/>
                  </a:lnTo>
                  <a:lnTo>
                    <a:pt x="587531" y="1883"/>
                  </a:lnTo>
                  <a:lnTo>
                    <a:pt x="522047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57580" y="1959269"/>
              <a:ext cx="1044575" cy="483870"/>
            </a:xfrm>
            <a:custGeom>
              <a:avLst/>
              <a:gdLst/>
              <a:ahLst/>
              <a:cxnLst/>
              <a:rect l="l" t="t" r="r" b="b"/>
              <a:pathLst>
                <a:path w="1044575" h="483869">
                  <a:moveTo>
                    <a:pt x="0" y="241727"/>
                  </a:moveTo>
                  <a:lnTo>
                    <a:pt x="15943" y="182208"/>
                  </a:lnTo>
                  <a:lnTo>
                    <a:pt x="61165" y="128090"/>
                  </a:lnTo>
                  <a:lnTo>
                    <a:pt x="93533" y="103623"/>
                  </a:lnTo>
                  <a:lnTo>
                    <a:pt x="131752" y="81186"/>
                  </a:lnTo>
                  <a:lnTo>
                    <a:pt x="175334" y="61006"/>
                  </a:lnTo>
                  <a:lnTo>
                    <a:pt x="223790" y="43309"/>
                  </a:lnTo>
                  <a:lnTo>
                    <a:pt x="276629" y="28322"/>
                  </a:lnTo>
                  <a:lnTo>
                    <a:pt x="333364" y="16271"/>
                  </a:lnTo>
                  <a:lnTo>
                    <a:pt x="393505" y="7382"/>
                  </a:lnTo>
                  <a:lnTo>
                    <a:pt x="456562" y="1883"/>
                  </a:lnTo>
                  <a:lnTo>
                    <a:pt x="522046" y="0"/>
                  </a:lnTo>
                  <a:lnTo>
                    <a:pt x="587531" y="1883"/>
                  </a:lnTo>
                  <a:lnTo>
                    <a:pt x="650588" y="7382"/>
                  </a:lnTo>
                  <a:lnTo>
                    <a:pt x="710728" y="16271"/>
                  </a:lnTo>
                  <a:lnTo>
                    <a:pt x="767463" y="28322"/>
                  </a:lnTo>
                  <a:lnTo>
                    <a:pt x="820303" y="43309"/>
                  </a:lnTo>
                  <a:lnTo>
                    <a:pt x="868758" y="61006"/>
                  </a:lnTo>
                  <a:lnTo>
                    <a:pt x="912340" y="81186"/>
                  </a:lnTo>
                  <a:lnTo>
                    <a:pt x="950560" y="103623"/>
                  </a:lnTo>
                  <a:lnTo>
                    <a:pt x="982927" y="128090"/>
                  </a:lnTo>
                  <a:lnTo>
                    <a:pt x="1028149" y="182208"/>
                  </a:lnTo>
                  <a:lnTo>
                    <a:pt x="1044093" y="241727"/>
                  </a:lnTo>
                  <a:lnTo>
                    <a:pt x="1040026" y="272049"/>
                  </a:lnTo>
                  <a:lnTo>
                    <a:pt x="1008953" y="329094"/>
                  </a:lnTo>
                  <a:lnTo>
                    <a:pt x="950560" y="379832"/>
                  </a:lnTo>
                  <a:lnTo>
                    <a:pt x="912340" y="402268"/>
                  </a:lnTo>
                  <a:lnTo>
                    <a:pt x="868758" y="422449"/>
                  </a:lnTo>
                  <a:lnTo>
                    <a:pt x="820303" y="440146"/>
                  </a:lnTo>
                  <a:lnTo>
                    <a:pt x="767463" y="455133"/>
                  </a:lnTo>
                  <a:lnTo>
                    <a:pt x="710728" y="467184"/>
                  </a:lnTo>
                  <a:lnTo>
                    <a:pt x="650588" y="476073"/>
                  </a:lnTo>
                  <a:lnTo>
                    <a:pt x="587531" y="481572"/>
                  </a:lnTo>
                  <a:lnTo>
                    <a:pt x="522046" y="483455"/>
                  </a:lnTo>
                  <a:lnTo>
                    <a:pt x="456562" y="481572"/>
                  </a:lnTo>
                  <a:lnTo>
                    <a:pt x="393505" y="476073"/>
                  </a:lnTo>
                  <a:lnTo>
                    <a:pt x="333364" y="467184"/>
                  </a:lnTo>
                  <a:lnTo>
                    <a:pt x="276629" y="455133"/>
                  </a:lnTo>
                  <a:lnTo>
                    <a:pt x="223790" y="440146"/>
                  </a:lnTo>
                  <a:lnTo>
                    <a:pt x="175334" y="422449"/>
                  </a:lnTo>
                  <a:lnTo>
                    <a:pt x="131752" y="402268"/>
                  </a:lnTo>
                  <a:lnTo>
                    <a:pt x="93533" y="379832"/>
                  </a:lnTo>
                  <a:lnTo>
                    <a:pt x="61165" y="355365"/>
                  </a:lnTo>
                  <a:lnTo>
                    <a:pt x="15943" y="301247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479627" y="2442725"/>
              <a:ext cx="1246505" cy="335915"/>
            </a:xfrm>
            <a:custGeom>
              <a:avLst/>
              <a:gdLst/>
              <a:ahLst/>
              <a:cxnLst/>
              <a:rect l="l" t="t" r="r" b="b"/>
              <a:pathLst>
                <a:path w="1246505" h="335914">
                  <a:moveTo>
                    <a:pt x="0" y="0"/>
                  </a:moveTo>
                  <a:lnTo>
                    <a:pt x="1245887" y="335821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18356" y="2424944"/>
              <a:ext cx="107314" cy="353695"/>
            </a:xfrm>
            <a:custGeom>
              <a:avLst/>
              <a:gdLst/>
              <a:ahLst/>
              <a:cxnLst/>
              <a:rect l="l" t="t" r="r" b="b"/>
              <a:pathLst>
                <a:path w="107314" h="353694">
                  <a:moveTo>
                    <a:pt x="0" y="0"/>
                  </a:moveTo>
                  <a:lnTo>
                    <a:pt x="107159" y="353602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113281" y="1941488"/>
              <a:ext cx="1010285" cy="483870"/>
            </a:xfrm>
            <a:custGeom>
              <a:avLst/>
              <a:gdLst/>
              <a:ahLst/>
              <a:cxnLst/>
              <a:rect l="l" t="t" r="r" b="b"/>
              <a:pathLst>
                <a:path w="1010285" h="483869">
                  <a:moveTo>
                    <a:pt x="505073" y="0"/>
                  </a:moveTo>
                  <a:lnTo>
                    <a:pt x="441718" y="1883"/>
                  </a:lnTo>
                  <a:lnTo>
                    <a:pt x="380711" y="7382"/>
                  </a:lnTo>
                  <a:lnTo>
                    <a:pt x="322526" y="16271"/>
                  </a:lnTo>
                  <a:lnTo>
                    <a:pt x="267635" y="28322"/>
                  </a:lnTo>
                  <a:lnTo>
                    <a:pt x="216514" y="43309"/>
                  </a:lnTo>
                  <a:lnTo>
                    <a:pt x="169633" y="61006"/>
                  </a:lnTo>
                  <a:lnTo>
                    <a:pt x="127468" y="81186"/>
                  </a:lnTo>
                  <a:lnTo>
                    <a:pt x="90492" y="103623"/>
                  </a:lnTo>
                  <a:lnTo>
                    <a:pt x="59177" y="128090"/>
                  </a:lnTo>
                  <a:lnTo>
                    <a:pt x="15425" y="182208"/>
                  </a:lnTo>
                  <a:lnTo>
                    <a:pt x="0" y="241727"/>
                  </a:lnTo>
                  <a:lnTo>
                    <a:pt x="3935" y="272049"/>
                  </a:lnTo>
                  <a:lnTo>
                    <a:pt x="33997" y="329095"/>
                  </a:lnTo>
                  <a:lnTo>
                    <a:pt x="90492" y="379832"/>
                  </a:lnTo>
                  <a:lnTo>
                    <a:pt x="127468" y="402269"/>
                  </a:lnTo>
                  <a:lnTo>
                    <a:pt x="169633" y="422449"/>
                  </a:lnTo>
                  <a:lnTo>
                    <a:pt x="216514" y="440146"/>
                  </a:lnTo>
                  <a:lnTo>
                    <a:pt x="267635" y="455133"/>
                  </a:lnTo>
                  <a:lnTo>
                    <a:pt x="322526" y="467184"/>
                  </a:lnTo>
                  <a:lnTo>
                    <a:pt x="380711" y="476073"/>
                  </a:lnTo>
                  <a:lnTo>
                    <a:pt x="441718" y="481572"/>
                  </a:lnTo>
                  <a:lnTo>
                    <a:pt x="505073" y="483455"/>
                  </a:lnTo>
                  <a:lnTo>
                    <a:pt x="568429" y="481572"/>
                  </a:lnTo>
                  <a:lnTo>
                    <a:pt x="629436" y="476073"/>
                  </a:lnTo>
                  <a:lnTo>
                    <a:pt x="687622" y="467184"/>
                  </a:lnTo>
                  <a:lnTo>
                    <a:pt x="742512" y="455133"/>
                  </a:lnTo>
                  <a:lnTo>
                    <a:pt x="793634" y="440146"/>
                  </a:lnTo>
                  <a:lnTo>
                    <a:pt x="840514" y="422449"/>
                  </a:lnTo>
                  <a:lnTo>
                    <a:pt x="882679" y="402269"/>
                  </a:lnTo>
                  <a:lnTo>
                    <a:pt x="919656" y="379832"/>
                  </a:lnTo>
                  <a:lnTo>
                    <a:pt x="950971" y="355365"/>
                  </a:lnTo>
                  <a:lnTo>
                    <a:pt x="994723" y="301247"/>
                  </a:lnTo>
                  <a:lnTo>
                    <a:pt x="1010149" y="241727"/>
                  </a:lnTo>
                  <a:lnTo>
                    <a:pt x="1006213" y="211406"/>
                  </a:lnTo>
                  <a:lnTo>
                    <a:pt x="976151" y="154360"/>
                  </a:lnTo>
                  <a:lnTo>
                    <a:pt x="919656" y="103623"/>
                  </a:lnTo>
                  <a:lnTo>
                    <a:pt x="882679" y="81186"/>
                  </a:lnTo>
                  <a:lnTo>
                    <a:pt x="840514" y="61006"/>
                  </a:lnTo>
                  <a:lnTo>
                    <a:pt x="793634" y="43309"/>
                  </a:lnTo>
                  <a:lnTo>
                    <a:pt x="742512" y="28322"/>
                  </a:lnTo>
                  <a:lnTo>
                    <a:pt x="687622" y="16271"/>
                  </a:lnTo>
                  <a:lnTo>
                    <a:pt x="629436" y="7382"/>
                  </a:lnTo>
                  <a:lnTo>
                    <a:pt x="568429" y="1883"/>
                  </a:lnTo>
                  <a:lnTo>
                    <a:pt x="50507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113281" y="1941488"/>
              <a:ext cx="1010285" cy="483870"/>
            </a:xfrm>
            <a:custGeom>
              <a:avLst/>
              <a:gdLst/>
              <a:ahLst/>
              <a:cxnLst/>
              <a:rect l="l" t="t" r="r" b="b"/>
              <a:pathLst>
                <a:path w="1010285" h="483869">
                  <a:moveTo>
                    <a:pt x="0" y="241727"/>
                  </a:moveTo>
                  <a:lnTo>
                    <a:pt x="15425" y="182208"/>
                  </a:lnTo>
                  <a:lnTo>
                    <a:pt x="59177" y="128090"/>
                  </a:lnTo>
                  <a:lnTo>
                    <a:pt x="90492" y="103623"/>
                  </a:lnTo>
                  <a:lnTo>
                    <a:pt x="127469" y="81186"/>
                  </a:lnTo>
                  <a:lnTo>
                    <a:pt x="169634" y="61006"/>
                  </a:lnTo>
                  <a:lnTo>
                    <a:pt x="216514" y="43309"/>
                  </a:lnTo>
                  <a:lnTo>
                    <a:pt x="267636" y="28322"/>
                  </a:lnTo>
                  <a:lnTo>
                    <a:pt x="322526" y="16271"/>
                  </a:lnTo>
                  <a:lnTo>
                    <a:pt x="380712" y="7382"/>
                  </a:lnTo>
                  <a:lnTo>
                    <a:pt x="441719" y="1883"/>
                  </a:lnTo>
                  <a:lnTo>
                    <a:pt x="505074" y="0"/>
                  </a:lnTo>
                  <a:lnTo>
                    <a:pt x="568430" y="1883"/>
                  </a:lnTo>
                  <a:lnTo>
                    <a:pt x="629437" y="7382"/>
                  </a:lnTo>
                  <a:lnTo>
                    <a:pt x="687622" y="16271"/>
                  </a:lnTo>
                  <a:lnTo>
                    <a:pt x="742512" y="28322"/>
                  </a:lnTo>
                  <a:lnTo>
                    <a:pt x="793634" y="43309"/>
                  </a:lnTo>
                  <a:lnTo>
                    <a:pt x="840514" y="61006"/>
                  </a:lnTo>
                  <a:lnTo>
                    <a:pt x="882679" y="81186"/>
                  </a:lnTo>
                  <a:lnTo>
                    <a:pt x="919656" y="103623"/>
                  </a:lnTo>
                  <a:lnTo>
                    <a:pt x="950971" y="128090"/>
                  </a:lnTo>
                  <a:lnTo>
                    <a:pt x="994723" y="182208"/>
                  </a:lnTo>
                  <a:lnTo>
                    <a:pt x="1010149" y="241727"/>
                  </a:lnTo>
                  <a:lnTo>
                    <a:pt x="1006213" y="272049"/>
                  </a:lnTo>
                  <a:lnTo>
                    <a:pt x="976151" y="329094"/>
                  </a:lnTo>
                  <a:lnTo>
                    <a:pt x="919656" y="379832"/>
                  </a:lnTo>
                  <a:lnTo>
                    <a:pt x="882679" y="402268"/>
                  </a:lnTo>
                  <a:lnTo>
                    <a:pt x="840514" y="422449"/>
                  </a:lnTo>
                  <a:lnTo>
                    <a:pt x="793634" y="440146"/>
                  </a:lnTo>
                  <a:lnTo>
                    <a:pt x="742512" y="455133"/>
                  </a:lnTo>
                  <a:lnTo>
                    <a:pt x="687622" y="467184"/>
                  </a:lnTo>
                  <a:lnTo>
                    <a:pt x="629437" y="476073"/>
                  </a:lnTo>
                  <a:lnTo>
                    <a:pt x="568430" y="481572"/>
                  </a:lnTo>
                  <a:lnTo>
                    <a:pt x="505074" y="483455"/>
                  </a:lnTo>
                  <a:lnTo>
                    <a:pt x="441719" y="481572"/>
                  </a:lnTo>
                  <a:lnTo>
                    <a:pt x="380712" y="476073"/>
                  </a:lnTo>
                  <a:lnTo>
                    <a:pt x="322526" y="467184"/>
                  </a:lnTo>
                  <a:lnTo>
                    <a:pt x="267636" y="455133"/>
                  </a:lnTo>
                  <a:lnTo>
                    <a:pt x="216514" y="440146"/>
                  </a:lnTo>
                  <a:lnTo>
                    <a:pt x="169634" y="422449"/>
                  </a:lnTo>
                  <a:lnTo>
                    <a:pt x="127469" y="402268"/>
                  </a:lnTo>
                  <a:lnTo>
                    <a:pt x="90492" y="379832"/>
                  </a:lnTo>
                  <a:lnTo>
                    <a:pt x="59177" y="355365"/>
                  </a:lnTo>
                  <a:lnTo>
                    <a:pt x="15425" y="301247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433966" y="2028952"/>
            <a:ext cx="3689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day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720514" y="1952987"/>
            <a:ext cx="1594485" cy="830580"/>
            <a:chOff x="2720514" y="1952987"/>
            <a:chExt cx="1594485" cy="830580"/>
          </a:xfrm>
        </p:grpSpPr>
        <p:sp>
          <p:nvSpPr>
            <p:cNvPr id="51" name="object 51"/>
            <p:cNvSpPr/>
            <p:nvPr/>
          </p:nvSpPr>
          <p:spPr>
            <a:xfrm>
              <a:off x="3233419" y="1957988"/>
              <a:ext cx="1076960" cy="483870"/>
            </a:xfrm>
            <a:custGeom>
              <a:avLst/>
              <a:gdLst/>
              <a:ahLst/>
              <a:cxnLst/>
              <a:rect l="l" t="t" r="r" b="b"/>
              <a:pathLst>
                <a:path w="1076960" h="483869">
                  <a:moveTo>
                    <a:pt x="538250" y="0"/>
                  </a:moveTo>
                  <a:lnTo>
                    <a:pt x="475478" y="1626"/>
                  </a:lnTo>
                  <a:lnTo>
                    <a:pt x="414834" y="6384"/>
                  </a:lnTo>
                  <a:lnTo>
                    <a:pt x="356720" y="14092"/>
                  </a:lnTo>
                  <a:lnTo>
                    <a:pt x="301541" y="24569"/>
                  </a:lnTo>
                  <a:lnTo>
                    <a:pt x="249700" y="37634"/>
                  </a:lnTo>
                  <a:lnTo>
                    <a:pt x="201602" y="53105"/>
                  </a:lnTo>
                  <a:lnTo>
                    <a:pt x="157649" y="70800"/>
                  </a:lnTo>
                  <a:lnTo>
                    <a:pt x="118247" y="90539"/>
                  </a:lnTo>
                  <a:lnTo>
                    <a:pt x="83798" y="112140"/>
                  </a:lnTo>
                  <a:lnTo>
                    <a:pt x="31379" y="160203"/>
                  </a:lnTo>
                  <a:lnTo>
                    <a:pt x="3621" y="213537"/>
                  </a:lnTo>
                  <a:lnTo>
                    <a:pt x="0" y="241727"/>
                  </a:lnTo>
                  <a:lnTo>
                    <a:pt x="3621" y="269918"/>
                  </a:lnTo>
                  <a:lnTo>
                    <a:pt x="31379" y="323252"/>
                  </a:lnTo>
                  <a:lnTo>
                    <a:pt x="83798" y="371315"/>
                  </a:lnTo>
                  <a:lnTo>
                    <a:pt x="118247" y="392916"/>
                  </a:lnTo>
                  <a:lnTo>
                    <a:pt x="157649" y="412655"/>
                  </a:lnTo>
                  <a:lnTo>
                    <a:pt x="201602" y="430350"/>
                  </a:lnTo>
                  <a:lnTo>
                    <a:pt x="249700" y="445821"/>
                  </a:lnTo>
                  <a:lnTo>
                    <a:pt x="301541" y="458886"/>
                  </a:lnTo>
                  <a:lnTo>
                    <a:pt x="356720" y="469363"/>
                  </a:lnTo>
                  <a:lnTo>
                    <a:pt x="414834" y="477071"/>
                  </a:lnTo>
                  <a:lnTo>
                    <a:pt x="475478" y="481829"/>
                  </a:lnTo>
                  <a:lnTo>
                    <a:pt x="538250" y="483455"/>
                  </a:lnTo>
                  <a:lnTo>
                    <a:pt x="601021" y="481829"/>
                  </a:lnTo>
                  <a:lnTo>
                    <a:pt x="661665" y="477071"/>
                  </a:lnTo>
                  <a:lnTo>
                    <a:pt x="719779" y="469363"/>
                  </a:lnTo>
                  <a:lnTo>
                    <a:pt x="774958" y="458886"/>
                  </a:lnTo>
                  <a:lnTo>
                    <a:pt x="826798" y="445821"/>
                  </a:lnTo>
                  <a:lnTo>
                    <a:pt x="874897" y="430350"/>
                  </a:lnTo>
                  <a:lnTo>
                    <a:pt x="918849" y="412655"/>
                  </a:lnTo>
                  <a:lnTo>
                    <a:pt x="958251" y="392916"/>
                  </a:lnTo>
                  <a:lnTo>
                    <a:pt x="992700" y="371315"/>
                  </a:lnTo>
                  <a:lnTo>
                    <a:pt x="1045119" y="323252"/>
                  </a:lnTo>
                  <a:lnTo>
                    <a:pt x="1072877" y="269918"/>
                  </a:lnTo>
                  <a:lnTo>
                    <a:pt x="1076498" y="241727"/>
                  </a:lnTo>
                  <a:lnTo>
                    <a:pt x="1072877" y="213537"/>
                  </a:lnTo>
                  <a:lnTo>
                    <a:pt x="1045119" y="160203"/>
                  </a:lnTo>
                  <a:lnTo>
                    <a:pt x="992700" y="112140"/>
                  </a:lnTo>
                  <a:lnTo>
                    <a:pt x="958251" y="90539"/>
                  </a:lnTo>
                  <a:lnTo>
                    <a:pt x="918849" y="70800"/>
                  </a:lnTo>
                  <a:lnTo>
                    <a:pt x="874897" y="53105"/>
                  </a:lnTo>
                  <a:lnTo>
                    <a:pt x="826798" y="37634"/>
                  </a:lnTo>
                  <a:lnTo>
                    <a:pt x="774958" y="24569"/>
                  </a:lnTo>
                  <a:lnTo>
                    <a:pt x="719779" y="14092"/>
                  </a:lnTo>
                  <a:lnTo>
                    <a:pt x="661665" y="6384"/>
                  </a:lnTo>
                  <a:lnTo>
                    <a:pt x="601021" y="1626"/>
                  </a:lnTo>
                  <a:lnTo>
                    <a:pt x="53825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233419" y="1957988"/>
              <a:ext cx="1076960" cy="483870"/>
            </a:xfrm>
            <a:custGeom>
              <a:avLst/>
              <a:gdLst/>
              <a:ahLst/>
              <a:cxnLst/>
              <a:rect l="l" t="t" r="r" b="b"/>
              <a:pathLst>
                <a:path w="1076960" h="483869">
                  <a:moveTo>
                    <a:pt x="0" y="241727"/>
                  </a:moveTo>
                  <a:lnTo>
                    <a:pt x="14215" y="186301"/>
                  </a:lnTo>
                  <a:lnTo>
                    <a:pt x="54708" y="135422"/>
                  </a:lnTo>
                  <a:lnTo>
                    <a:pt x="118247" y="90539"/>
                  </a:lnTo>
                  <a:lnTo>
                    <a:pt x="157649" y="70800"/>
                  </a:lnTo>
                  <a:lnTo>
                    <a:pt x="201601" y="53104"/>
                  </a:lnTo>
                  <a:lnTo>
                    <a:pt x="249700" y="37634"/>
                  </a:lnTo>
                  <a:lnTo>
                    <a:pt x="301540" y="24569"/>
                  </a:lnTo>
                  <a:lnTo>
                    <a:pt x="356720" y="14092"/>
                  </a:lnTo>
                  <a:lnTo>
                    <a:pt x="414833" y="6384"/>
                  </a:lnTo>
                  <a:lnTo>
                    <a:pt x="475478" y="1626"/>
                  </a:lnTo>
                  <a:lnTo>
                    <a:pt x="538249" y="0"/>
                  </a:lnTo>
                  <a:lnTo>
                    <a:pt x="601020" y="1626"/>
                  </a:lnTo>
                  <a:lnTo>
                    <a:pt x="661665" y="6384"/>
                  </a:lnTo>
                  <a:lnTo>
                    <a:pt x="719778" y="14092"/>
                  </a:lnTo>
                  <a:lnTo>
                    <a:pt x="774957" y="24569"/>
                  </a:lnTo>
                  <a:lnTo>
                    <a:pt x="826798" y="37634"/>
                  </a:lnTo>
                  <a:lnTo>
                    <a:pt x="874896" y="53104"/>
                  </a:lnTo>
                  <a:lnTo>
                    <a:pt x="918849" y="70800"/>
                  </a:lnTo>
                  <a:lnTo>
                    <a:pt x="958251" y="90539"/>
                  </a:lnTo>
                  <a:lnTo>
                    <a:pt x="992699" y="112140"/>
                  </a:lnTo>
                  <a:lnTo>
                    <a:pt x="1045119" y="160203"/>
                  </a:lnTo>
                  <a:lnTo>
                    <a:pt x="1072877" y="213537"/>
                  </a:lnTo>
                  <a:lnTo>
                    <a:pt x="1076498" y="241727"/>
                  </a:lnTo>
                  <a:lnTo>
                    <a:pt x="1072877" y="269918"/>
                  </a:lnTo>
                  <a:lnTo>
                    <a:pt x="1045119" y="323252"/>
                  </a:lnTo>
                  <a:lnTo>
                    <a:pt x="992699" y="371315"/>
                  </a:lnTo>
                  <a:lnTo>
                    <a:pt x="958251" y="392916"/>
                  </a:lnTo>
                  <a:lnTo>
                    <a:pt x="918849" y="412655"/>
                  </a:lnTo>
                  <a:lnTo>
                    <a:pt x="874896" y="430350"/>
                  </a:lnTo>
                  <a:lnTo>
                    <a:pt x="826798" y="445821"/>
                  </a:lnTo>
                  <a:lnTo>
                    <a:pt x="774957" y="458886"/>
                  </a:lnTo>
                  <a:lnTo>
                    <a:pt x="719778" y="469363"/>
                  </a:lnTo>
                  <a:lnTo>
                    <a:pt x="661665" y="477071"/>
                  </a:lnTo>
                  <a:lnTo>
                    <a:pt x="601020" y="481829"/>
                  </a:lnTo>
                  <a:lnTo>
                    <a:pt x="538249" y="483455"/>
                  </a:lnTo>
                  <a:lnTo>
                    <a:pt x="475478" y="481829"/>
                  </a:lnTo>
                  <a:lnTo>
                    <a:pt x="414833" y="477071"/>
                  </a:lnTo>
                  <a:lnTo>
                    <a:pt x="356720" y="469363"/>
                  </a:lnTo>
                  <a:lnTo>
                    <a:pt x="301540" y="458886"/>
                  </a:lnTo>
                  <a:lnTo>
                    <a:pt x="249700" y="445821"/>
                  </a:lnTo>
                  <a:lnTo>
                    <a:pt x="201601" y="430350"/>
                  </a:lnTo>
                  <a:lnTo>
                    <a:pt x="157649" y="412655"/>
                  </a:lnTo>
                  <a:lnTo>
                    <a:pt x="118247" y="392916"/>
                  </a:lnTo>
                  <a:lnTo>
                    <a:pt x="83798" y="371315"/>
                  </a:lnTo>
                  <a:lnTo>
                    <a:pt x="31379" y="323252"/>
                  </a:lnTo>
                  <a:lnTo>
                    <a:pt x="3621" y="269918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725515" y="2441444"/>
              <a:ext cx="1046480" cy="337185"/>
            </a:xfrm>
            <a:custGeom>
              <a:avLst/>
              <a:gdLst/>
              <a:ahLst/>
              <a:cxnLst/>
              <a:rect l="l" t="t" r="r" b="b"/>
              <a:pathLst>
                <a:path w="1046479" h="337185">
                  <a:moveTo>
                    <a:pt x="1046154" y="0"/>
                  </a:moveTo>
                  <a:lnTo>
                    <a:pt x="0" y="337102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163578" y="3738414"/>
            <a:ext cx="1136015" cy="548640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13208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04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customers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532865" y="3453611"/>
            <a:ext cx="3520440" cy="1592580"/>
            <a:chOff x="532865" y="3453611"/>
            <a:chExt cx="3520440" cy="1592580"/>
          </a:xfrm>
        </p:grpSpPr>
        <p:sp>
          <p:nvSpPr>
            <p:cNvPr id="56" name="object 56"/>
            <p:cNvSpPr/>
            <p:nvPr/>
          </p:nvSpPr>
          <p:spPr>
            <a:xfrm>
              <a:off x="3298969" y="3960362"/>
              <a:ext cx="754380" cy="104775"/>
            </a:xfrm>
            <a:custGeom>
              <a:avLst/>
              <a:gdLst/>
              <a:ahLst/>
              <a:cxnLst/>
              <a:rect l="l" t="t" r="r" b="b"/>
              <a:pathLst>
                <a:path w="754379" h="104775">
                  <a:moveTo>
                    <a:pt x="89959" y="0"/>
                  </a:moveTo>
                  <a:lnTo>
                    <a:pt x="0" y="52110"/>
                  </a:lnTo>
                  <a:lnTo>
                    <a:pt x="89641" y="104766"/>
                  </a:lnTo>
                  <a:lnTo>
                    <a:pt x="92706" y="103969"/>
                  </a:lnTo>
                  <a:lnTo>
                    <a:pt x="95502" y="99207"/>
                  </a:lnTo>
                  <a:lnTo>
                    <a:pt x="94706" y="96142"/>
                  </a:lnTo>
                  <a:lnTo>
                    <a:pt x="28407" y="57198"/>
                  </a:lnTo>
                  <a:lnTo>
                    <a:pt x="9912" y="57142"/>
                  </a:lnTo>
                  <a:lnTo>
                    <a:pt x="9942" y="47141"/>
                  </a:lnTo>
                  <a:lnTo>
                    <a:pt x="28531" y="47141"/>
                  </a:lnTo>
                  <a:lnTo>
                    <a:pt x="94971" y="8653"/>
                  </a:lnTo>
                  <a:lnTo>
                    <a:pt x="95787" y="5594"/>
                  </a:lnTo>
                  <a:lnTo>
                    <a:pt x="93018" y="815"/>
                  </a:lnTo>
                  <a:lnTo>
                    <a:pt x="89959" y="0"/>
                  </a:lnTo>
                  <a:close/>
                </a:path>
                <a:path w="754379" h="104775">
                  <a:moveTo>
                    <a:pt x="28434" y="47197"/>
                  </a:moveTo>
                  <a:lnTo>
                    <a:pt x="19848" y="52171"/>
                  </a:lnTo>
                  <a:lnTo>
                    <a:pt x="28407" y="57198"/>
                  </a:lnTo>
                  <a:lnTo>
                    <a:pt x="753921" y="59396"/>
                  </a:lnTo>
                  <a:lnTo>
                    <a:pt x="753952" y="49395"/>
                  </a:lnTo>
                  <a:lnTo>
                    <a:pt x="28434" y="47197"/>
                  </a:lnTo>
                  <a:close/>
                </a:path>
                <a:path w="754379" h="104775">
                  <a:moveTo>
                    <a:pt x="9942" y="47141"/>
                  </a:moveTo>
                  <a:lnTo>
                    <a:pt x="9912" y="57142"/>
                  </a:lnTo>
                  <a:lnTo>
                    <a:pt x="28407" y="57198"/>
                  </a:lnTo>
                  <a:lnTo>
                    <a:pt x="27163" y="56468"/>
                  </a:lnTo>
                  <a:lnTo>
                    <a:pt x="12430" y="56468"/>
                  </a:lnTo>
                  <a:lnTo>
                    <a:pt x="12457" y="47829"/>
                  </a:lnTo>
                  <a:lnTo>
                    <a:pt x="27343" y="47829"/>
                  </a:lnTo>
                  <a:lnTo>
                    <a:pt x="28434" y="47197"/>
                  </a:lnTo>
                  <a:lnTo>
                    <a:pt x="9942" y="47141"/>
                  </a:lnTo>
                  <a:close/>
                </a:path>
                <a:path w="754379" h="104775">
                  <a:moveTo>
                    <a:pt x="12457" y="47829"/>
                  </a:moveTo>
                  <a:lnTo>
                    <a:pt x="12430" y="56468"/>
                  </a:lnTo>
                  <a:lnTo>
                    <a:pt x="19848" y="52171"/>
                  </a:lnTo>
                  <a:lnTo>
                    <a:pt x="12457" y="47829"/>
                  </a:lnTo>
                  <a:close/>
                </a:path>
                <a:path w="754379" h="104775">
                  <a:moveTo>
                    <a:pt x="19848" y="52171"/>
                  </a:moveTo>
                  <a:lnTo>
                    <a:pt x="12430" y="56468"/>
                  </a:lnTo>
                  <a:lnTo>
                    <a:pt x="27163" y="56468"/>
                  </a:lnTo>
                  <a:lnTo>
                    <a:pt x="19848" y="52171"/>
                  </a:lnTo>
                  <a:close/>
                </a:path>
                <a:path w="754379" h="104775">
                  <a:moveTo>
                    <a:pt x="27343" y="47829"/>
                  </a:moveTo>
                  <a:lnTo>
                    <a:pt x="12457" y="47829"/>
                  </a:lnTo>
                  <a:lnTo>
                    <a:pt x="19848" y="52171"/>
                  </a:lnTo>
                  <a:lnTo>
                    <a:pt x="27343" y="47829"/>
                  </a:lnTo>
                  <a:close/>
                </a:path>
                <a:path w="754379" h="104775">
                  <a:moveTo>
                    <a:pt x="28531" y="47141"/>
                  </a:moveTo>
                  <a:lnTo>
                    <a:pt x="9942" y="47141"/>
                  </a:lnTo>
                  <a:lnTo>
                    <a:pt x="28434" y="47197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821884" y="4557250"/>
              <a:ext cx="1092200" cy="483870"/>
            </a:xfrm>
            <a:custGeom>
              <a:avLst/>
              <a:gdLst/>
              <a:ahLst/>
              <a:cxnLst/>
              <a:rect l="l" t="t" r="r" b="b"/>
              <a:pathLst>
                <a:path w="1092200" h="483870">
                  <a:moveTo>
                    <a:pt x="546002" y="0"/>
                  </a:moveTo>
                  <a:lnTo>
                    <a:pt x="482326" y="1626"/>
                  </a:lnTo>
                  <a:lnTo>
                    <a:pt x="420808" y="6384"/>
                  </a:lnTo>
                  <a:lnTo>
                    <a:pt x="361858" y="14092"/>
                  </a:lnTo>
                  <a:lnTo>
                    <a:pt x="305884" y="24569"/>
                  </a:lnTo>
                  <a:lnTo>
                    <a:pt x="253296" y="37633"/>
                  </a:lnTo>
                  <a:lnTo>
                    <a:pt x="204505" y="53104"/>
                  </a:lnTo>
                  <a:lnTo>
                    <a:pt x="159920" y="70800"/>
                  </a:lnTo>
                  <a:lnTo>
                    <a:pt x="119950" y="90539"/>
                  </a:lnTo>
                  <a:lnTo>
                    <a:pt x="85005" y="112140"/>
                  </a:lnTo>
                  <a:lnTo>
                    <a:pt x="31831" y="160202"/>
                  </a:lnTo>
                  <a:lnTo>
                    <a:pt x="3673" y="213537"/>
                  </a:lnTo>
                  <a:lnTo>
                    <a:pt x="0" y="241727"/>
                  </a:lnTo>
                  <a:lnTo>
                    <a:pt x="3673" y="269918"/>
                  </a:lnTo>
                  <a:lnTo>
                    <a:pt x="31831" y="323252"/>
                  </a:lnTo>
                  <a:lnTo>
                    <a:pt x="85005" y="371315"/>
                  </a:lnTo>
                  <a:lnTo>
                    <a:pt x="119950" y="392916"/>
                  </a:lnTo>
                  <a:lnTo>
                    <a:pt x="159920" y="412655"/>
                  </a:lnTo>
                  <a:lnTo>
                    <a:pt x="204505" y="430350"/>
                  </a:lnTo>
                  <a:lnTo>
                    <a:pt x="253296" y="445821"/>
                  </a:lnTo>
                  <a:lnTo>
                    <a:pt x="305884" y="458886"/>
                  </a:lnTo>
                  <a:lnTo>
                    <a:pt x="361858" y="469363"/>
                  </a:lnTo>
                  <a:lnTo>
                    <a:pt x="420808" y="477071"/>
                  </a:lnTo>
                  <a:lnTo>
                    <a:pt x="482326" y="481829"/>
                  </a:lnTo>
                  <a:lnTo>
                    <a:pt x="546002" y="483455"/>
                  </a:lnTo>
                  <a:lnTo>
                    <a:pt x="609677" y="481829"/>
                  </a:lnTo>
                  <a:lnTo>
                    <a:pt x="671195" y="477071"/>
                  </a:lnTo>
                  <a:lnTo>
                    <a:pt x="730146" y="469363"/>
                  </a:lnTo>
                  <a:lnTo>
                    <a:pt x="786120" y="458886"/>
                  </a:lnTo>
                  <a:lnTo>
                    <a:pt x="838707" y="445821"/>
                  </a:lnTo>
                  <a:lnTo>
                    <a:pt x="887498" y="430350"/>
                  </a:lnTo>
                  <a:lnTo>
                    <a:pt x="932084" y="412655"/>
                  </a:lnTo>
                  <a:lnTo>
                    <a:pt x="972053" y="392916"/>
                  </a:lnTo>
                  <a:lnTo>
                    <a:pt x="1006998" y="371315"/>
                  </a:lnTo>
                  <a:lnTo>
                    <a:pt x="1060173" y="323252"/>
                  </a:lnTo>
                  <a:lnTo>
                    <a:pt x="1088331" y="269918"/>
                  </a:lnTo>
                  <a:lnTo>
                    <a:pt x="1092004" y="241727"/>
                  </a:lnTo>
                  <a:lnTo>
                    <a:pt x="1088331" y="213537"/>
                  </a:lnTo>
                  <a:lnTo>
                    <a:pt x="1060173" y="160202"/>
                  </a:lnTo>
                  <a:lnTo>
                    <a:pt x="1006998" y="112140"/>
                  </a:lnTo>
                  <a:lnTo>
                    <a:pt x="972053" y="90539"/>
                  </a:lnTo>
                  <a:lnTo>
                    <a:pt x="932084" y="70800"/>
                  </a:lnTo>
                  <a:lnTo>
                    <a:pt x="887498" y="53104"/>
                  </a:lnTo>
                  <a:lnTo>
                    <a:pt x="838707" y="37633"/>
                  </a:lnTo>
                  <a:lnTo>
                    <a:pt x="786120" y="24569"/>
                  </a:lnTo>
                  <a:lnTo>
                    <a:pt x="730146" y="14092"/>
                  </a:lnTo>
                  <a:lnTo>
                    <a:pt x="671195" y="6384"/>
                  </a:lnTo>
                  <a:lnTo>
                    <a:pt x="609677" y="1626"/>
                  </a:lnTo>
                  <a:lnTo>
                    <a:pt x="54600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821884" y="4557250"/>
              <a:ext cx="1092200" cy="483870"/>
            </a:xfrm>
            <a:custGeom>
              <a:avLst/>
              <a:gdLst/>
              <a:ahLst/>
              <a:cxnLst/>
              <a:rect l="l" t="t" r="r" b="b"/>
              <a:pathLst>
                <a:path w="1092200" h="483870">
                  <a:moveTo>
                    <a:pt x="0" y="241727"/>
                  </a:moveTo>
                  <a:lnTo>
                    <a:pt x="14420" y="186301"/>
                  </a:lnTo>
                  <a:lnTo>
                    <a:pt x="55496" y="135422"/>
                  </a:lnTo>
                  <a:lnTo>
                    <a:pt x="119950" y="90539"/>
                  </a:lnTo>
                  <a:lnTo>
                    <a:pt x="159920" y="70800"/>
                  </a:lnTo>
                  <a:lnTo>
                    <a:pt x="204505" y="53104"/>
                  </a:lnTo>
                  <a:lnTo>
                    <a:pt x="253296" y="37634"/>
                  </a:lnTo>
                  <a:lnTo>
                    <a:pt x="305884" y="24569"/>
                  </a:lnTo>
                  <a:lnTo>
                    <a:pt x="361858" y="14092"/>
                  </a:lnTo>
                  <a:lnTo>
                    <a:pt x="420808" y="6384"/>
                  </a:lnTo>
                  <a:lnTo>
                    <a:pt x="482326" y="1626"/>
                  </a:lnTo>
                  <a:lnTo>
                    <a:pt x="546002" y="0"/>
                  </a:lnTo>
                  <a:lnTo>
                    <a:pt x="609677" y="1626"/>
                  </a:lnTo>
                  <a:lnTo>
                    <a:pt x="671195" y="6384"/>
                  </a:lnTo>
                  <a:lnTo>
                    <a:pt x="730146" y="14092"/>
                  </a:lnTo>
                  <a:lnTo>
                    <a:pt x="786119" y="24569"/>
                  </a:lnTo>
                  <a:lnTo>
                    <a:pt x="838707" y="37634"/>
                  </a:lnTo>
                  <a:lnTo>
                    <a:pt x="887498" y="53104"/>
                  </a:lnTo>
                  <a:lnTo>
                    <a:pt x="932083" y="70800"/>
                  </a:lnTo>
                  <a:lnTo>
                    <a:pt x="972053" y="90539"/>
                  </a:lnTo>
                  <a:lnTo>
                    <a:pt x="1006998" y="112140"/>
                  </a:lnTo>
                  <a:lnTo>
                    <a:pt x="1060172" y="160203"/>
                  </a:lnTo>
                  <a:lnTo>
                    <a:pt x="1088330" y="213537"/>
                  </a:lnTo>
                  <a:lnTo>
                    <a:pt x="1092004" y="241727"/>
                  </a:lnTo>
                  <a:lnTo>
                    <a:pt x="1088330" y="269918"/>
                  </a:lnTo>
                  <a:lnTo>
                    <a:pt x="1060172" y="323252"/>
                  </a:lnTo>
                  <a:lnTo>
                    <a:pt x="1006998" y="371315"/>
                  </a:lnTo>
                  <a:lnTo>
                    <a:pt x="972053" y="392916"/>
                  </a:lnTo>
                  <a:lnTo>
                    <a:pt x="932083" y="412655"/>
                  </a:lnTo>
                  <a:lnTo>
                    <a:pt x="887498" y="430350"/>
                  </a:lnTo>
                  <a:lnTo>
                    <a:pt x="838707" y="445821"/>
                  </a:lnTo>
                  <a:lnTo>
                    <a:pt x="786119" y="458886"/>
                  </a:lnTo>
                  <a:lnTo>
                    <a:pt x="730146" y="469363"/>
                  </a:lnTo>
                  <a:lnTo>
                    <a:pt x="671195" y="477071"/>
                  </a:lnTo>
                  <a:lnTo>
                    <a:pt x="609677" y="481829"/>
                  </a:lnTo>
                  <a:lnTo>
                    <a:pt x="546002" y="483455"/>
                  </a:lnTo>
                  <a:lnTo>
                    <a:pt x="482326" y="481829"/>
                  </a:lnTo>
                  <a:lnTo>
                    <a:pt x="420808" y="477071"/>
                  </a:lnTo>
                  <a:lnTo>
                    <a:pt x="361858" y="469363"/>
                  </a:lnTo>
                  <a:lnTo>
                    <a:pt x="305884" y="458886"/>
                  </a:lnTo>
                  <a:lnTo>
                    <a:pt x="253296" y="445821"/>
                  </a:lnTo>
                  <a:lnTo>
                    <a:pt x="204505" y="430350"/>
                  </a:lnTo>
                  <a:lnTo>
                    <a:pt x="159920" y="412655"/>
                  </a:lnTo>
                  <a:lnTo>
                    <a:pt x="119950" y="392916"/>
                  </a:lnTo>
                  <a:lnTo>
                    <a:pt x="85005" y="371315"/>
                  </a:lnTo>
                  <a:lnTo>
                    <a:pt x="31831" y="323252"/>
                  </a:lnTo>
                  <a:lnTo>
                    <a:pt x="3673" y="269918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731286" y="4286533"/>
              <a:ext cx="636905" cy="271145"/>
            </a:xfrm>
            <a:custGeom>
              <a:avLst/>
              <a:gdLst/>
              <a:ahLst/>
              <a:cxnLst/>
              <a:rect l="l" t="t" r="r" b="b"/>
              <a:pathLst>
                <a:path w="636904" h="271145">
                  <a:moveTo>
                    <a:pt x="636600" y="270716"/>
                  </a:moveTo>
                  <a:lnTo>
                    <a:pt x="0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579863" y="3700419"/>
              <a:ext cx="584200" cy="312420"/>
            </a:xfrm>
            <a:custGeom>
              <a:avLst/>
              <a:gdLst/>
              <a:ahLst/>
              <a:cxnLst/>
              <a:rect l="l" t="t" r="r" b="b"/>
              <a:pathLst>
                <a:path w="584200" h="312420">
                  <a:moveTo>
                    <a:pt x="0" y="0"/>
                  </a:moveTo>
                  <a:lnTo>
                    <a:pt x="583714" y="312054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37945" y="3458691"/>
              <a:ext cx="1042035" cy="483870"/>
            </a:xfrm>
            <a:custGeom>
              <a:avLst/>
              <a:gdLst/>
              <a:ahLst/>
              <a:cxnLst/>
              <a:rect l="l" t="t" r="r" b="b"/>
              <a:pathLst>
                <a:path w="1042035" h="483870">
                  <a:moveTo>
                    <a:pt x="520959" y="0"/>
                  </a:moveTo>
                  <a:lnTo>
                    <a:pt x="455611" y="1883"/>
                  </a:lnTo>
                  <a:lnTo>
                    <a:pt x="392685" y="7382"/>
                  </a:lnTo>
                  <a:lnTo>
                    <a:pt x="332670" y="16271"/>
                  </a:lnTo>
                  <a:lnTo>
                    <a:pt x="276053" y="28322"/>
                  </a:lnTo>
                  <a:lnTo>
                    <a:pt x="223323" y="43309"/>
                  </a:lnTo>
                  <a:lnTo>
                    <a:pt x="174969" y="61006"/>
                  </a:lnTo>
                  <a:lnTo>
                    <a:pt x="131478" y="81186"/>
                  </a:lnTo>
                  <a:lnTo>
                    <a:pt x="93338" y="103623"/>
                  </a:lnTo>
                  <a:lnTo>
                    <a:pt x="61038" y="128090"/>
                  </a:lnTo>
                  <a:lnTo>
                    <a:pt x="15910" y="182208"/>
                  </a:lnTo>
                  <a:lnTo>
                    <a:pt x="0" y="241727"/>
                  </a:lnTo>
                  <a:lnTo>
                    <a:pt x="4059" y="272049"/>
                  </a:lnTo>
                  <a:lnTo>
                    <a:pt x="35066" y="329095"/>
                  </a:lnTo>
                  <a:lnTo>
                    <a:pt x="93338" y="379832"/>
                  </a:lnTo>
                  <a:lnTo>
                    <a:pt x="131478" y="402269"/>
                  </a:lnTo>
                  <a:lnTo>
                    <a:pt x="174969" y="422449"/>
                  </a:lnTo>
                  <a:lnTo>
                    <a:pt x="223323" y="440146"/>
                  </a:lnTo>
                  <a:lnTo>
                    <a:pt x="276053" y="455133"/>
                  </a:lnTo>
                  <a:lnTo>
                    <a:pt x="332670" y="467184"/>
                  </a:lnTo>
                  <a:lnTo>
                    <a:pt x="392685" y="476073"/>
                  </a:lnTo>
                  <a:lnTo>
                    <a:pt x="455611" y="481572"/>
                  </a:lnTo>
                  <a:lnTo>
                    <a:pt x="520959" y="483455"/>
                  </a:lnTo>
                  <a:lnTo>
                    <a:pt x="586307" y="481572"/>
                  </a:lnTo>
                  <a:lnTo>
                    <a:pt x="649232" y="476073"/>
                  </a:lnTo>
                  <a:lnTo>
                    <a:pt x="709248" y="467184"/>
                  </a:lnTo>
                  <a:lnTo>
                    <a:pt x="765864" y="455133"/>
                  </a:lnTo>
                  <a:lnTo>
                    <a:pt x="818594" y="440146"/>
                  </a:lnTo>
                  <a:lnTo>
                    <a:pt x="866948" y="422449"/>
                  </a:lnTo>
                  <a:lnTo>
                    <a:pt x="910439" y="402269"/>
                  </a:lnTo>
                  <a:lnTo>
                    <a:pt x="948579" y="379832"/>
                  </a:lnTo>
                  <a:lnTo>
                    <a:pt x="980879" y="355365"/>
                  </a:lnTo>
                  <a:lnTo>
                    <a:pt x="1026007" y="301247"/>
                  </a:lnTo>
                  <a:lnTo>
                    <a:pt x="1041917" y="241727"/>
                  </a:lnTo>
                  <a:lnTo>
                    <a:pt x="1037858" y="211406"/>
                  </a:lnTo>
                  <a:lnTo>
                    <a:pt x="1006851" y="154360"/>
                  </a:lnTo>
                  <a:lnTo>
                    <a:pt x="948579" y="103623"/>
                  </a:lnTo>
                  <a:lnTo>
                    <a:pt x="910439" y="81186"/>
                  </a:lnTo>
                  <a:lnTo>
                    <a:pt x="866948" y="61006"/>
                  </a:lnTo>
                  <a:lnTo>
                    <a:pt x="818594" y="43309"/>
                  </a:lnTo>
                  <a:lnTo>
                    <a:pt x="765864" y="28322"/>
                  </a:lnTo>
                  <a:lnTo>
                    <a:pt x="709248" y="16271"/>
                  </a:lnTo>
                  <a:lnTo>
                    <a:pt x="649232" y="7382"/>
                  </a:lnTo>
                  <a:lnTo>
                    <a:pt x="586307" y="1883"/>
                  </a:lnTo>
                  <a:lnTo>
                    <a:pt x="52095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37945" y="3458691"/>
              <a:ext cx="1042035" cy="483870"/>
            </a:xfrm>
            <a:custGeom>
              <a:avLst/>
              <a:gdLst/>
              <a:ahLst/>
              <a:cxnLst/>
              <a:rect l="l" t="t" r="r" b="b"/>
              <a:pathLst>
                <a:path w="1042035" h="483870">
                  <a:moveTo>
                    <a:pt x="0" y="241727"/>
                  </a:moveTo>
                  <a:lnTo>
                    <a:pt x="15910" y="182208"/>
                  </a:lnTo>
                  <a:lnTo>
                    <a:pt x="61038" y="128090"/>
                  </a:lnTo>
                  <a:lnTo>
                    <a:pt x="93338" y="103623"/>
                  </a:lnTo>
                  <a:lnTo>
                    <a:pt x="131478" y="81186"/>
                  </a:lnTo>
                  <a:lnTo>
                    <a:pt x="174969" y="61006"/>
                  </a:lnTo>
                  <a:lnTo>
                    <a:pt x="223323" y="43309"/>
                  </a:lnTo>
                  <a:lnTo>
                    <a:pt x="276053" y="28322"/>
                  </a:lnTo>
                  <a:lnTo>
                    <a:pt x="332670" y="16271"/>
                  </a:lnTo>
                  <a:lnTo>
                    <a:pt x="392685" y="7382"/>
                  </a:lnTo>
                  <a:lnTo>
                    <a:pt x="455611" y="1883"/>
                  </a:lnTo>
                  <a:lnTo>
                    <a:pt x="520959" y="0"/>
                  </a:lnTo>
                  <a:lnTo>
                    <a:pt x="586307" y="1883"/>
                  </a:lnTo>
                  <a:lnTo>
                    <a:pt x="649232" y="7382"/>
                  </a:lnTo>
                  <a:lnTo>
                    <a:pt x="709247" y="16271"/>
                  </a:lnTo>
                  <a:lnTo>
                    <a:pt x="765864" y="28322"/>
                  </a:lnTo>
                  <a:lnTo>
                    <a:pt x="818594" y="43309"/>
                  </a:lnTo>
                  <a:lnTo>
                    <a:pt x="866948" y="61006"/>
                  </a:lnTo>
                  <a:lnTo>
                    <a:pt x="910439" y="81186"/>
                  </a:lnTo>
                  <a:lnTo>
                    <a:pt x="948579" y="103623"/>
                  </a:lnTo>
                  <a:lnTo>
                    <a:pt x="980879" y="128090"/>
                  </a:lnTo>
                  <a:lnTo>
                    <a:pt x="1026007" y="182208"/>
                  </a:lnTo>
                  <a:lnTo>
                    <a:pt x="1041918" y="241727"/>
                  </a:lnTo>
                  <a:lnTo>
                    <a:pt x="1037859" y="272049"/>
                  </a:lnTo>
                  <a:lnTo>
                    <a:pt x="1006851" y="329094"/>
                  </a:lnTo>
                  <a:lnTo>
                    <a:pt x="948579" y="379832"/>
                  </a:lnTo>
                  <a:lnTo>
                    <a:pt x="910439" y="402268"/>
                  </a:lnTo>
                  <a:lnTo>
                    <a:pt x="866948" y="422449"/>
                  </a:lnTo>
                  <a:lnTo>
                    <a:pt x="818594" y="440146"/>
                  </a:lnTo>
                  <a:lnTo>
                    <a:pt x="765864" y="455133"/>
                  </a:lnTo>
                  <a:lnTo>
                    <a:pt x="709247" y="467184"/>
                  </a:lnTo>
                  <a:lnTo>
                    <a:pt x="649232" y="476073"/>
                  </a:lnTo>
                  <a:lnTo>
                    <a:pt x="586307" y="481572"/>
                  </a:lnTo>
                  <a:lnTo>
                    <a:pt x="520959" y="483455"/>
                  </a:lnTo>
                  <a:lnTo>
                    <a:pt x="455611" y="481572"/>
                  </a:lnTo>
                  <a:lnTo>
                    <a:pt x="392685" y="476073"/>
                  </a:lnTo>
                  <a:lnTo>
                    <a:pt x="332670" y="467184"/>
                  </a:lnTo>
                  <a:lnTo>
                    <a:pt x="276053" y="455133"/>
                  </a:lnTo>
                  <a:lnTo>
                    <a:pt x="223323" y="440146"/>
                  </a:lnTo>
                  <a:lnTo>
                    <a:pt x="174969" y="422449"/>
                  </a:lnTo>
                  <a:lnTo>
                    <a:pt x="131478" y="402268"/>
                  </a:lnTo>
                  <a:lnTo>
                    <a:pt x="93338" y="379832"/>
                  </a:lnTo>
                  <a:lnTo>
                    <a:pt x="61038" y="355365"/>
                  </a:lnTo>
                  <a:lnTo>
                    <a:pt x="15910" y="301247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125371" y="2025903"/>
            <a:ext cx="7473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number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47204" y="2044191"/>
            <a:ext cx="6794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ai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ft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47475" y="3510279"/>
            <a:ext cx="6330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</a:t>
            </a: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u</a:t>
            </a:r>
            <a:r>
              <a:rPr sz="17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s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tID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521549" y="4079232"/>
            <a:ext cx="1052195" cy="494030"/>
            <a:chOff x="521549" y="4079232"/>
            <a:chExt cx="1052195" cy="494030"/>
          </a:xfrm>
        </p:grpSpPr>
        <p:sp>
          <p:nvSpPr>
            <p:cNvPr id="67" name="object 67"/>
            <p:cNvSpPr/>
            <p:nvPr/>
          </p:nvSpPr>
          <p:spPr>
            <a:xfrm>
              <a:off x="526629" y="4084312"/>
              <a:ext cx="1042035" cy="483870"/>
            </a:xfrm>
            <a:custGeom>
              <a:avLst/>
              <a:gdLst/>
              <a:ahLst/>
              <a:cxnLst/>
              <a:rect l="l" t="t" r="r" b="b"/>
              <a:pathLst>
                <a:path w="1042035" h="483870">
                  <a:moveTo>
                    <a:pt x="520959" y="0"/>
                  </a:moveTo>
                  <a:lnTo>
                    <a:pt x="455611" y="1883"/>
                  </a:lnTo>
                  <a:lnTo>
                    <a:pt x="392685" y="7382"/>
                  </a:lnTo>
                  <a:lnTo>
                    <a:pt x="332670" y="16270"/>
                  </a:lnTo>
                  <a:lnTo>
                    <a:pt x="276053" y="28322"/>
                  </a:lnTo>
                  <a:lnTo>
                    <a:pt x="223323" y="43309"/>
                  </a:lnTo>
                  <a:lnTo>
                    <a:pt x="174969" y="61006"/>
                  </a:lnTo>
                  <a:lnTo>
                    <a:pt x="131478" y="81186"/>
                  </a:lnTo>
                  <a:lnTo>
                    <a:pt x="93338" y="103623"/>
                  </a:lnTo>
                  <a:lnTo>
                    <a:pt x="61038" y="128090"/>
                  </a:lnTo>
                  <a:lnTo>
                    <a:pt x="15910" y="182207"/>
                  </a:lnTo>
                  <a:lnTo>
                    <a:pt x="0" y="241727"/>
                  </a:lnTo>
                  <a:lnTo>
                    <a:pt x="4059" y="272049"/>
                  </a:lnTo>
                  <a:lnTo>
                    <a:pt x="35066" y="329095"/>
                  </a:lnTo>
                  <a:lnTo>
                    <a:pt x="93338" y="379832"/>
                  </a:lnTo>
                  <a:lnTo>
                    <a:pt x="131478" y="402269"/>
                  </a:lnTo>
                  <a:lnTo>
                    <a:pt x="174969" y="422449"/>
                  </a:lnTo>
                  <a:lnTo>
                    <a:pt x="223323" y="440146"/>
                  </a:lnTo>
                  <a:lnTo>
                    <a:pt x="276053" y="455133"/>
                  </a:lnTo>
                  <a:lnTo>
                    <a:pt x="332670" y="467184"/>
                  </a:lnTo>
                  <a:lnTo>
                    <a:pt x="392685" y="476073"/>
                  </a:lnTo>
                  <a:lnTo>
                    <a:pt x="455611" y="481572"/>
                  </a:lnTo>
                  <a:lnTo>
                    <a:pt x="520959" y="483455"/>
                  </a:lnTo>
                  <a:lnTo>
                    <a:pt x="586307" y="481572"/>
                  </a:lnTo>
                  <a:lnTo>
                    <a:pt x="649232" y="476073"/>
                  </a:lnTo>
                  <a:lnTo>
                    <a:pt x="709248" y="467184"/>
                  </a:lnTo>
                  <a:lnTo>
                    <a:pt x="765864" y="455133"/>
                  </a:lnTo>
                  <a:lnTo>
                    <a:pt x="818594" y="440146"/>
                  </a:lnTo>
                  <a:lnTo>
                    <a:pt x="866948" y="422449"/>
                  </a:lnTo>
                  <a:lnTo>
                    <a:pt x="910439" y="402269"/>
                  </a:lnTo>
                  <a:lnTo>
                    <a:pt x="948579" y="379832"/>
                  </a:lnTo>
                  <a:lnTo>
                    <a:pt x="980879" y="355365"/>
                  </a:lnTo>
                  <a:lnTo>
                    <a:pt x="1026007" y="301247"/>
                  </a:lnTo>
                  <a:lnTo>
                    <a:pt x="1041917" y="241727"/>
                  </a:lnTo>
                  <a:lnTo>
                    <a:pt x="1037858" y="211405"/>
                  </a:lnTo>
                  <a:lnTo>
                    <a:pt x="1006851" y="154360"/>
                  </a:lnTo>
                  <a:lnTo>
                    <a:pt x="948579" y="103623"/>
                  </a:lnTo>
                  <a:lnTo>
                    <a:pt x="910439" y="81186"/>
                  </a:lnTo>
                  <a:lnTo>
                    <a:pt x="866948" y="61006"/>
                  </a:lnTo>
                  <a:lnTo>
                    <a:pt x="818594" y="43309"/>
                  </a:lnTo>
                  <a:lnTo>
                    <a:pt x="765864" y="28322"/>
                  </a:lnTo>
                  <a:lnTo>
                    <a:pt x="709248" y="16270"/>
                  </a:lnTo>
                  <a:lnTo>
                    <a:pt x="649232" y="7382"/>
                  </a:lnTo>
                  <a:lnTo>
                    <a:pt x="586307" y="1883"/>
                  </a:lnTo>
                  <a:lnTo>
                    <a:pt x="52095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26629" y="4084312"/>
              <a:ext cx="1042035" cy="483870"/>
            </a:xfrm>
            <a:custGeom>
              <a:avLst/>
              <a:gdLst/>
              <a:ahLst/>
              <a:cxnLst/>
              <a:rect l="l" t="t" r="r" b="b"/>
              <a:pathLst>
                <a:path w="1042035" h="483870">
                  <a:moveTo>
                    <a:pt x="0" y="241727"/>
                  </a:moveTo>
                  <a:lnTo>
                    <a:pt x="15910" y="182208"/>
                  </a:lnTo>
                  <a:lnTo>
                    <a:pt x="61038" y="128090"/>
                  </a:lnTo>
                  <a:lnTo>
                    <a:pt x="93338" y="103623"/>
                  </a:lnTo>
                  <a:lnTo>
                    <a:pt x="131478" y="81186"/>
                  </a:lnTo>
                  <a:lnTo>
                    <a:pt x="174969" y="61006"/>
                  </a:lnTo>
                  <a:lnTo>
                    <a:pt x="223323" y="43309"/>
                  </a:lnTo>
                  <a:lnTo>
                    <a:pt x="276053" y="28322"/>
                  </a:lnTo>
                  <a:lnTo>
                    <a:pt x="332670" y="16271"/>
                  </a:lnTo>
                  <a:lnTo>
                    <a:pt x="392685" y="7382"/>
                  </a:lnTo>
                  <a:lnTo>
                    <a:pt x="455611" y="1883"/>
                  </a:lnTo>
                  <a:lnTo>
                    <a:pt x="520959" y="0"/>
                  </a:lnTo>
                  <a:lnTo>
                    <a:pt x="586307" y="1883"/>
                  </a:lnTo>
                  <a:lnTo>
                    <a:pt x="649232" y="7382"/>
                  </a:lnTo>
                  <a:lnTo>
                    <a:pt x="709247" y="16271"/>
                  </a:lnTo>
                  <a:lnTo>
                    <a:pt x="765864" y="28322"/>
                  </a:lnTo>
                  <a:lnTo>
                    <a:pt x="818594" y="43309"/>
                  </a:lnTo>
                  <a:lnTo>
                    <a:pt x="866948" y="61006"/>
                  </a:lnTo>
                  <a:lnTo>
                    <a:pt x="910439" y="81186"/>
                  </a:lnTo>
                  <a:lnTo>
                    <a:pt x="948579" y="103623"/>
                  </a:lnTo>
                  <a:lnTo>
                    <a:pt x="980879" y="128090"/>
                  </a:lnTo>
                  <a:lnTo>
                    <a:pt x="1026007" y="182208"/>
                  </a:lnTo>
                  <a:lnTo>
                    <a:pt x="1041918" y="241727"/>
                  </a:lnTo>
                  <a:lnTo>
                    <a:pt x="1037859" y="272049"/>
                  </a:lnTo>
                  <a:lnTo>
                    <a:pt x="1006851" y="329094"/>
                  </a:lnTo>
                  <a:lnTo>
                    <a:pt x="948579" y="379832"/>
                  </a:lnTo>
                  <a:lnTo>
                    <a:pt x="910439" y="402268"/>
                  </a:lnTo>
                  <a:lnTo>
                    <a:pt x="866948" y="422449"/>
                  </a:lnTo>
                  <a:lnTo>
                    <a:pt x="818594" y="440146"/>
                  </a:lnTo>
                  <a:lnTo>
                    <a:pt x="765864" y="455133"/>
                  </a:lnTo>
                  <a:lnTo>
                    <a:pt x="709247" y="467184"/>
                  </a:lnTo>
                  <a:lnTo>
                    <a:pt x="649232" y="476073"/>
                  </a:lnTo>
                  <a:lnTo>
                    <a:pt x="586307" y="481572"/>
                  </a:lnTo>
                  <a:lnTo>
                    <a:pt x="520959" y="483455"/>
                  </a:lnTo>
                  <a:lnTo>
                    <a:pt x="455611" y="481572"/>
                  </a:lnTo>
                  <a:lnTo>
                    <a:pt x="392685" y="476073"/>
                  </a:lnTo>
                  <a:lnTo>
                    <a:pt x="332670" y="467184"/>
                  </a:lnTo>
                  <a:lnTo>
                    <a:pt x="276053" y="455133"/>
                  </a:lnTo>
                  <a:lnTo>
                    <a:pt x="223323" y="440146"/>
                  </a:lnTo>
                  <a:lnTo>
                    <a:pt x="174969" y="422449"/>
                  </a:lnTo>
                  <a:lnTo>
                    <a:pt x="131478" y="402268"/>
                  </a:lnTo>
                  <a:lnTo>
                    <a:pt x="93338" y="379832"/>
                  </a:lnTo>
                  <a:lnTo>
                    <a:pt x="61038" y="355365"/>
                  </a:lnTo>
                  <a:lnTo>
                    <a:pt x="15910" y="301247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68188" y="4171696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623904" y="4577078"/>
            <a:ext cx="1052195" cy="494030"/>
            <a:chOff x="1623904" y="4577078"/>
            <a:chExt cx="1052195" cy="494030"/>
          </a:xfrm>
        </p:grpSpPr>
        <p:sp>
          <p:nvSpPr>
            <p:cNvPr id="71" name="object 71"/>
            <p:cNvSpPr/>
            <p:nvPr/>
          </p:nvSpPr>
          <p:spPr>
            <a:xfrm>
              <a:off x="1628984" y="4582158"/>
              <a:ext cx="1042035" cy="483870"/>
            </a:xfrm>
            <a:custGeom>
              <a:avLst/>
              <a:gdLst/>
              <a:ahLst/>
              <a:cxnLst/>
              <a:rect l="l" t="t" r="r" b="b"/>
              <a:pathLst>
                <a:path w="1042035" h="483870">
                  <a:moveTo>
                    <a:pt x="520959" y="0"/>
                  </a:moveTo>
                  <a:lnTo>
                    <a:pt x="455611" y="1883"/>
                  </a:lnTo>
                  <a:lnTo>
                    <a:pt x="392685" y="7382"/>
                  </a:lnTo>
                  <a:lnTo>
                    <a:pt x="332670" y="16270"/>
                  </a:lnTo>
                  <a:lnTo>
                    <a:pt x="276053" y="28321"/>
                  </a:lnTo>
                  <a:lnTo>
                    <a:pt x="223324" y="43309"/>
                  </a:lnTo>
                  <a:lnTo>
                    <a:pt x="174969" y="61006"/>
                  </a:lnTo>
                  <a:lnTo>
                    <a:pt x="131478" y="81186"/>
                  </a:lnTo>
                  <a:lnTo>
                    <a:pt x="93338" y="103622"/>
                  </a:lnTo>
                  <a:lnTo>
                    <a:pt x="61038" y="128089"/>
                  </a:lnTo>
                  <a:lnTo>
                    <a:pt x="15910" y="182207"/>
                  </a:lnTo>
                  <a:lnTo>
                    <a:pt x="0" y="241726"/>
                  </a:lnTo>
                  <a:lnTo>
                    <a:pt x="4059" y="272048"/>
                  </a:lnTo>
                  <a:lnTo>
                    <a:pt x="35066" y="329094"/>
                  </a:lnTo>
                  <a:lnTo>
                    <a:pt x="93338" y="379831"/>
                  </a:lnTo>
                  <a:lnTo>
                    <a:pt x="131478" y="402268"/>
                  </a:lnTo>
                  <a:lnTo>
                    <a:pt x="174969" y="422448"/>
                  </a:lnTo>
                  <a:lnTo>
                    <a:pt x="223324" y="440145"/>
                  </a:lnTo>
                  <a:lnTo>
                    <a:pt x="276053" y="455132"/>
                  </a:lnTo>
                  <a:lnTo>
                    <a:pt x="332670" y="467183"/>
                  </a:lnTo>
                  <a:lnTo>
                    <a:pt x="392685" y="476072"/>
                  </a:lnTo>
                  <a:lnTo>
                    <a:pt x="455611" y="481571"/>
                  </a:lnTo>
                  <a:lnTo>
                    <a:pt x="520959" y="483454"/>
                  </a:lnTo>
                  <a:lnTo>
                    <a:pt x="586307" y="481571"/>
                  </a:lnTo>
                  <a:lnTo>
                    <a:pt x="649233" y="476072"/>
                  </a:lnTo>
                  <a:lnTo>
                    <a:pt x="709248" y="467183"/>
                  </a:lnTo>
                  <a:lnTo>
                    <a:pt x="765864" y="455132"/>
                  </a:lnTo>
                  <a:lnTo>
                    <a:pt x="818594" y="440145"/>
                  </a:lnTo>
                  <a:lnTo>
                    <a:pt x="866949" y="422448"/>
                  </a:lnTo>
                  <a:lnTo>
                    <a:pt x="910440" y="402268"/>
                  </a:lnTo>
                  <a:lnTo>
                    <a:pt x="948579" y="379831"/>
                  </a:lnTo>
                  <a:lnTo>
                    <a:pt x="980879" y="355364"/>
                  </a:lnTo>
                  <a:lnTo>
                    <a:pt x="1026007" y="301246"/>
                  </a:lnTo>
                  <a:lnTo>
                    <a:pt x="1041918" y="241726"/>
                  </a:lnTo>
                  <a:lnTo>
                    <a:pt x="1037859" y="211404"/>
                  </a:lnTo>
                  <a:lnTo>
                    <a:pt x="1006851" y="154359"/>
                  </a:lnTo>
                  <a:lnTo>
                    <a:pt x="948579" y="103622"/>
                  </a:lnTo>
                  <a:lnTo>
                    <a:pt x="910440" y="81186"/>
                  </a:lnTo>
                  <a:lnTo>
                    <a:pt x="866949" y="61006"/>
                  </a:lnTo>
                  <a:lnTo>
                    <a:pt x="818594" y="43309"/>
                  </a:lnTo>
                  <a:lnTo>
                    <a:pt x="765864" y="28321"/>
                  </a:lnTo>
                  <a:lnTo>
                    <a:pt x="709248" y="16270"/>
                  </a:lnTo>
                  <a:lnTo>
                    <a:pt x="649233" y="7382"/>
                  </a:lnTo>
                  <a:lnTo>
                    <a:pt x="586307" y="1883"/>
                  </a:lnTo>
                  <a:lnTo>
                    <a:pt x="52095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628984" y="4582158"/>
              <a:ext cx="1042035" cy="483870"/>
            </a:xfrm>
            <a:custGeom>
              <a:avLst/>
              <a:gdLst/>
              <a:ahLst/>
              <a:cxnLst/>
              <a:rect l="l" t="t" r="r" b="b"/>
              <a:pathLst>
                <a:path w="1042035" h="483870">
                  <a:moveTo>
                    <a:pt x="0" y="241727"/>
                  </a:moveTo>
                  <a:lnTo>
                    <a:pt x="15910" y="182208"/>
                  </a:lnTo>
                  <a:lnTo>
                    <a:pt x="61038" y="128090"/>
                  </a:lnTo>
                  <a:lnTo>
                    <a:pt x="93338" y="103623"/>
                  </a:lnTo>
                  <a:lnTo>
                    <a:pt x="131478" y="81186"/>
                  </a:lnTo>
                  <a:lnTo>
                    <a:pt x="174969" y="61006"/>
                  </a:lnTo>
                  <a:lnTo>
                    <a:pt x="223323" y="43309"/>
                  </a:lnTo>
                  <a:lnTo>
                    <a:pt x="276053" y="28322"/>
                  </a:lnTo>
                  <a:lnTo>
                    <a:pt x="332670" y="16271"/>
                  </a:lnTo>
                  <a:lnTo>
                    <a:pt x="392685" y="7382"/>
                  </a:lnTo>
                  <a:lnTo>
                    <a:pt x="455611" y="1883"/>
                  </a:lnTo>
                  <a:lnTo>
                    <a:pt x="520959" y="0"/>
                  </a:lnTo>
                  <a:lnTo>
                    <a:pt x="586307" y="1883"/>
                  </a:lnTo>
                  <a:lnTo>
                    <a:pt x="649232" y="7382"/>
                  </a:lnTo>
                  <a:lnTo>
                    <a:pt x="709247" y="16271"/>
                  </a:lnTo>
                  <a:lnTo>
                    <a:pt x="765864" y="28322"/>
                  </a:lnTo>
                  <a:lnTo>
                    <a:pt x="818594" y="43309"/>
                  </a:lnTo>
                  <a:lnTo>
                    <a:pt x="866948" y="61006"/>
                  </a:lnTo>
                  <a:lnTo>
                    <a:pt x="910439" y="81186"/>
                  </a:lnTo>
                  <a:lnTo>
                    <a:pt x="948579" y="103623"/>
                  </a:lnTo>
                  <a:lnTo>
                    <a:pt x="980879" y="128090"/>
                  </a:lnTo>
                  <a:lnTo>
                    <a:pt x="1026007" y="182208"/>
                  </a:lnTo>
                  <a:lnTo>
                    <a:pt x="1041918" y="241727"/>
                  </a:lnTo>
                  <a:lnTo>
                    <a:pt x="1037859" y="272049"/>
                  </a:lnTo>
                  <a:lnTo>
                    <a:pt x="1006851" y="329094"/>
                  </a:lnTo>
                  <a:lnTo>
                    <a:pt x="948579" y="379832"/>
                  </a:lnTo>
                  <a:lnTo>
                    <a:pt x="910439" y="402268"/>
                  </a:lnTo>
                  <a:lnTo>
                    <a:pt x="866948" y="422449"/>
                  </a:lnTo>
                  <a:lnTo>
                    <a:pt x="818594" y="440146"/>
                  </a:lnTo>
                  <a:lnTo>
                    <a:pt x="765864" y="455133"/>
                  </a:lnTo>
                  <a:lnTo>
                    <a:pt x="709247" y="467184"/>
                  </a:lnTo>
                  <a:lnTo>
                    <a:pt x="649232" y="476073"/>
                  </a:lnTo>
                  <a:lnTo>
                    <a:pt x="586307" y="481572"/>
                  </a:lnTo>
                  <a:lnTo>
                    <a:pt x="520959" y="483455"/>
                  </a:lnTo>
                  <a:lnTo>
                    <a:pt x="455611" y="481572"/>
                  </a:lnTo>
                  <a:lnTo>
                    <a:pt x="392685" y="476073"/>
                  </a:lnTo>
                  <a:lnTo>
                    <a:pt x="332670" y="467184"/>
                  </a:lnTo>
                  <a:lnTo>
                    <a:pt x="276053" y="455133"/>
                  </a:lnTo>
                  <a:lnTo>
                    <a:pt x="223323" y="440146"/>
                  </a:lnTo>
                  <a:lnTo>
                    <a:pt x="174969" y="422449"/>
                  </a:lnTo>
                  <a:lnTo>
                    <a:pt x="131478" y="402268"/>
                  </a:lnTo>
                  <a:lnTo>
                    <a:pt x="93338" y="379832"/>
                  </a:lnTo>
                  <a:lnTo>
                    <a:pt x="61038" y="355365"/>
                  </a:lnTo>
                  <a:lnTo>
                    <a:pt x="15910" y="301247"/>
                  </a:lnTo>
                  <a:lnTo>
                    <a:pt x="0" y="241727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858015" y="4647184"/>
            <a:ext cx="5585460" cy="2087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9490">
              <a:lnSpc>
                <a:spcPct val="100000"/>
              </a:lnSpc>
              <a:spcBef>
                <a:spcPts val="100"/>
              </a:spcBef>
              <a:tabLst>
                <a:tab pos="2149475" algn="l"/>
              </a:tabLst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phone	address</a:t>
            </a:r>
            <a:endParaRPr sz="17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50" dirty="0">
              <a:latin typeface="Arial MT"/>
              <a:cs typeface="Arial MT"/>
            </a:endParaRPr>
          </a:p>
          <a:p>
            <a:pPr marL="12700" marR="5080">
              <a:lnSpc>
                <a:spcPct val="135200"/>
              </a:lnSpc>
            </a:pP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flights(</a:t>
            </a:r>
            <a:r>
              <a:rPr sz="2100" u="sng" spc="-2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number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5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day</a:t>
            </a:r>
            <a:r>
              <a:rPr sz="2100" spc="-5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aircraft)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customer(</a:t>
            </a:r>
            <a:r>
              <a:rPr sz="21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custID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,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name, phone, address)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bookings(</a:t>
            </a:r>
            <a:r>
              <a:rPr sz="2100" u="sng" spc="-2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number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5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day</a:t>
            </a:r>
            <a:r>
              <a:rPr sz="2100" spc="-5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custID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u="sng" spc="-2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ow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seat)</a:t>
            </a:r>
            <a:endParaRPr sz="2100" dirty="0">
              <a:latin typeface="Verdana"/>
              <a:cs typeface="Verdana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1563547" y="2998374"/>
            <a:ext cx="2489835" cy="1589405"/>
            <a:chOff x="1563547" y="2998374"/>
            <a:chExt cx="2489835" cy="1589405"/>
          </a:xfrm>
        </p:grpSpPr>
        <p:sp>
          <p:nvSpPr>
            <p:cNvPr id="75" name="object 75"/>
            <p:cNvSpPr/>
            <p:nvPr/>
          </p:nvSpPr>
          <p:spPr>
            <a:xfrm>
              <a:off x="3293198" y="2998374"/>
              <a:ext cx="760095" cy="104775"/>
            </a:xfrm>
            <a:custGeom>
              <a:avLst/>
              <a:gdLst/>
              <a:ahLst/>
              <a:cxnLst/>
              <a:rect l="l" t="t" r="r" b="b"/>
              <a:pathLst>
                <a:path w="760095" h="104775">
                  <a:moveTo>
                    <a:pt x="88695" y="0"/>
                  </a:moveTo>
                  <a:lnTo>
                    <a:pt x="0" y="54232"/>
                  </a:lnTo>
                  <a:lnTo>
                    <a:pt x="90867" y="104744"/>
                  </a:lnTo>
                  <a:lnTo>
                    <a:pt x="93911" y="103875"/>
                  </a:lnTo>
                  <a:lnTo>
                    <a:pt x="96594" y="99047"/>
                  </a:lnTo>
                  <a:lnTo>
                    <a:pt x="95726" y="96003"/>
                  </a:lnTo>
                  <a:lnTo>
                    <a:pt x="29208" y="59027"/>
                  </a:lnTo>
                  <a:lnTo>
                    <a:pt x="10025" y="59027"/>
                  </a:lnTo>
                  <a:lnTo>
                    <a:pt x="9818" y="49028"/>
                  </a:lnTo>
                  <a:lnTo>
                    <a:pt x="28309" y="48645"/>
                  </a:lnTo>
                  <a:lnTo>
                    <a:pt x="93912" y="8531"/>
                  </a:lnTo>
                  <a:lnTo>
                    <a:pt x="94655" y="5454"/>
                  </a:lnTo>
                  <a:lnTo>
                    <a:pt x="91774" y="741"/>
                  </a:lnTo>
                  <a:lnTo>
                    <a:pt x="88695" y="0"/>
                  </a:lnTo>
                  <a:close/>
                </a:path>
                <a:path w="760095" h="104775">
                  <a:moveTo>
                    <a:pt x="28309" y="48645"/>
                  </a:moveTo>
                  <a:lnTo>
                    <a:pt x="9818" y="49028"/>
                  </a:lnTo>
                  <a:lnTo>
                    <a:pt x="10025" y="59027"/>
                  </a:lnTo>
                  <a:lnTo>
                    <a:pt x="28518" y="58643"/>
                  </a:lnTo>
                  <a:lnTo>
                    <a:pt x="27887" y="58293"/>
                  </a:lnTo>
                  <a:lnTo>
                    <a:pt x="12531" y="58293"/>
                  </a:lnTo>
                  <a:lnTo>
                    <a:pt x="12352" y="49657"/>
                  </a:lnTo>
                  <a:lnTo>
                    <a:pt x="26654" y="49657"/>
                  </a:lnTo>
                  <a:lnTo>
                    <a:pt x="28309" y="48645"/>
                  </a:lnTo>
                  <a:close/>
                </a:path>
                <a:path w="760095" h="104775">
                  <a:moveTo>
                    <a:pt x="28518" y="58643"/>
                  </a:moveTo>
                  <a:lnTo>
                    <a:pt x="10025" y="59027"/>
                  </a:lnTo>
                  <a:lnTo>
                    <a:pt x="29208" y="59027"/>
                  </a:lnTo>
                  <a:lnTo>
                    <a:pt x="28518" y="58643"/>
                  </a:lnTo>
                  <a:close/>
                </a:path>
                <a:path w="760095" h="104775">
                  <a:moveTo>
                    <a:pt x="759604" y="33487"/>
                  </a:moveTo>
                  <a:lnTo>
                    <a:pt x="28309" y="48645"/>
                  </a:lnTo>
                  <a:lnTo>
                    <a:pt x="19843" y="53821"/>
                  </a:lnTo>
                  <a:lnTo>
                    <a:pt x="28518" y="58643"/>
                  </a:lnTo>
                  <a:lnTo>
                    <a:pt x="759811" y="43486"/>
                  </a:lnTo>
                  <a:lnTo>
                    <a:pt x="759604" y="33487"/>
                  </a:lnTo>
                  <a:close/>
                </a:path>
                <a:path w="760095" h="104775">
                  <a:moveTo>
                    <a:pt x="12352" y="49657"/>
                  </a:moveTo>
                  <a:lnTo>
                    <a:pt x="12531" y="58293"/>
                  </a:lnTo>
                  <a:lnTo>
                    <a:pt x="19843" y="53821"/>
                  </a:lnTo>
                  <a:lnTo>
                    <a:pt x="12352" y="49657"/>
                  </a:lnTo>
                  <a:close/>
                </a:path>
                <a:path w="760095" h="104775">
                  <a:moveTo>
                    <a:pt x="19843" y="53821"/>
                  </a:moveTo>
                  <a:lnTo>
                    <a:pt x="12531" y="58293"/>
                  </a:lnTo>
                  <a:lnTo>
                    <a:pt x="27887" y="58293"/>
                  </a:lnTo>
                  <a:lnTo>
                    <a:pt x="19843" y="53821"/>
                  </a:lnTo>
                  <a:close/>
                </a:path>
                <a:path w="760095" h="104775">
                  <a:moveTo>
                    <a:pt x="26654" y="49657"/>
                  </a:moveTo>
                  <a:lnTo>
                    <a:pt x="12352" y="49657"/>
                  </a:lnTo>
                  <a:lnTo>
                    <a:pt x="19843" y="53821"/>
                  </a:lnTo>
                  <a:lnTo>
                    <a:pt x="26654" y="49657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149944" y="4286534"/>
              <a:ext cx="581660" cy="295910"/>
            </a:xfrm>
            <a:custGeom>
              <a:avLst/>
              <a:gdLst/>
              <a:ahLst/>
              <a:cxnLst/>
              <a:rect l="l" t="t" r="r" b="b"/>
              <a:pathLst>
                <a:path w="581660" h="295910">
                  <a:moveTo>
                    <a:pt x="0" y="295624"/>
                  </a:moveTo>
                  <a:lnTo>
                    <a:pt x="581341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568547" y="4012474"/>
              <a:ext cx="595630" cy="313690"/>
            </a:xfrm>
            <a:custGeom>
              <a:avLst/>
              <a:gdLst/>
              <a:ahLst/>
              <a:cxnLst/>
              <a:rect l="l" t="t" r="r" b="b"/>
              <a:pathLst>
                <a:path w="595630" h="313689">
                  <a:moveTo>
                    <a:pt x="0" y="313565"/>
                  </a:moveTo>
                  <a:lnTo>
                    <a:pt x="595030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>
            <a:spLocks noGrp="1"/>
          </p:cNvSpPr>
          <p:nvPr>
            <p:ph type="sldNum" sz="quarter" idx="7"/>
          </p:nvPr>
        </p:nvSpPr>
        <p:spPr>
          <a:xfrm>
            <a:off x="7240799" y="6927081"/>
            <a:ext cx="2550795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91CC-956D-DC37-DCD5-38E9CDFB1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some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03D67-78B8-C0C5-D6BE-B8653D620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293" y="1295400"/>
            <a:ext cx="9199812" cy="586314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Consider a university database system with the following entities: Student, Course, and Instructor. Each student is uniquely identified by a student ID and has attributes such as name, address, and date of birth. Each course is uniquely identified by a course code and has attributes such as title and credit hours. Each instructor is uniquely identified by an instructor ID and has attributes such as name and department.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 student can enroll in multiple courses, and each course can have multiple enrolled students.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An instructor can teach multiple courses, and each course is taught by one instructor.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Ensure that your ER diagram captures these relationships and provides a clear representation of the database structure. Convert the given ER model to Relational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931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Subclass</a:t>
            </a:r>
            <a:r>
              <a:rPr spc="-245" dirty="0"/>
              <a:t> </a:t>
            </a:r>
            <a:r>
              <a:rPr spc="-95" dirty="0"/>
              <a:t>(Option</a:t>
            </a:r>
            <a:r>
              <a:rPr spc="-240" dirty="0"/>
              <a:t> </a:t>
            </a:r>
            <a:r>
              <a:rPr spc="-50" dirty="0"/>
              <a:t>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850" y="1316040"/>
            <a:ext cx="4690561" cy="38082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2572" y="3765296"/>
            <a:ext cx="13595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edu_product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37595" y="3765296"/>
            <a:ext cx="9334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2643" y="2253488"/>
            <a:ext cx="1826895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2825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95163" y="2988055"/>
            <a:ext cx="4000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8481" y="1504696"/>
            <a:ext cx="4889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3912" y="1660144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nam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89695" y="1635759"/>
            <a:ext cx="8451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ego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26117" y="4510023"/>
            <a:ext cx="9055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pla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tf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9113" y="4497832"/>
            <a:ext cx="1043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age_g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oup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37208" y="1359407"/>
            <a:ext cx="4685665" cy="286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Keep</a:t>
            </a:r>
            <a:r>
              <a:rPr sz="2100" spc="-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everything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>
              <a:latin typeface="Verdana"/>
              <a:cs typeface="Verdana"/>
            </a:endParaRPr>
          </a:p>
          <a:p>
            <a:pPr marL="1101090" marR="5080" indent="-1089025">
              <a:lnSpc>
                <a:spcPct val="89500"/>
              </a:lnSpc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 the lower level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set: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higher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level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>
              <a:latin typeface="Verdana"/>
              <a:cs typeface="Verdana"/>
            </a:endParaRPr>
          </a:p>
          <a:p>
            <a:pPr marL="1101090" marR="373380" indent="-1089025" algn="just">
              <a:lnSpc>
                <a:spcPct val="89500"/>
              </a:lnSpc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Drawback: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need to access more </a:t>
            </a:r>
            <a:r>
              <a:rPr sz="2100" spc="-7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tables to get info about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lower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levels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0980" y="5547360"/>
            <a:ext cx="4320540" cy="122936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145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product(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price, category)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edu_product(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 age_group)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software(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platforms)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58997" y="5696192"/>
            <a:ext cx="2205990" cy="955040"/>
            <a:chOff x="6758997" y="5696192"/>
            <a:chExt cx="2205990" cy="955040"/>
          </a:xfrm>
        </p:grpSpPr>
        <p:sp>
          <p:nvSpPr>
            <p:cNvPr id="16" name="object 16"/>
            <p:cNvSpPr/>
            <p:nvPr/>
          </p:nvSpPr>
          <p:spPr>
            <a:xfrm>
              <a:off x="6765665" y="5702860"/>
              <a:ext cx="2192655" cy="941705"/>
            </a:xfrm>
            <a:custGeom>
              <a:avLst/>
              <a:gdLst/>
              <a:ahLst/>
              <a:cxnLst/>
              <a:rect l="l" t="t" r="r" b="b"/>
              <a:pathLst>
                <a:path w="2192654" h="941704">
                  <a:moveTo>
                    <a:pt x="2035312" y="0"/>
                  </a:moveTo>
                  <a:lnTo>
                    <a:pt x="156884" y="0"/>
                  </a:lnTo>
                  <a:lnTo>
                    <a:pt x="107296" y="7997"/>
                  </a:lnTo>
                  <a:lnTo>
                    <a:pt x="64230" y="30269"/>
                  </a:lnTo>
                  <a:lnTo>
                    <a:pt x="30269" y="64230"/>
                  </a:lnTo>
                  <a:lnTo>
                    <a:pt x="7998" y="107296"/>
                  </a:lnTo>
                  <a:lnTo>
                    <a:pt x="0" y="156884"/>
                  </a:lnTo>
                  <a:lnTo>
                    <a:pt x="0" y="784410"/>
                  </a:lnTo>
                  <a:lnTo>
                    <a:pt x="7998" y="833995"/>
                  </a:lnTo>
                  <a:lnTo>
                    <a:pt x="30269" y="877062"/>
                  </a:lnTo>
                  <a:lnTo>
                    <a:pt x="64230" y="911023"/>
                  </a:lnTo>
                  <a:lnTo>
                    <a:pt x="107296" y="933294"/>
                  </a:lnTo>
                  <a:lnTo>
                    <a:pt x="156884" y="941292"/>
                  </a:lnTo>
                  <a:lnTo>
                    <a:pt x="2035312" y="941292"/>
                  </a:lnTo>
                  <a:lnTo>
                    <a:pt x="2084900" y="933294"/>
                  </a:lnTo>
                  <a:lnTo>
                    <a:pt x="2127966" y="911023"/>
                  </a:lnTo>
                  <a:lnTo>
                    <a:pt x="2161928" y="877062"/>
                  </a:lnTo>
                  <a:lnTo>
                    <a:pt x="2184199" y="833995"/>
                  </a:lnTo>
                  <a:lnTo>
                    <a:pt x="2192197" y="784410"/>
                  </a:lnTo>
                  <a:lnTo>
                    <a:pt x="2192197" y="156884"/>
                  </a:lnTo>
                  <a:lnTo>
                    <a:pt x="2184199" y="107296"/>
                  </a:lnTo>
                  <a:lnTo>
                    <a:pt x="2161928" y="64230"/>
                  </a:lnTo>
                  <a:lnTo>
                    <a:pt x="2127966" y="30269"/>
                  </a:lnTo>
                  <a:lnTo>
                    <a:pt x="2084900" y="7997"/>
                  </a:lnTo>
                  <a:lnTo>
                    <a:pt x="2035312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765665" y="5702860"/>
              <a:ext cx="2192655" cy="941705"/>
            </a:xfrm>
            <a:custGeom>
              <a:avLst/>
              <a:gdLst/>
              <a:ahLst/>
              <a:cxnLst/>
              <a:rect l="l" t="t" r="r" b="b"/>
              <a:pathLst>
                <a:path w="2192654" h="941704">
                  <a:moveTo>
                    <a:pt x="0" y="156884"/>
                  </a:moveTo>
                  <a:lnTo>
                    <a:pt x="7998" y="107296"/>
                  </a:lnTo>
                  <a:lnTo>
                    <a:pt x="30269" y="64230"/>
                  </a:lnTo>
                  <a:lnTo>
                    <a:pt x="64230" y="30269"/>
                  </a:lnTo>
                  <a:lnTo>
                    <a:pt x="107296" y="7998"/>
                  </a:lnTo>
                  <a:lnTo>
                    <a:pt x="156884" y="0"/>
                  </a:lnTo>
                  <a:lnTo>
                    <a:pt x="365366" y="0"/>
                  </a:lnTo>
                  <a:lnTo>
                    <a:pt x="913415" y="0"/>
                  </a:lnTo>
                  <a:lnTo>
                    <a:pt x="2035312" y="0"/>
                  </a:lnTo>
                  <a:lnTo>
                    <a:pt x="2084900" y="7998"/>
                  </a:lnTo>
                  <a:lnTo>
                    <a:pt x="2127966" y="30269"/>
                  </a:lnTo>
                  <a:lnTo>
                    <a:pt x="2161927" y="64230"/>
                  </a:lnTo>
                  <a:lnTo>
                    <a:pt x="2184199" y="107296"/>
                  </a:lnTo>
                  <a:lnTo>
                    <a:pt x="2192197" y="156884"/>
                  </a:lnTo>
                  <a:lnTo>
                    <a:pt x="2192197" y="549087"/>
                  </a:lnTo>
                  <a:lnTo>
                    <a:pt x="2192197" y="784411"/>
                  </a:lnTo>
                  <a:lnTo>
                    <a:pt x="2184199" y="833996"/>
                  </a:lnTo>
                  <a:lnTo>
                    <a:pt x="2161927" y="877062"/>
                  </a:lnTo>
                  <a:lnTo>
                    <a:pt x="2127966" y="911023"/>
                  </a:lnTo>
                  <a:lnTo>
                    <a:pt x="2084900" y="933295"/>
                  </a:lnTo>
                  <a:lnTo>
                    <a:pt x="2035312" y="941293"/>
                  </a:lnTo>
                  <a:lnTo>
                    <a:pt x="913415" y="941293"/>
                  </a:lnTo>
                  <a:lnTo>
                    <a:pt x="365366" y="941293"/>
                  </a:lnTo>
                  <a:lnTo>
                    <a:pt x="156884" y="941293"/>
                  </a:lnTo>
                  <a:lnTo>
                    <a:pt x="107296" y="933295"/>
                  </a:lnTo>
                  <a:lnTo>
                    <a:pt x="64230" y="911023"/>
                  </a:lnTo>
                  <a:lnTo>
                    <a:pt x="30269" y="877062"/>
                  </a:lnTo>
                  <a:lnTo>
                    <a:pt x="7998" y="833996"/>
                  </a:lnTo>
                  <a:lnTo>
                    <a:pt x="0" y="784408"/>
                  </a:lnTo>
                  <a:lnTo>
                    <a:pt x="0" y="558018"/>
                  </a:lnTo>
                  <a:lnTo>
                    <a:pt x="0" y="549087"/>
                  </a:lnTo>
                  <a:lnTo>
                    <a:pt x="0" y="156884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144308" y="5839967"/>
            <a:ext cx="1450340" cy="66294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382905">
              <a:lnSpc>
                <a:spcPts val="2500"/>
              </a:lnSpc>
              <a:spcBef>
                <a:spcPts val="200"/>
              </a:spcBef>
            </a:pPr>
            <a:r>
              <a:rPr sz="2100" spc="-25" dirty="0">
                <a:solidFill>
                  <a:srgbClr val="FFFFFF"/>
                </a:solidFill>
                <a:latin typeface="Verdana"/>
                <a:cs typeface="Verdana"/>
              </a:rPr>
              <a:t>Keep </a:t>
            </a:r>
            <a:r>
              <a:rPr sz="21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2100" spc="-15" dirty="0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sz="2100" spc="-5" dirty="0">
                <a:solidFill>
                  <a:srgbClr val="FFFFFF"/>
                </a:solidFill>
                <a:latin typeface="Verdana"/>
                <a:cs typeface="Verdana"/>
              </a:rPr>
              <a:t>er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2100" spc="-5" dirty="0">
                <a:solidFill>
                  <a:srgbClr val="FFFFFF"/>
                </a:solidFill>
                <a:latin typeface="Verdana"/>
                <a:cs typeface="Verdana"/>
              </a:rPr>
              <a:t>th</a:t>
            </a:r>
            <a:r>
              <a:rPr sz="210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2100" spc="-5" dirty="0">
                <a:solidFill>
                  <a:srgbClr val="FFFFFF"/>
                </a:solidFill>
                <a:latin typeface="Verdana"/>
                <a:cs typeface="Verdana"/>
              </a:rPr>
              <a:t>ng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7240799" y="6927081"/>
            <a:ext cx="2550795" cy="2442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03604" y="5663974"/>
            <a:ext cx="3641725" cy="807085"/>
            <a:chOff x="1803604" y="5663974"/>
            <a:chExt cx="3641725" cy="807085"/>
          </a:xfrm>
        </p:grpSpPr>
        <p:sp>
          <p:nvSpPr>
            <p:cNvPr id="3" name="object 3"/>
            <p:cNvSpPr/>
            <p:nvPr/>
          </p:nvSpPr>
          <p:spPr>
            <a:xfrm>
              <a:off x="1810271" y="6079873"/>
              <a:ext cx="3093085" cy="384175"/>
            </a:xfrm>
            <a:custGeom>
              <a:avLst/>
              <a:gdLst/>
              <a:ahLst/>
              <a:cxnLst/>
              <a:rect l="l" t="t" r="r" b="b"/>
              <a:pathLst>
                <a:path w="3093085" h="384175">
                  <a:moveTo>
                    <a:pt x="3029005" y="0"/>
                  </a:moveTo>
                  <a:lnTo>
                    <a:pt x="64007" y="0"/>
                  </a:lnTo>
                  <a:lnTo>
                    <a:pt x="39093" y="5030"/>
                  </a:lnTo>
                  <a:lnTo>
                    <a:pt x="18747" y="18747"/>
                  </a:lnTo>
                  <a:lnTo>
                    <a:pt x="5030" y="39093"/>
                  </a:lnTo>
                  <a:lnTo>
                    <a:pt x="0" y="64009"/>
                  </a:lnTo>
                  <a:lnTo>
                    <a:pt x="0" y="320040"/>
                  </a:lnTo>
                  <a:lnTo>
                    <a:pt x="5030" y="344954"/>
                  </a:lnTo>
                  <a:lnTo>
                    <a:pt x="18747" y="365300"/>
                  </a:lnTo>
                  <a:lnTo>
                    <a:pt x="39093" y="379017"/>
                  </a:lnTo>
                  <a:lnTo>
                    <a:pt x="64007" y="384048"/>
                  </a:lnTo>
                  <a:lnTo>
                    <a:pt x="3029005" y="384048"/>
                  </a:lnTo>
                  <a:lnTo>
                    <a:pt x="3053920" y="379017"/>
                  </a:lnTo>
                  <a:lnTo>
                    <a:pt x="3074266" y="365300"/>
                  </a:lnTo>
                  <a:lnTo>
                    <a:pt x="3087983" y="344954"/>
                  </a:lnTo>
                  <a:lnTo>
                    <a:pt x="3093013" y="320040"/>
                  </a:lnTo>
                  <a:lnTo>
                    <a:pt x="3093013" y="64009"/>
                  </a:lnTo>
                  <a:lnTo>
                    <a:pt x="3087983" y="39093"/>
                  </a:lnTo>
                  <a:lnTo>
                    <a:pt x="3074266" y="18747"/>
                  </a:lnTo>
                  <a:lnTo>
                    <a:pt x="3053920" y="5030"/>
                  </a:lnTo>
                  <a:lnTo>
                    <a:pt x="3029005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10271" y="6079873"/>
              <a:ext cx="3093085" cy="384175"/>
            </a:xfrm>
            <a:custGeom>
              <a:avLst/>
              <a:gdLst/>
              <a:ahLst/>
              <a:cxnLst/>
              <a:rect l="l" t="t" r="r" b="b"/>
              <a:pathLst>
                <a:path w="3093085" h="384175">
                  <a:moveTo>
                    <a:pt x="0" y="64008"/>
                  </a:move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8" y="0"/>
                  </a:lnTo>
                  <a:lnTo>
                    <a:pt x="3029006" y="0"/>
                  </a:lnTo>
                  <a:lnTo>
                    <a:pt x="3053920" y="5030"/>
                  </a:lnTo>
                  <a:lnTo>
                    <a:pt x="3074266" y="18747"/>
                  </a:lnTo>
                  <a:lnTo>
                    <a:pt x="3087983" y="39093"/>
                  </a:lnTo>
                  <a:lnTo>
                    <a:pt x="3093014" y="64008"/>
                  </a:lnTo>
                  <a:lnTo>
                    <a:pt x="3093014" y="320039"/>
                  </a:lnTo>
                  <a:lnTo>
                    <a:pt x="3087983" y="344954"/>
                  </a:lnTo>
                  <a:lnTo>
                    <a:pt x="3074266" y="365300"/>
                  </a:lnTo>
                  <a:lnTo>
                    <a:pt x="3053920" y="379017"/>
                  </a:lnTo>
                  <a:lnTo>
                    <a:pt x="3029006" y="384047"/>
                  </a:lnTo>
                  <a:lnTo>
                    <a:pt x="64008" y="384047"/>
                  </a:lnTo>
                  <a:lnTo>
                    <a:pt x="39093" y="379017"/>
                  </a:lnTo>
                  <a:lnTo>
                    <a:pt x="18747" y="365300"/>
                  </a:lnTo>
                  <a:lnTo>
                    <a:pt x="5030" y="344954"/>
                  </a:lnTo>
                  <a:lnTo>
                    <a:pt x="0" y="320039"/>
                  </a:lnTo>
                  <a:lnTo>
                    <a:pt x="0" y="64008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45418" y="5670641"/>
              <a:ext cx="3093085" cy="384175"/>
            </a:xfrm>
            <a:custGeom>
              <a:avLst/>
              <a:gdLst/>
              <a:ahLst/>
              <a:cxnLst/>
              <a:rect l="l" t="t" r="r" b="b"/>
              <a:pathLst>
                <a:path w="3093085" h="384175">
                  <a:moveTo>
                    <a:pt x="3029005" y="0"/>
                  </a:moveTo>
                  <a:lnTo>
                    <a:pt x="64008" y="0"/>
                  </a:lnTo>
                  <a:lnTo>
                    <a:pt x="39093" y="5030"/>
                  </a:lnTo>
                  <a:lnTo>
                    <a:pt x="18747" y="18747"/>
                  </a:lnTo>
                  <a:lnTo>
                    <a:pt x="5030" y="39093"/>
                  </a:lnTo>
                  <a:lnTo>
                    <a:pt x="0" y="64009"/>
                  </a:lnTo>
                  <a:lnTo>
                    <a:pt x="0" y="320039"/>
                  </a:lnTo>
                  <a:lnTo>
                    <a:pt x="5030" y="344954"/>
                  </a:lnTo>
                  <a:lnTo>
                    <a:pt x="18747" y="365300"/>
                  </a:lnTo>
                  <a:lnTo>
                    <a:pt x="39093" y="379017"/>
                  </a:lnTo>
                  <a:lnTo>
                    <a:pt x="64008" y="384047"/>
                  </a:lnTo>
                  <a:lnTo>
                    <a:pt x="3029005" y="384047"/>
                  </a:lnTo>
                  <a:lnTo>
                    <a:pt x="3053920" y="379017"/>
                  </a:lnTo>
                  <a:lnTo>
                    <a:pt x="3074266" y="365300"/>
                  </a:lnTo>
                  <a:lnTo>
                    <a:pt x="3087983" y="344954"/>
                  </a:lnTo>
                  <a:lnTo>
                    <a:pt x="3093013" y="320039"/>
                  </a:lnTo>
                  <a:lnTo>
                    <a:pt x="3093013" y="64009"/>
                  </a:lnTo>
                  <a:lnTo>
                    <a:pt x="3087983" y="39093"/>
                  </a:lnTo>
                  <a:lnTo>
                    <a:pt x="3074266" y="18747"/>
                  </a:lnTo>
                  <a:lnTo>
                    <a:pt x="3053920" y="5030"/>
                  </a:lnTo>
                  <a:lnTo>
                    <a:pt x="3029005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45418" y="5670641"/>
              <a:ext cx="3093085" cy="384175"/>
            </a:xfrm>
            <a:custGeom>
              <a:avLst/>
              <a:gdLst/>
              <a:ahLst/>
              <a:cxnLst/>
              <a:rect l="l" t="t" r="r" b="b"/>
              <a:pathLst>
                <a:path w="3093085" h="384175">
                  <a:moveTo>
                    <a:pt x="0" y="64008"/>
                  </a:moveTo>
                  <a:lnTo>
                    <a:pt x="5030" y="39093"/>
                  </a:lnTo>
                  <a:lnTo>
                    <a:pt x="18747" y="18747"/>
                  </a:lnTo>
                  <a:lnTo>
                    <a:pt x="39093" y="5030"/>
                  </a:lnTo>
                  <a:lnTo>
                    <a:pt x="64008" y="0"/>
                  </a:lnTo>
                  <a:lnTo>
                    <a:pt x="3029006" y="0"/>
                  </a:lnTo>
                  <a:lnTo>
                    <a:pt x="3053920" y="5030"/>
                  </a:lnTo>
                  <a:lnTo>
                    <a:pt x="3074266" y="18747"/>
                  </a:lnTo>
                  <a:lnTo>
                    <a:pt x="3087983" y="39093"/>
                  </a:lnTo>
                  <a:lnTo>
                    <a:pt x="3093014" y="64008"/>
                  </a:lnTo>
                  <a:lnTo>
                    <a:pt x="3093014" y="320039"/>
                  </a:lnTo>
                  <a:lnTo>
                    <a:pt x="3087983" y="344954"/>
                  </a:lnTo>
                  <a:lnTo>
                    <a:pt x="3074266" y="365300"/>
                  </a:lnTo>
                  <a:lnTo>
                    <a:pt x="3053920" y="379017"/>
                  </a:lnTo>
                  <a:lnTo>
                    <a:pt x="3029006" y="384047"/>
                  </a:lnTo>
                  <a:lnTo>
                    <a:pt x="64008" y="384047"/>
                  </a:lnTo>
                  <a:lnTo>
                    <a:pt x="39093" y="379017"/>
                  </a:lnTo>
                  <a:lnTo>
                    <a:pt x="18747" y="365300"/>
                  </a:lnTo>
                  <a:lnTo>
                    <a:pt x="5030" y="344954"/>
                  </a:lnTo>
                  <a:lnTo>
                    <a:pt x="0" y="320039"/>
                  </a:lnTo>
                  <a:lnTo>
                    <a:pt x="0" y="64008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Subclass</a:t>
            </a:r>
            <a:r>
              <a:rPr spc="-245" dirty="0"/>
              <a:t> </a:t>
            </a:r>
            <a:r>
              <a:rPr spc="-95" dirty="0"/>
              <a:t>(Option</a:t>
            </a:r>
            <a:r>
              <a:rPr spc="-240" dirty="0"/>
              <a:t> </a:t>
            </a:r>
            <a:r>
              <a:rPr spc="-50" dirty="0"/>
              <a:t>2)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61906" y="1136903"/>
            <a:ext cx="4434205" cy="1330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8100"/>
              </a:lnSpc>
              <a:spcBef>
                <a:spcPts val="100"/>
              </a:spcBef>
            </a:pP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Keep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specialization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sets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No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generalization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2100">
              <a:latin typeface="Verdana"/>
              <a:cs typeface="Verdana"/>
            </a:endParaRPr>
          </a:p>
          <a:p>
            <a:pPr marL="1101090">
              <a:lnSpc>
                <a:spcPts val="2305"/>
              </a:lnSpc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61906" y="2731008"/>
            <a:ext cx="4685665" cy="9309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101090" marR="5080" indent="-1089025">
              <a:lnSpc>
                <a:spcPts val="2300"/>
              </a:lnSpc>
              <a:spcBef>
                <a:spcPts val="36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Primary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key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 the lower level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set: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higher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level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61906" y="4050791"/>
            <a:ext cx="4454525" cy="9309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101090" marR="5080" indent="-1089025">
              <a:lnSpc>
                <a:spcPts val="2300"/>
              </a:lnSpc>
              <a:spcBef>
                <a:spcPts val="36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Drawback: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redundancy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entities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have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more than one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specialization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0980" y="5580888"/>
            <a:ext cx="6487795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600"/>
              </a:lnSpc>
              <a:spcBef>
                <a:spcPts val="10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edu_product(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price,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category,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age_group)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software(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price,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category,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platforms)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2633" y="2190537"/>
            <a:ext cx="1265555" cy="4800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595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1979" y="3701012"/>
            <a:ext cx="1680210" cy="4800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605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edu_product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45384" y="3701012"/>
            <a:ext cx="1265555" cy="4800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605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62416" y="2950450"/>
            <a:ext cx="957580" cy="589915"/>
            <a:chOff x="962416" y="2950450"/>
            <a:chExt cx="957580" cy="589915"/>
          </a:xfrm>
        </p:grpSpPr>
        <p:sp>
          <p:nvSpPr>
            <p:cNvPr id="16" name="object 16"/>
            <p:cNvSpPr/>
            <p:nvPr/>
          </p:nvSpPr>
          <p:spPr>
            <a:xfrm>
              <a:off x="969083" y="2957117"/>
              <a:ext cx="944244" cy="576580"/>
            </a:xfrm>
            <a:custGeom>
              <a:avLst/>
              <a:gdLst/>
              <a:ahLst/>
              <a:cxnLst/>
              <a:rect l="l" t="t" r="r" b="b"/>
              <a:pathLst>
                <a:path w="944244" h="576579">
                  <a:moveTo>
                    <a:pt x="943778" y="0"/>
                  </a:moveTo>
                  <a:lnTo>
                    <a:pt x="0" y="0"/>
                  </a:lnTo>
                  <a:lnTo>
                    <a:pt x="471889" y="576071"/>
                  </a:lnTo>
                  <a:lnTo>
                    <a:pt x="943778" y="0"/>
                  </a:lnTo>
                  <a:close/>
                </a:path>
              </a:pathLst>
            </a:custGeom>
            <a:solidFill>
              <a:srgbClr val="FFD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9083" y="2957117"/>
              <a:ext cx="944244" cy="576580"/>
            </a:xfrm>
            <a:custGeom>
              <a:avLst/>
              <a:gdLst/>
              <a:ahLst/>
              <a:cxnLst/>
              <a:rect l="l" t="t" r="r" b="b"/>
              <a:pathLst>
                <a:path w="944244" h="576579">
                  <a:moveTo>
                    <a:pt x="943777" y="0"/>
                  </a:moveTo>
                  <a:lnTo>
                    <a:pt x="471888" y="576071"/>
                  </a:lnTo>
                  <a:lnTo>
                    <a:pt x="0" y="0"/>
                  </a:lnTo>
                  <a:lnTo>
                    <a:pt x="943777" y="0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48202" y="2988055"/>
            <a:ext cx="4000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07285" y="2950450"/>
            <a:ext cx="957580" cy="589915"/>
            <a:chOff x="3307285" y="2950450"/>
            <a:chExt cx="957580" cy="589915"/>
          </a:xfrm>
        </p:grpSpPr>
        <p:sp>
          <p:nvSpPr>
            <p:cNvPr id="20" name="object 20"/>
            <p:cNvSpPr/>
            <p:nvPr/>
          </p:nvSpPr>
          <p:spPr>
            <a:xfrm>
              <a:off x="3313952" y="2957117"/>
              <a:ext cx="944244" cy="576580"/>
            </a:xfrm>
            <a:custGeom>
              <a:avLst/>
              <a:gdLst/>
              <a:ahLst/>
              <a:cxnLst/>
              <a:rect l="l" t="t" r="r" b="b"/>
              <a:pathLst>
                <a:path w="944245" h="576579">
                  <a:moveTo>
                    <a:pt x="943778" y="0"/>
                  </a:moveTo>
                  <a:lnTo>
                    <a:pt x="0" y="0"/>
                  </a:lnTo>
                  <a:lnTo>
                    <a:pt x="471890" y="576071"/>
                  </a:lnTo>
                  <a:lnTo>
                    <a:pt x="943778" y="0"/>
                  </a:lnTo>
                  <a:close/>
                </a:path>
              </a:pathLst>
            </a:custGeom>
            <a:solidFill>
              <a:srgbClr val="FFD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13953" y="2957117"/>
              <a:ext cx="944244" cy="576580"/>
            </a:xfrm>
            <a:custGeom>
              <a:avLst/>
              <a:gdLst/>
              <a:ahLst/>
              <a:cxnLst/>
              <a:rect l="l" t="t" r="r" b="b"/>
              <a:pathLst>
                <a:path w="944245" h="576579">
                  <a:moveTo>
                    <a:pt x="943777" y="0"/>
                  </a:moveTo>
                  <a:lnTo>
                    <a:pt x="471888" y="576071"/>
                  </a:lnTo>
                  <a:lnTo>
                    <a:pt x="0" y="0"/>
                  </a:lnTo>
                  <a:lnTo>
                    <a:pt x="943777" y="0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95163" y="2988055"/>
            <a:ext cx="4000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35970" y="2665597"/>
            <a:ext cx="2355215" cy="1040765"/>
            <a:chOff x="1435970" y="2665597"/>
            <a:chExt cx="2355215" cy="1040765"/>
          </a:xfrm>
        </p:grpSpPr>
        <p:sp>
          <p:nvSpPr>
            <p:cNvPr id="24" name="object 24"/>
            <p:cNvSpPr/>
            <p:nvPr/>
          </p:nvSpPr>
          <p:spPr>
            <a:xfrm>
              <a:off x="1440972" y="2670597"/>
              <a:ext cx="1164590" cy="287020"/>
            </a:xfrm>
            <a:custGeom>
              <a:avLst/>
              <a:gdLst/>
              <a:ahLst/>
              <a:cxnLst/>
              <a:rect l="l" t="t" r="r" b="b"/>
              <a:pathLst>
                <a:path w="1164589" h="287019">
                  <a:moveTo>
                    <a:pt x="0" y="286519"/>
                  </a:moveTo>
                  <a:lnTo>
                    <a:pt x="1164148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05120" y="2670597"/>
              <a:ext cx="1181100" cy="287020"/>
            </a:xfrm>
            <a:custGeom>
              <a:avLst/>
              <a:gdLst/>
              <a:ahLst/>
              <a:cxnLst/>
              <a:rect l="l" t="t" r="r" b="b"/>
              <a:pathLst>
                <a:path w="1181100" h="287019">
                  <a:moveTo>
                    <a:pt x="1180720" y="286519"/>
                  </a:moveTo>
                  <a:lnTo>
                    <a:pt x="0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40971" y="3533188"/>
              <a:ext cx="1270" cy="168275"/>
            </a:xfrm>
            <a:custGeom>
              <a:avLst/>
              <a:gdLst/>
              <a:ahLst/>
              <a:cxnLst/>
              <a:rect l="l" t="t" r="r" b="b"/>
              <a:pathLst>
                <a:path w="1269" h="168275">
                  <a:moveTo>
                    <a:pt x="1038" y="167823"/>
                  </a:moveTo>
                  <a:lnTo>
                    <a:pt x="0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77871" y="3533188"/>
              <a:ext cx="8255" cy="168275"/>
            </a:xfrm>
            <a:custGeom>
              <a:avLst/>
              <a:gdLst/>
              <a:ahLst/>
              <a:cxnLst/>
              <a:rect l="l" t="t" r="r" b="b"/>
              <a:pathLst>
                <a:path w="8254" h="168275">
                  <a:moveTo>
                    <a:pt x="3985" y="-5000"/>
                  </a:moveTo>
                  <a:lnTo>
                    <a:pt x="3985" y="172824"/>
                  </a:lnTo>
                </a:path>
              </a:pathLst>
            </a:custGeom>
            <a:ln w="1797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2027792" y="1415989"/>
            <a:ext cx="1108710" cy="486409"/>
            <a:chOff x="2027792" y="1415989"/>
            <a:chExt cx="1108710" cy="486409"/>
          </a:xfrm>
        </p:grpSpPr>
        <p:sp>
          <p:nvSpPr>
            <p:cNvPr id="29" name="object 29"/>
            <p:cNvSpPr/>
            <p:nvPr/>
          </p:nvSpPr>
          <p:spPr>
            <a:xfrm>
              <a:off x="2032872" y="1421069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2" y="0"/>
                  </a:moveTo>
                  <a:lnTo>
                    <a:pt x="485127" y="1601"/>
                  </a:lnTo>
                  <a:lnTo>
                    <a:pt x="423252" y="6287"/>
                  </a:lnTo>
                  <a:lnTo>
                    <a:pt x="363959" y="13878"/>
                  </a:lnTo>
                  <a:lnTo>
                    <a:pt x="307660" y="24196"/>
                  </a:lnTo>
                  <a:lnTo>
                    <a:pt x="254767" y="37063"/>
                  </a:lnTo>
                  <a:lnTo>
                    <a:pt x="205693" y="52299"/>
                  </a:lnTo>
                  <a:lnTo>
                    <a:pt x="160848" y="69726"/>
                  </a:lnTo>
                  <a:lnTo>
                    <a:pt x="120647" y="89165"/>
                  </a:lnTo>
                  <a:lnTo>
                    <a:pt x="85499" y="110439"/>
                  </a:lnTo>
                  <a:lnTo>
                    <a:pt x="32016" y="157772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6" y="318348"/>
                  </a:lnTo>
                  <a:lnTo>
                    <a:pt x="85499" y="365682"/>
                  </a:lnTo>
                  <a:lnTo>
                    <a:pt x="120647" y="386955"/>
                  </a:lnTo>
                  <a:lnTo>
                    <a:pt x="160848" y="406395"/>
                  </a:lnTo>
                  <a:lnTo>
                    <a:pt x="205693" y="423822"/>
                  </a:lnTo>
                  <a:lnTo>
                    <a:pt x="254767" y="439058"/>
                  </a:lnTo>
                  <a:lnTo>
                    <a:pt x="307660" y="451924"/>
                  </a:lnTo>
                  <a:lnTo>
                    <a:pt x="363959" y="462243"/>
                  </a:lnTo>
                  <a:lnTo>
                    <a:pt x="423252" y="469834"/>
                  </a:lnTo>
                  <a:lnTo>
                    <a:pt x="485127" y="474520"/>
                  </a:lnTo>
                  <a:lnTo>
                    <a:pt x="549172" y="476121"/>
                  </a:lnTo>
                  <a:lnTo>
                    <a:pt x="613217" y="474520"/>
                  </a:lnTo>
                  <a:lnTo>
                    <a:pt x="675092" y="469834"/>
                  </a:lnTo>
                  <a:lnTo>
                    <a:pt x="734384" y="462243"/>
                  </a:lnTo>
                  <a:lnTo>
                    <a:pt x="790683" y="451924"/>
                  </a:lnTo>
                  <a:lnTo>
                    <a:pt x="843576" y="439058"/>
                  </a:lnTo>
                  <a:lnTo>
                    <a:pt x="892650" y="423822"/>
                  </a:lnTo>
                  <a:lnTo>
                    <a:pt x="937494" y="406395"/>
                  </a:lnTo>
                  <a:lnTo>
                    <a:pt x="977696" y="386955"/>
                  </a:lnTo>
                  <a:lnTo>
                    <a:pt x="1012843" y="365682"/>
                  </a:lnTo>
                  <a:lnTo>
                    <a:pt x="1066327" y="318348"/>
                  </a:lnTo>
                  <a:lnTo>
                    <a:pt x="1094648" y="265823"/>
                  </a:lnTo>
                  <a:lnTo>
                    <a:pt x="1098342" y="238060"/>
                  </a:lnTo>
                  <a:lnTo>
                    <a:pt x="1094648" y="210297"/>
                  </a:lnTo>
                  <a:lnTo>
                    <a:pt x="1066327" y="157772"/>
                  </a:lnTo>
                  <a:lnTo>
                    <a:pt x="1012843" y="110439"/>
                  </a:lnTo>
                  <a:lnTo>
                    <a:pt x="977696" y="89165"/>
                  </a:lnTo>
                  <a:lnTo>
                    <a:pt x="937494" y="69726"/>
                  </a:lnTo>
                  <a:lnTo>
                    <a:pt x="892650" y="52299"/>
                  </a:lnTo>
                  <a:lnTo>
                    <a:pt x="843576" y="37063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2" y="6287"/>
                  </a:lnTo>
                  <a:lnTo>
                    <a:pt x="613217" y="1601"/>
                  </a:lnTo>
                  <a:lnTo>
                    <a:pt x="54917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32872" y="1421069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338481" y="1504696"/>
            <a:ext cx="4889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59062" y="1570296"/>
            <a:ext cx="1108710" cy="486409"/>
            <a:chOff x="759062" y="1570296"/>
            <a:chExt cx="1108710" cy="486409"/>
          </a:xfrm>
        </p:grpSpPr>
        <p:sp>
          <p:nvSpPr>
            <p:cNvPr id="33" name="object 33"/>
            <p:cNvSpPr/>
            <p:nvPr/>
          </p:nvSpPr>
          <p:spPr>
            <a:xfrm>
              <a:off x="764142" y="1575376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1" y="0"/>
                  </a:moveTo>
                  <a:lnTo>
                    <a:pt x="485126" y="1601"/>
                  </a:lnTo>
                  <a:lnTo>
                    <a:pt x="423251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7" y="37062"/>
                  </a:lnTo>
                  <a:lnTo>
                    <a:pt x="205692" y="52298"/>
                  </a:lnTo>
                  <a:lnTo>
                    <a:pt x="160848" y="69725"/>
                  </a:lnTo>
                  <a:lnTo>
                    <a:pt x="120646" y="89165"/>
                  </a:lnTo>
                  <a:lnTo>
                    <a:pt x="85499" y="110438"/>
                  </a:lnTo>
                  <a:lnTo>
                    <a:pt x="32015" y="157771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5" y="318348"/>
                  </a:lnTo>
                  <a:lnTo>
                    <a:pt x="85499" y="365681"/>
                  </a:lnTo>
                  <a:lnTo>
                    <a:pt x="120646" y="386954"/>
                  </a:lnTo>
                  <a:lnTo>
                    <a:pt x="160848" y="406394"/>
                  </a:lnTo>
                  <a:lnTo>
                    <a:pt x="205692" y="423821"/>
                  </a:lnTo>
                  <a:lnTo>
                    <a:pt x="254767" y="439057"/>
                  </a:lnTo>
                  <a:lnTo>
                    <a:pt x="307659" y="451923"/>
                  </a:lnTo>
                  <a:lnTo>
                    <a:pt x="363958" y="462241"/>
                  </a:lnTo>
                  <a:lnTo>
                    <a:pt x="423251" y="469833"/>
                  </a:lnTo>
                  <a:lnTo>
                    <a:pt x="485126" y="474518"/>
                  </a:lnTo>
                  <a:lnTo>
                    <a:pt x="549171" y="476120"/>
                  </a:lnTo>
                  <a:lnTo>
                    <a:pt x="613216" y="474518"/>
                  </a:lnTo>
                  <a:lnTo>
                    <a:pt x="675091" y="469833"/>
                  </a:lnTo>
                  <a:lnTo>
                    <a:pt x="734384" y="462241"/>
                  </a:lnTo>
                  <a:lnTo>
                    <a:pt x="790683" y="451923"/>
                  </a:lnTo>
                  <a:lnTo>
                    <a:pt x="843575" y="439057"/>
                  </a:lnTo>
                  <a:lnTo>
                    <a:pt x="892650" y="423821"/>
                  </a:lnTo>
                  <a:lnTo>
                    <a:pt x="937494" y="406394"/>
                  </a:lnTo>
                  <a:lnTo>
                    <a:pt x="977696" y="386954"/>
                  </a:lnTo>
                  <a:lnTo>
                    <a:pt x="1012843" y="365681"/>
                  </a:lnTo>
                  <a:lnTo>
                    <a:pt x="1066327" y="318348"/>
                  </a:lnTo>
                  <a:lnTo>
                    <a:pt x="1094648" y="265823"/>
                  </a:lnTo>
                  <a:lnTo>
                    <a:pt x="1098343" y="238060"/>
                  </a:lnTo>
                  <a:lnTo>
                    <a:pt x="1094648" y="210297"/>
                  </a:lnTo>
                  <a:lnTo>
                    <a:pt x="1066327" y="157771"/>
                  </a:lnTo>
                  <a:lnTo>
                    <a:pt x="1012843" y="110438"/>
                  </a:lnTo>
                  <a:lnTo>
                    <a:pt x="977696" y="89165"/>
                  </a:lnTo>
                  <a:lnTo>
                    <a:pt x="937494" y="69725"/>
                  </a:lnTo>
                  <a:lnTo>
                    <a:pt x="892650" y="52298"/>
                  </a:lnTo>
                  <a:lnTo>
                    <a:pt x="843575" y="37062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1" y="6287"/>
                  </a:lnTo>
                  <a:lnTo>
                    <a:pt x="613216" y="1601"/>
                  </a:lnTo>
                  <a:lnTo>
                    <a:pt x="54917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4142" y="1575376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33912" y="1660144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330886" y="1553229"/>
            <a:ext cx="1108710" cy="486409"/>
            <a:chOff x="3330886" y="1553229"/>
            <a:chExt cx="1108710" cy="486409"/>
          </a:xfrm>
        </p:grpSpPr>
        <p:sp>
          <p:nvSpPr>
            <p:cNvPr id="37" name="object 37"/>
            <p:cNvSpPr/>
            <p:nvPr/>
          </p:nvSpPr>
          <p:spPr>
            <a:xfrm>
              <a:off x="3335887" y="1558230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0" y="0"/>
                  </a:moveTo>
                  <a:lnTo>
                    <a:pt x="485125" y="1601"/>
                  </a:lnTo>
                  <a:lnTo>
                    <a:pt x="423250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6" y="37063"/>
                  </a:lnTo>
                  <a:lnTo>
                    <a:pt x="205692" y="52299"/>
                  </a:lnTo>
                  <a:lnTo>
                    <a:pt x="160848" y="69726"/>
                  </a:lnTo>
                  <a:lnTo>
                    <a:pt x="120646" y="89166"/>
                  </a:lnTo>
                  <a:lnTo>
                    <a:pt x="85499" y="110439"/>
                  </a:lnTo>
                  <a:lnTo>
                    <a:pt x="32015" y="157773"/>
                  </a:lnTo>
                  <a:lnTo>
                    <a:pt x="3694" y="210298"/>
                  </a:lnTo>
                  <a:lnTo>
                    <a:pt x="0" y="238061"/>
                  </a:lnTo>
                  <a:lnTo>
                    <a:pt x="3694" y="265824"/>
                  </a:lnTo>
                  <a:lnTo>
                    <a:pt x="32015" y="318349"/>
                  </a:lnTo>
                  <a:lnTo>
                    <a:pt x="85499" y="365682"/>
                  </a:lnTo>
                  <a:lnTo>
                    <a:pt x="120646" y="386955"/>
                  </a:lnTo>
                  <a:lnTo>
                    <a:pt x="160848" y="406395"/>
                  </a:lnTo>
                  <a:lnTo>
                    <a:pt x="205692" y="423822"/>
                  </a:lnTo>
                  <a:lnTo>
                    <a:pt x="254766" y="439058"/>
                  </a:lnTo>
                  <a:lnTo>
                    <a:pt x="307659" y="451924"/>
                  </a:lnTo>
                  <a:lnTo>
                    <a:pt x="363958" y="462243"/>
                  </a:lnTo>
                  <a:lnTo>
                    <a:pt x="423250" y="469834"/>
                  </a:lnTo>
                  <a:lnTo>
                    <a:pt x="485125" y="474520"/>
                  </a:lnTo>
                  <a:lnTo>
                    <a:pt x="549170" y="476121"/>
                  </a:lnTo>
                  <a:lnTo>
                    <a:pt x="613215" y="474520"/>
                  </a:lnTo>
                  <a:lnTo>
                    <a:pt x="675090" y="469834"/>
                  </a:lnTo>
                  <a:lnTo>
                    <a:pt x="734383" y="462243"/>
                  </a:lnTo>
                  <a:lnTo>
                    <a:pt x="790682" y="451924"/>
                  </a:lnTo>
                  <a:lnTo>
                    <a:pt x="843575" y="439058"/>
                  </a:lnTo>
                  <a:lnTo>
                    <a:pt x="892649" y="423822"/>
                  </a:lnTo>
                  <a:lnTo>
                    <a:pt x="937493" y="406395"/>
                  </a:lnTo>
                  <a:lnTo>
                    <a:pt x="977695" y="386955"/>
                  </a:lnTo>
                  <a:lnTo>
                    <a:pt x="1012843" y="365682"/>
                  </a:lnTo>
                  <a:lnTo>
                    <a:pt x="1066326" y="318349"/>
                  </a:lnTo>
                  <a:lnTo>
                    <a:pt x="1094648" y="265824"/>
                  </a:lnTo>
                  <a:lnTo>
                    <a:pt x="1098342" y="238061"/>
                  </a:lnTo>
                  <a:lnTo>
                    <a:pt x="1094648" y="210298"/>
                  </a:lnTo>
                  <a:lnTo>
                    <a:pt x="1066326" y="157773"/>
                  </a:lnTo>
                  <a:lnTo>
                    <a:pt x="1012843" y="110439"/>
                  </a:lnTo>
                  <a:lnTo>
                    <a:pt x="977695" y="89166"/>
                  </a:lnTo>
                  <a:lnTo>
                    <a:pt x="937493" y="69726"/>
                  </a:lnTo>
                  <a:lnTo>
                    <a:pt x="892649" y="52299"/>
                  </a:lnTo>
                  <a:lnTo>
                    <a:pt x="843575" y="37063"/>
                  </a:lnTo>
                  <a:lnTo>
                    <a:pt x="790682" y="24196"/>
                  </a:lnTo>
                  <a:lnTo>
                    <a:pt x="734383" y="13878"/>
                  </a:lnTo>
                  <a:lnTo>
                    <a:pt x="675090" y="6287"/>
                  </a:lnTo>
                  <a:lnTo>
                    <a:pt x="613215" y="1601"/>
                  </a:lnTo>
                  <a:lnTo>
                    <a:pt x="54917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35887" y="1558230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489695" y="1635759"/>
            <a:ext cx="8451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ego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696635" y="1892190"/>
            <a:ext cx="913765" cy="303530"/>
            <a:chOff x="1696635" y="1892190"/>
            <a:chExt cx="913765" cy="303530"/>
          </a:xfrm>
        </p:grpSpPr>
        <p:sp>
          <p:nvSpPr>
            <p:cNvPr id="41" name="object 41"/>
            <p:cNvSpPr/>
            <p:nvPr/>
          </p:nvSpPr>
          <p:spPr>
            <a:xfrm>
              <a:off x="1701636" y="1981771"/>
              <a:ext cx="903605" cy="208915"/>
            </a:xfrm>
            <a:custGeom>
              <a:avLst/>
              <a:gdLst/>
              <a:ahLst/>
              <a:cxnLst/>
              <a:rect l="l" t="t" r="r" b="b"/>
              <a:pathLst>
                <a:path w="903605" h="208914">
                  <a:moveTo>
                    <a:pt x="0" y="0"/>
                  </a:moveTo>
                  <a:lnTo>
                    <a:pt x="903483" y="208766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82044" y="1897190"/>
              <a:ext cx="23495" cy="293370"/>
            </a:xfrm>
            <a:custGeom>
              <a:avLst/>
              <a:gdLst/>
              <a:ahLst/>
              <a:cxnLst/>
              <a:rect l="l" t="t" r="r" b="b"/>
              <a:pathLst>
                <a:path w="23494" h="293369">
                  <a:moveTo>
                    <a:pt x="11537" y="-5000"/>
                  </a:moveTo>
                  <a:lnTo>
                    <a:pt x="11537" y="298347"/>
                  </a:lnTo>
                </a:path>
              </a:pathLst>
            </a:custGeom>
            <a:ln w="33077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/>
          <p:nvPr/>
        </p:nvSpPr>
        <p:spPr>
          <a:xfrm>
            <a:off x="2605120" y="1964625"/>
            <a:ext cx="892175" cy="226060"/>
          </a:xfrm>
          <a:custGeom>
            <a:avLst/>
            <a:gdLst/>
            <a:ahLst/>
            <a:cxnLst/>
            <a:rect l="l" t="t" r="r" b="b"/>
            <a:pathLst>
              <a:path w="892175" h="226060">
                <a:moveTo>
                  <a:pt x="891614" y="0"/>
                </a:moveTo>
                <a:lnTo>
                  <a:pt x="0" y="225911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3497231" y="4426362"/>
            <a:ext cx="1108710" cy="486409"/>
            <a:chOff x="3497231" y="4426362"/>
            <a:chExt cx="1108710" cy="486409"/>
          </a:xfrm>
        </p:grpSpPr>
        <p:sp>
          <p:nvSpPr>
            <p:cNvPr id="45" name="object 45"/>
            <p:cNvSpPr/>
            <p:nvPr/>
          </p:nvSpPr>
          <p:spPr>
            <a:xfrm>
              <a:off x="3502311" y="4431442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0" y="0"/>
                  </a:moveTo>
                  <a:lnTo>
                    <a:pt x="485125" y="1601"/>
                  </a:lnTo>
                  <a:lnTo>
                    <a:pt x="423250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6" y="37062"/>
                  </a:lnTo>
                  <a:lnTo>
                    <a:pt x="205692" y="52298"/>
                  </a:lnTo>
                  <a:lnTo>
                    <a:pt x="160848" y="69725"/>
                  </a:lnTo>
                  <a:lnTo>
                    <a:pt x="120646" y="89165"/>
                  </a:lnTo>
                  <a:lnTo>
                    <a:pt x="85499" y="110438"/>
                  </a:lnTo>
                  <a:lnTo>
                    <a:pt x="32015" y="157771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5" y="318348"/>
                  </a:lnTo>
                  <a:lnTo>
                    <a:pt x="85499" y="365681"/>
                  </a:lnTo>
                  <a:lnTo>
                    <a:pt x="120646" y="386954"/>
                  </a:lnTo>
                  <a:lnTo>
                    <a:pt x="160848" y="406394"/>
                  </a:lnTo>
                  <a:lnTo>
                    <a:pt x="205692" y="423821"/>
                  </a:lnTo>
                  <a:lnTo>
                    <a:pt x="254766" y="439057"/>
                  </a:lnTo>
                  <a:lnTo>
                    <a:pt x="307659" y="451923"/>
                  </a:lnTo>
                  <a:lnTo>
                    <a:pt x="363958" y="462241"/>
                  </a:lnTo>
                  <a:lnTo>
                    <a:pt x="423250" y="469833"/>
                  </a:lnTo>
                  <a:lnTo>
                    <a:pt x="485125" y="474518"/>
                  </a:lnTo>
                  <a:lnTo>
                    <a:pt x="549170" y="476120"/>
                  </a:lnTo>
                  <a:lnTo>
                    <a:pt x="613216" y="474518"/>
                  </a:lnTo>
                  <a:lnTo>
                    <a:pt x="675091" y="469833"/>
                  </a:lnTo>
                  <a:lnTo>
                    <a:pt x="734384" y="462241"/>
                  </a:lnTo>
                  <a:lnTo>
                    <a:pt x="790683" y="451923"/>
                  </a:lnTo>
                  <a:lnTo>
                    <a:pt x="843575" y="439057"/>
                  </a:lnTo>
                  <a:lnTo>
                    <a:pt x="892650" y="423821"/>
                  </a:lnTo>
                  <a:lnTo>
                    <a:pt x="937494" y="406394"/>
                  </a:lnTo>
                  <a:lnTo>
                    <a:pt x="977696" y="386954"/>
                  </a:lnTo>
                  <a:lnTo>
                    <a:pt x="1012843" y="365681"/>
                  </a:lnTo>
                  <a:lnTo>
                    <a:pt x="1066327" y="318348"/>
                  </a:lnTo>
                  <a:lnTo>
                    <a:pt x="1094648" y="265823"/>
                  </a:lnTo>
                  <a:lnTo>
                    <a:pt x="1098342" y="238060"/>
                  </a:lnTo>
                  <a:lnTo>
                    <a:pt x="1094648" y="210297"/>
                  </a:lnTo>
                  <a:lnTo>
                    <a:pt x="1066327" y="157771"/>
                  </a:lnTo>
                  <a:lnTo>
                    <a:pt x="1012843" y="110438"/>
                  </a:lnTo>
                  <a:lnTo>
                    <a:pt x="977696" y="89165"/>
                  </a:lnTo>
                  <a:lnTo>
                    <a:pt x="937494" y="69725"/>
                  </a:lnTo>
                  <a:lnTo>
                    <a:pt x="892650" y="52298"/>
                  </a:lnTo>
                  <a:lnTo>
                    <a:pt x="843575" y="37062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1" y="6287"/>
                  </a:lnTo>
                  <a:lnTo>
                    <a:pt x="613216" y="1601"/>
                  </a:lnTo>
                  <a:lnTo>
                    <a:pt x="54917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02311" y="4431442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626117" y="4510023"/>
            <a:ext cx="9055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pla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tf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60233" y="4414255"/>
            <a:ext cx="1108710" cy="486409"/>
            <a:chOff x="560233" y="4414255"/>
            <a:chExt cx="1108710" cy="486409"/>
          </a:xfrm>
        </p:grpSpPr>
        <p:sp>
          <p:nvSpPr>
            <p:cNvPr id="49" name="object 49"/>
            <p:cNvSpPr/>
            <p:nvPr/>
          </p:nvSpPr>
          <p:spPr>
            <a:xfrm>
              <a:off x="565313" y="4419335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1" y="0"/>
                  </a:moveTo>
                  <a:lnTo>
                    <a:pt x="485126" y="1601"/>
                  </a:lnTo>
                  <a:lnTo>
                    <a:pt x="423251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7" y="37063"/>
                  </a:lnTo>
                  <a:lnTo>
                    <a:pt x="205692" y="52299"/>
                  </a:lnTo>
                  <a:lnTo>
                    <a:pt x="160848" y="69726"/>
                  </a:lnTo>
                  <a:lnTo>
                    <a:pt x="120646" y="89166"/>
                  </a:lnTo>
                  <a:lnTo>
                    <a:pt x="85499" y="110439"/>
                  </a:lnTo>
                  <a:lnTo>
                    <a:pt x="32015" y="157773"/>
                  </a:lnTo>
                  <a:lnTo>
                    <a:pt x="3694" y="210298"/>
                  </a:lnTo>
                  <a:lnTo>
                    <a:pt x="0" y="238061"/>
                  </a:lnTo>
                  <a:lnTo>
                    <a:pt x="3694" y="265824"/>
                  </a:lnTo>
                  <a:lnTo>
                    <a:pt x="32015" y="318349"/>
                  </a:lnTo>
                  <a:lnTo>
                    <a:pt x="85499" y="365682"/>
                  </a:lnTo>
                  <a:lnTo>
                    <a:pt x="120646" y="386955"/>
                  </a:lnTo>
                  <a:lnTo>
                    <a:pt x="160848" y="406395"/>
                  </a:lnTo>
                  <a:lnTo>
                    <a:pt x="205692" y="423822"/>
                  </a:lnTo>
                  <a:lnTo>
                    <a:pt x="254767" y="439058"/>
                  </a:lnTo>
                  <a:lnTo>
                    <a:pt x="307659" y="451924"/>
                  </a:lnTo>
                  <a:lnTo>
                    <a:pt x="363958" y="462243"/>
                  </a:lnTo>
                  <a:lnTo>
                    <a:pt x="423251" y="469834"/>
                  </a:lnTo>
                  <a:lnTo>
                    <a:pt x="485126" y="474520"/>
                  </a:lnTo>
                  <a:lnTo>
                    <a:pt x="549171" y="476121"/>
                  </a:lnTo>
                  <a:lnTo>
                    <a:pt x="613216" y="474520"/>
                  </a:lnTo>
                  <a:lnTo>
                    <a:pt x="675091" y="469834"/>
                  </a:lnTo>
                  <a:lnTo>
                    <a:pt x="734384" y="462243"/>
                  </a:lnTo>
                  <a:lnTo>
                    <a:pt x="790683" y="451924"/>
                  </a:lnTo>
                  <a:lnTo>
                    <a:pt x="843575" y="439058"/>
                  </a:lnTo>
                  <a:lnTo>
                    <a:pt x="892650" y="423822"/>
                  </a:lnTo>
                  <a:lnTo>
                    <a:pt x="937494" y="406395"/>
                  </a:lnTo>
                  <a:lnTo>
                    <a:pt x="977696" y="386955"/>
                  </a:lnTo>
                  <a:lnTo>
                    <a:pt x="1012843" y="365682"/>
                  </a:lnTo>
                  <a:lnTo>
                    <a:pt x="1066326" y="318349"/>
                  </a:lnTo>
                  <a:lnTo>
                    <a:pt x="1094648" y="265824"/>
                  </a:lnTo>
                  <a:lnTo>
                    <a:pt x="1098342" y="238061"/>
                  </a:lnTo>
                  <a:lnTo>
                    <a:pt x="1094648" y="210298"/>
                  </a:lnTo>
                  <a:lnTo>
                    <a:pt x="1066326" y="157773"/>
                  </a:lnTo>
                  <a:lnTo>
                    <a:pt x="1012843" y="110439"/>
                  </a:lnTo>
                  <a:lnTo>
                    <a:pt x="977696" y="89166"/>
                  </a:lnTo>
                  <a:lnTo>
                    <a:pt x="937494" y="69726"/>
                  </a:lnTo>
                  <a:lnTo>
                    <a:pt x="892650" y="52299"/>
                  </a:lnTo>
                  <a:lnTo>
                    <a:pt x="843575" y="37063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1" y="6287"/>
                  </a:lnTo>
                  <a:lnTo>
                    <a:pt x="613216" y="1601"/>
                  </a:lnTo>
                  <a:lnTo>
                    <a:pt x="54917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5313" y="4419335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19113" y="4497832"/>
            <a:ext cx="1043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age_g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oup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14485" y="4181071"/>
            <a:ext cx="327660" cy="238760"/>
          </a:xfrm>
          <a:custGeom>
            <a:avLst/>
            <a:gdLst/>
            <a:ahLst/>
            <a:cxnLst/>
            <a:rect l="l" t="t" r="r" b="b"/>
            <a:pathLst>
              <a:path w="327659" h="238760">
                <a:moveTo>
                  <a:pt x="0" y="238263"/>
                </a:moveTo>
                <a:lnTo>
                  <a:pt x="327524" y="0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777870" y="4181073"/>
            <a:ext cx="273685" cy="250825"/>
          </a:xfrm>
          <a:custGeom>
            <a:avLst/>
            <a:gdLst/>
            <a:ahLst/>
            <a:cxnLst/>
            <a:rect l="l" t="t" r="r" b="b"/>
            <a:pathLst>
              <a:path w="273685" h="250825">
                <a:moveTo>
                  <a:pt x="273613" y="250369"/>
                </a:moveTo>
                <a:lnTo>
                  <a:pt x="0" y="0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7506317" y="5736388"/>
            <a:ext cx="1993264" cy="734695"/>
            <a:chOff x="7506317" y="5736388"/>
            <a:chExt cx="1993264" cy="734695"/>
          </a:xfrm>
        </p:grpSpPr>
        <p:sp>
          <p:nvSpPr>
            <p:cNvPr id="55" name="object 55"/>
            <p:cNvSpPr/>
            <p:nvPr/>
          </p:nvSpPr>
          <p:spPr>
            <a:xfrm>
              <a:off x="7512984" y="5743055"/>
              <a:ext cx="1979930" cy="721360"/>
            </a:xfrm>
            <a:custGeom>
              <a:avLst/>
              <a:gdLst/>
              <a:ahLst/>
              <a:cxnLst/>
              <a:rect l="l" t="t" r="r" b="b"/>
              <a:pathLst>
                <a:path w="1979929" h="721360">
                  <a:moveTo>
                    <a:pt x="1859340" y="0"/>
                  </a:moveTo>
                  <a:lnTo>
                    <a:pt x="120145" y="0"/>
                  </a:lnTo>
                  <a:lnTo>
                    <a:pt x="73379" y="9441"/>
                  </a:lnTo>
                  <a:lnTo>
                    <a:pt x="35189" y="35190"/>
                  </a:lnTo>
                  <a:lnTo>
                    <a:pt x="9441" y="73380"/>
                  </a:lnTo>
                  <a:lnTo>
                    <a:pt x="0" y="120145"/>
                  </a:lnTo>
                  <a:lnTo>
                    <a:pt x="0" y="600722"/>
                  </a:lnTo>
                  <a:lnTo>
                    <a:pt x="9441" y="647486"/>
                  </a:lnTo>
                  <a:lnTo>
                    <a:pt x="35189" y="685676"/>
                  </a:lnTo>
                  <a:lnTo>
                    <a:pt x="73379" y="711424"/>
                  </a:lnTo>
                  <a:lnTo>
                    <a:pt x="120145" y="720865"/>
                  </a:lnTo>
                  <a:lnTo>
                    <a:pt x="1859340" y="720865"/>
                  </a:lnTo>
                  <a:lnTo>
                    <a:pt x="1906107" y="711424"/>
                  </a:lnTo>
                  <a:lnTo>
                    <a:pt x="1944296" y="685676"/>
                  </a:lnTo>
                  <a:lnTo>
                    <a:pt x="1970045" y="647486"/>
                  </a:lnTo>
                  <a:lnTo>
                    <a:pt x="1979486" y="600722"/>
                  </a:lnTo>
                  <a:lnTo>
                    <a:pt x="1979486" y="120145"/>
                  </a:lnTo>
                  <a:lnTo>
                    <a:pt x="1970045" y="73380"/>
                  </a:lnTo>
                  <a:lnTo>
                    <a:pt x="1944296" y="35190"/>
                  </a:lnTo>
                  <a:lnTo>
                    <a:pt x="1906107" y="9441"/>
                  </a:lnTo>
                  <a:lnTo>
                    <a:pt x="1859340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512984" y="5743055"/>
              <a:ext cx="1979930" cy="721360"/>
            </a:xfrm>
            <a:custGeom>
              <a:avLst/>
              <a:gdLst/>
              <a:ahLst/>
              <a:cxnLst/>
              <a:rect l="l" t="t" r="r" b="b"/>
              <a:pathLst>
                <a:path w="1979929" h="721360">
                  <a:moveTo>
                    <a:pt x="0" y="120146"/>
                  </a:moveTo>
                  <a:lnTo>
                    <a:pt x="9441" y="73379"/>
                  </a:lnTo>
                  <a:lnTo>
                    <a:pt x="35189" y="35189"/>
                  </a:lnTo>
                  <a:lnTo>
                    <a:pt x="73379" y="9441"/>
                  </a:lnTo>
                  <a:lnTo>
                    <a:pt x="120146" y="0"/>
                  </a:lnTo>
                  <a:lnTo>
                    <a:pt x="329914" y="0"/>
                  </a:lnTo>
                  <a:lnTo>
                    <a:pt x="824786" y="0"/>
                  </a:lnTo>
                  <a:lnTo>
                    <a:pt x="1859340" y="0"/>
                  </a:lnTo>
                  <a:lnTo>
                    <a:pt x="1906107" y="9441"/>
                  </a:lnTo>
                  <a:lnTo>
                    <a:pt x="1944297" y="35189"/>
                  </a:lnTo>
                  <a:lnTo>
                    <a:pt x="1970045" y="73379"/>
                  </a:lnTo>
                  <a:lnTo>
                    <a:pt x="1979487" y="120146"/>
                  </a:lnTo>
                  <a:lnTo>
                    <a:pt x="1979487" y="420504"/>
                  </a:lnTo>
                  <a:lnTo>
                    <a:pt x="1979487" y="600721"/>
                  </a:lnTo>
                  <a:lnTo>
                    <a:pt x="1970045" y="647486"/>
                  </a:lnTo>
                  <a:lnTo>
                    <a:pt x="1944297" y="685675"/>
                  </a:lnTo>
                  <a:lnTo>
                    <a:pt x="1906107" y="711424"/>
                  </a:lnTo>
                  <a:lnTo>
                    <a:pt x="1859340" y="720865"/>
                  </a:lnTo>
                  <a:lnTo>
                    <a:pt x="824786" y="720865"/>
                  </a:lnTo>
                  <a:lnTo>
                    <a:pt x="329914" y="720865"/>
                  </a:lnTo>
                  <a:lnTo>
                    <a:pt x="120146" y="720865"/>
                  </a:lnTo>
                  <a:lnTo>
                    <a:pt x="73379" y="711424"/>
                  </a:lnTo>
                  <a:lnTo>
                    <a:pt x="35189" y="685675"/>
                  </a:lnTo>
                  <a:lnTo>
                    <a:pt x="9441" y="647486"/>
                  </a:lnTo>
                  <a:lnTo>
                    <a:pt x="0" y="600719"/>
                  </a:lnTo>
                  <a:lnTo>
                    <a:pt x="0" y="427343"/>
                  </a:lnTo>
                  <a:lnTo>
                    <a:pt x="0" y="420504"/>
                  </a:lnTo>
                  <a:lnTo>
                    <a:pt x="0" y="120146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776605" y="5928359"/>
            <a:ext cx="14693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" dirty="0">
                <a:solidFill>
                  <a:srgbClr val="FFFFFF"/>
                </a:solidFill>
                <a:latin typeface="Verdana"/>
                <a:cs typeface="Verdana"/>
              </a:rPr>
              <a:t>Push</a:t>
            </a:r>
            <a:r>
              <a:rPr sz="21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FFFFFF"/>
                </a:solidFill>
                <a:latin typeface="Verdana"/>
                <a:cs typeface="Verdana"/>
              </a:rPr>
              <a:t>down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17915" y="5899375"/>
            <a:ext cx="1550035" cy="397510"/>
            <a:chOff x="4817915" y="5899375"/>
            <a:chExt cx="1550035" cy="397510"/>
          </a:xfrm>
        </p:grpSpPr>
        <p:sp>
          <p:nvSpPr>
            <p:cNvPr id="3" name="object 3"/>
            <p:cNvSpPr/>
            <p:nvPr/>
          </p:nvSpPr>
          <p:spPr>
            <a:xfrm>
              <a:off x="4824582" y="5906043"/>
              <a:ext cx="1536700" cy="384175"/>
            </a:xfrm>
            <a:custGeom>
              <a:avLst/>
              <a:gdLst/>
              <a:ahLst/>
              <a:cxnLst/>
              <a:rect l="l" t="t" r="r" b="b"/>
              <a:pathLst>
                <a:path w="1536700" h="384175">
                  <a:moveTo>
                    <a:pt x="1472182" y="0"/>
                  </a:moveTo>
                  <a:lnTo>
                    <a:pt x="64010" y="0"/>
                  </a:lnTo>
                  <a:lnTo>
                    <a:pt x="39094" y="5030"/>
                  </a:lnTo>
                  <a:lnTo>
                    <a:pt x="18748" y="18748"/>
                  </a:lnTo>
                  <a:lnTo>
                    <a:pt x="5030" y="39094"/>
                  </a:lnTo>
                  <a:lnTo>
                    <a:pt x="0" y="64010"/>
                  </a:lnTo>
                  <a:lnTo>
                    <a:pt x="0" y="320038"/>
                  </a:lnTo>
                  <a:lnTo>
                    <a:pt x="5030" y="344954"/>
                  </a:lnTo>
                  <a:lnTo>
                    <a:pt x="18748" y="365300"/>
                  </a:lnTo>
                  <a:lnTo>
                    <a:pt x="39094" y="379017"/>
                  </a:lnTo>
                  <a:lnTo>
                    <a:pt x="64010" y="384047"/>
                  </a:lnTo>
                  <a:lnTo>
                    <a:pt x="1472182" y="384047"/>
                  </a:lnTo>
                  <a:lnTo>
                    <a:pt x="1497098" y="379017"/>
                  </a:lnTo>
                  <a:lnTo>
                    <a:pt x="1517444" y="365300"/>
                  </a:lnTo>
                  <a:lnTo>
                    <a:pt x="1531161" y="344954"/>
                  </a:lnTo>
                  <a:lnTo>
                    <a:pt x="1536192" y="320038"/>
                  </a:lnTo>
                  <a:lnTo>
                    <a:pt x="1536192" y="64010"/>
                  </a:lnTo>
                  <a:lnTo>
                    <a:pt x="1531161" y="39094"/>
                  </a:lnTo>
                  <a:lnTo>
                    <a:pt x="1517444" y="18748"/>
                  </a:lnTo>
                  <a:lnTo>
                    <a:pt x="1497098" y="5030"/>
                  </a:lnTo>
                  <a:lnTo>
                    <a:pt x="1472182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24582" y="5906043"/>
              <a:ext cx="1536700" cy="384175"/>
            </a:xfrm>
            <a:custGeom>
              <a:avLst/>
              <a:gdLst/>
              <a:ahLst/>
              <a:cxnLst/>
              <a:rect l="l" t="t" r="r" b="b"/>
              <a:pathLst>
                <a:path w="1536700" h="384175">
                  <a:moveTo>
                    <a:pt x="0" y="64009"/>
                  </a:moveTo>
                  <a:lnTo>
                    <a:pt x="5030" y="39094"/>
                  </a:lnTo>
                  <a:lnTo>
                    <a:pt x="18748" y="18748"/>
                  </a:lnTo>
                  <a:lnTo>
                    <a:pt x="39094" y="5030"/>
                  </a:lnTo>
                  <a:lnTo>
                    <a:pt x="64009" y="0"/>
                  </a:lnTo>
                  <a:lnTo>
                    <a:pt x="1472181" y="0"/>
                  </a:lnTo>
                  <a:lnTo>
                    <a:pt x="1497097" y="5030"/>
                  </a:lnTo>
                  <a:lnTo>
                    <a:pt x="1517443" y="18748"/>
                  </a:lnTo>
                  <a:lnTo>
                    <a:pt x="1531161" y="39094"/>
                  </a:lnTo>
                  <a:lnTo>
                    <a:pt x="1536191" y="64009"/>
                  </a:lnTo>
                  <a:lnTo>
                    <a:pt x="1536191" y="320038"/>
                  </a:lnTo>
                  <a:lnTo>
                    <a:pt x="1531161" y="344953"/>
                  </a:lnTo>
                  <a:lnTo>
                    <a:pt x="1517443" y="365299"/>
                  </a:lnTo>
                  <a:lnTo>
                    <a:pt x="1497097" y="379017"/>
                  </a:lnTo>
                  <a:lnTo>
                    <a:pt x="1472181" y="384047"/>
                  </a:lnTo>
                  <a:lnTo>
                    <a:pt x="64009" y="384047"/>
                  </a:lnTo>
                  <a:lnTo>
                    <a:pt x="39094" y="379017"/>
                  </a:lnTo>
                  <a:lnTo>
                    <a:pt x="18748" y="365299"/>
                  </a:lnTo>
                  <a:lnTo>
                    <a:pt x="5030" y="344953"/>
                  </a:lnTo>
                  <a:lnTo>
                    <a:pt x="0" y="320038"/>
                  </a:lnTo>
                  <a:lnTo>
                    <a:pt x="0" y="64009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439103" y="5899375"/>
            <a:ext cx="1383030" cy="397510"/>
            <a:chOff x="6439103" y="5899375"/>
            <a:chExt cx="1383030" cy="397510"/>
          </a:xfrm>
        </p:grpSpPr>
        <p:sp>
          <p:nvSpPr>
            <p:cNvPr id="6" name="object 6"/>
            <p:cNvSpPr/>
            <p:nvPr/>
          </p:nvSpPr>
          <p:spPr>
            <a:xfrm>
              <a:off x="6445770" y="5906043"/>
              <a:ext cx="1369695" cy="384175"/>
            </a:xfrm>
            <a:custGeom>
              <a:avLst/>
              <a:gdLst/>
              <a:ahLst/>
              <a:cxnLst/>
              <a:rect l="l" t="t" r="r" b="b"/>
              <a:pathLst>
                <a:path w="1369695" h="384175">
                  <a:moveTo>
                    <a:pt x="1305341" y="0"/>
                  </a:moveTo>
                  <a:lnTo>
                    <a:pt x="64009" y="0"/>
                  </a:lnTo>
                  <a:lnTo>
                    <a:pt x="39093" y="5030"/>
                  </a:lnTo>
                  <a:lnTo>
                    <a:pt x="18747" y="18748"/>
                  </a:lnTo>
                  <a:lnTo>
                    <a:pt x="5030" y="39094"/>
                  </a:lnTo>
                  <a:lnTo>
                    <a:pt x="0" y="64010"/>
                  </a:lnTo>
                  <a:lnTo>
                    <a:pt x="0" y="320038"/>
                  </a:lnTo>
                  <a:lnTo>
                    <a:pt x="5030" y="344954"/>
                  </a:lnTo>
                  <a:lnTo>
                    <a:pt x="18747" y="365300"/>
                  </a:lnTo>
                  <a:lnTo>
                    <a:pt x="39093" y="379017"/>
                  </a:lnTo>
                  <a:lnTo>
                    <a:pt x="64009" y="384047"/>
                  </a:lnTo>
                  <a:lnTo>
                    <a:pt x="1305341" y="384047"/>
                  </a:lnTo>
                  <a:lnTo>
                    <a:pt x="1330257" y="379017"/>
                  </a:lnTo>
                  <a:lnTo>
                    <a:pt x="1350603" y="365300"/>
                  </a:lnTo>
                  <a:lnTo>
                    <a:pt x="1364320" y="344954"/>
                  </a:lnTo>
                  <a:lnTo>
                    <a:pt x="1369350" y="320038"/>
                  </a:lnTo>
                  <a:lnTo>
                    <a:pt x="1369350" y="64010"/>
                  </a:lnTo>
                  <a:lnTo>
                    <a:pt x="1364320" y="39094"/>
                  </a:lnTo>
                  <a:lnTo>
                    <a:pt x="1350603" y="18748"/>
                  </a:lnTo>
                  <a:lnTo>
                    <a:pt x="1330257" y="5030"/>
                  </a:lnTo>
                  <a:lnTo>
                    <a:pt x="1305341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45770" y="5906043"/>
              <a:ext cx="1369695" cy="384175"/>
            </a:xfrm>
            <a:custGeom>
              <a:avLst/>
              <a:gdLst/>
              <a:ahLst/>
              <a:cxnLst/>
              <a:rect l="l" t="t" r="r" b="b"/>
              <a:pathLst>
                <a:path w="1369695" h="384175">
                  <a:moveTo>
                    <a:pt x="0" y="64009"/>
                  </a:moveTo>
                  <a:lnTo>
                    <a:pt x="5030" y="39094"/>
                  </a:lnTo>
                  <a:lnTo>
                    <a:pt x="18747" y="18747"/>
                  </a:lnTo>
                  <a:lnTo>
                    <a:pt x="39094" y="5030"/>
                  </a:lnTo>
                  <a:lnTo>
                    <a:pt x="64009" y="0"/>
                  </a:lnTo>
                  <a:lnTo>
                    <a:pt x="1305342" y="0"/>
                  </a:lnTo>
                  <a:lnTo>
                    <a:pt x="1330257" y="5030"/>
                  </a:lnTo>
                  <a:lnTo>
                    <a:pt x="1350603" y="18747"/>
                  </a:lnTo>
                  <a:lnTo>
                    <a:pt x="1364320" y="39094"/>
                  </a:lnTo>
                  <a:lnTo>
                    <a:pt x="1369351" y="64009"/>
                  </a:lnTo>
                  <a:lnTo>
                    <a:pt x="1369351" y="320038"/>
                  </a:lnTo>
                  <a:lnTo>
                    <a:pt x="1364320" y="344953"/>
                  </a:lnTo>
                  <a:lnTo>
                    <a:pt x="1350603" y="365300"/>
                  </a:lnTo>
                  <a:lnTo>
                    <a:pt x="1330257" y="379017"/>
                  </a:lnTo>
                  <a:lnTo>
                    <a:pt x="1305342" y="384047"/>
                  </a:lnTo>
                  <a:lnTo>
                    <a:pt x="64009" y="384047"/>
                  </a:lnTo>
                  <a:lnTo>
                    <a:pt x="39094" y="379017"/>
                  </a:lnTo>
                  <a:lnTo>
                    <a:pt x="18747" y="365300"/>
                  </a:lnTo>
                  <a:lnTo>
                    <a:pt x="5030" y="344953"/>
                  </a:lnTo>
                  <a:lnTo>
                    <a:pt x="0" y="320038"/>
                  </a:lnTo>
                  <a:lnTo>
                    <a:pt x="0" y="64009"/>
                  </a:lnTo>
                  <a:close/>
                </a:path>
              </a:pathLst>
            </a:custGeom>
            <a:ln w="13334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Subclass</a:t>
            </a:r>
            <a:r>
              <a:rPr spc="-245" dirty="0"/>
              <a:t> </a:t>
            </a:r>
            <a:r>
              <a:rPr spc="-95" dirty="0"/>
              <a:t>(Option</a:t>
            </a:r>
            <a:r>
              <a:rPr spc="-240" dirty="0"/>
              <a:t> </a:t>
            </a:r>
            <a:r>
              <a:rPr spc="-50" dirty="0"/>
              <a:t>3)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61906" y="1136903"/>
            <a:ext cx="4349115" cy="1330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8100"/>
              </a:lnSpc>
              <a:spcBef>
                <a:spcPts val="100"/>
              </a:spcBef>
            </a:pP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Keep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generalization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 set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No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table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for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specialization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2100">
              <a:latin typeface="Verdana"/>
              <a:cs typeface="Verdana"/>
            </a:endParaRPr>
          </a:p>
          <a:p>
            <a:pPr marL="1101090">
              <a:lnSpc>
                <a:spcPts val="2305"/>
              </a:lnSpc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61906" y="2868167"/>
            <a:ext cx="4688205" cy="922019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101090" marR="5080" indent="-1089025">
              <a:lnSpc>
                <a:spcPts val="2230"/>
              </a:lnSpc>
              <a:spcBef>
                <a:spcPts val="415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Drawback: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NULL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attributes from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specialization</a:t>
            </a:r>
            <a:endParaRPr sz="2100">
              <a:latin typeface="Verdana"/>
              <a:cs typeface="Verdana"/>
            </a:endParaRPr>
          </a:p>
          <a:p>
            <a:pPr marL="1101090">
              <a:lnSpc>
                <a:spcPts val="2280"/>
              </a:lnSpc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-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1906" y="4191000"/>
            <a:ext cx="4501515" cy="63817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1115" marR="5080" indent="-19050">
              <a:lnSpc>
                <a:spcPts val="2300"/>
              </a:lnSpc>
              <a:spcBef>
                <a:spcPts val="360"/>
              </a:spcBef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Although less duplication of data,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need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handle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NULL 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value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2633" y="2190537"/>
            <a:ext cx="1265555" cy="4800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595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1979" y="3701012"/>
            <a:ext cx="1680210" cy="4800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605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edu_product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45384" y="3701012"/>
            <a:ext cx="1265555" cy="480059"/>
          </a:xfrm>
          <a:prstGeom prst="rect">
            <a:avLst/>
          </a:prstGeom>
          <a:solidFill>
            <a:srgbClr val="E1FAFF"/>
          </a:solidFill>
          <a:ln w="10001">
            <a:solidFill>
              <a:srgbClr val="3B3B4B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605"/>
              </a:spcBef>
            </a:pPr>
            <a:r>
              <a:rPr sz="1900" spc="-10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62416" y="2950450"/>
            <a:ext cx="957580" cy="589915"/>
            <a:chOff x="962416" y="2950450"/>
            <a:chExt cx="957580" cy="589915"/>
          </a:xfrm>
        </p:grpSpPr>
        <p:sp>
          <p:nvSpPr>
            <p:cNvPr id="16" name="object 16"/>
            <p:cNvSpPr/>
            <p:nvPr/>
          </p:nvSpPr>
          <p:spPr>
            <a:xfrm>
              <a:off x="969083" y="2957117"/>
              <a:ext cx="944244" cy="576580"/>
            </a:xfrm>
            <a:custGeom>
              <a:avLst/>
              <a:gdLst/>
              <a:ahLst/>
              <a:cxnLst/>
              <a:rect l="l" t="t" r="r" b="b"/>
              <a:pathLst>
                <a:path w="944244" h="576579">
                  <a:moveTo>
                    <a:pt x="943778" y="0"/>
                  </a:moveTo>
                  <a:lnTo>
                    <a:pt x="0" y="0"/>
                  </a:lnTo>
                  <a:lnTo>
                    <a:pt x="471889" y="576071"/>
                  </a:lnTo>
                  <a:lnTo>
                    <a:pt x="943778" y="0"/>
                  </a:lnTo>
                  <a:close/>
                </a:path>
              </a:pathLst>
            </a:custGeom>
            <a:solidFill>
              <a:srgbClr val="FFD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69083" y="2957117"/>
              <a:ext cx="944244" cy="576580"/>
            </a:xfrm>
            <a:custGeom>
              <a:avLst/>
              <a:gdLst/>
              <a:ahLst/>
              <a:cxnLst/>
              <a:rect l="l" t="t" r="r" b="b"/>
              <a:pathLst>
                <a:path w="944244" h="576579">
                  <a:moveTo>
                    <a:pt x="943777" y="0"/>
                  </a:moveTo>
                  <a:lnTo>
                    <a:pt x="471888" y="576071"/>
                  </a:lnTo>
                  <a:lnTo>
                    <a:pt x="0" y="0"/>
                  </a:lnTo>
                  <a:lnTo>
                    <a:pt x="943777" y="0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12643" y="2988055"/>
            <a:ext cx="4000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07285" y="2950450"/>
            <a:ext cx="957580" cy="589915"/>
            <a:chOff x="3307285" y="2950450"/>
            <a:chExt cx="957580" cy="589915"/>
          </a:xfrm>
        </p:grpSpPr>
        <p:sp>
          <p:nvSpPr>
            <p:cNvPr id="20" name="object 20"/>
            <p:cNvSpPr/>
            <p:nvPr/>
          </p:nvSpPr>
          <p:spPr>
            <a:xfrm>
              <a:off x="3313952" y="2957117"/>
              <a:ext cx="944244" cy="576580"/>
            </a:xfrm>
            <a:custGeom>
              <a:avLst/>
              <a:gdLst/>
              <a:ahLst/>
              <a:cxnLst/>
              <a:rect l="l" t="t" r="r" b="b"/>
              <a:pathLst>
                <a:path w="944245" h="576579">
                  <a:moveTo>
                    <a:pt x="943778" y="0"/>
                  </a:moveTo>
                  <a:lnTo>
                    <a:pt x="0" y="0"/>
                  </a:lnTo>
                  <a:lnTo>
                    <a:pt x="471890" y="576071"/>
                  </a:lnTo>
                  <a:lnTo>
                    <a:pt x="943778" y="0"/>
                  </a:lnTo>
                  <a:close/>
                </a:path>
              </a:pathLst>
            </a:custGeom>
            <a:solidFill>
              <a:srgbClr val="FFD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13953" y="2957117"/>
              <a:ext cx="944244" cy="576580"/>
            </a:xfrm>
            <a:custGeom>
              <a:avLst/>
              <a:gdLst/>
              <a:ahLst/>
              <a:cxnLst/>
              <a:rect l="l" t="t" r="r" b="b"/>
              <a:pathLst>
                <a:path w="944245" h="576579">
                  <a:moveTo>
                    <a:pt x="943777" y="0"/>
                  </a:moveTo>
                  <a:lnTo>
                    <a:pt x="471888" y="576071"/>
                  </a:lnTo>
                  <a:lnTo>
                    <a:pt x="0" y="0"/>
                  </a:lnTo>
                  <a:lnTo>
                    <a:pt x="943777" y="0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95163" y="2988055"/>
            <a:ext cx="4000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35970" y="2665597"/>
            <a:ext cx="2355215" cy="1040765"/>
            <a:chOff x="1435970" y="2665597"/>
            <a:chExt cx="2355215" cy="1040765"/>
          </a:xfrm>
        </p:grpSpPr>
        <p:sp>
          <p:nvSpPr>
            <p:cNvPr id="24" name="object 24"/>
            <p:cNvSpPr/>
            <p:nvPr/>
          </p:nvSpPr>
          <p:spPr>
            <a:xfrm>
              <a:off x="1440972" y="2670597"/>
              <a:ext cx="1164590" cy="287020"/>
            </a:xfrm>
            <a:custGeom>
              <a:avLst/>
              <a:gdLst/>
              <a:ahLst/>
              <a:cxnLst/>
              <a:rect l="l" t="t" r="r" b="b"/>
              <a:pathLst>
                <a:path w="1164589" h="287019">
                  <a:moveTo>
                    <a:pt x="0" y="286519"/>
                  </a:moveTo>
                  <a:lnTo>
                    <a:pt x="1164148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05120" y="2670597"/>
              <a:ext cx="1181100" cy="287020"/>
            </a:xfrm>
            <a:custGeom>
              <a:avLst/>
              <a:gdLst/>
              <a:ahLst/>
              <a:cxnLst/>
              <a:rect l="l" t="t" r="r" b="b"/>
              <a:pathLst>
                <a:path w="1181100" h="287019">
                  <a:moveTo>
                    <a:pt x="1180720" y="286519"/>
                  </a:moveTo>
                  <a:lnTo>
                    <a:pt x="0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40971" y="3533188"/>
              <a:ext cx="1270" cy="168275"/>
            </a:xfrm>
            <a:custGeom>
              <a:avLst/>
              <a:gdLst/>
              <a:ahLst/>
              <a:cxnLst/>
              <a:rect l="l" t="t" r="r" b="b"/>
              <a:pathLst>
                <a:path w="1269" h="168275">
                  <a:moveTo>
                    <a:pt x="1038" y="167823"/>
                  </a:moveTo>
                  <a:lnTo>
                    <a:pt x="0" y="0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77871" y="3533188"/>
              <a:ext cx="8255" cy="168275"/>
            </a:xfrm>
            <a:custGeom>
              <a:avLst/>
              <a:gdLst/>
              <a:ahLst/>
              <a:cxnLst/>
              <a:rect l="l" t="t" r="r" b="b"/>
              <a:pathLst>
                <a:path w="8254" h="168275">
                  <a:moveTo>
                    <a:pt x="3985" y="-5000"/>
                  </a:moveTo>
                  <a:lnTo>
                    <a:pt x="3985" y="172824"/>
                  </a:lnTo>
                </a:path>
              </a:pathLst>
            </a:custGeom>
            <a:ln w="1797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2027792" y="1415989"/>
            <a:ext cx="1108710" cy="486409"/>
            <a:chOff x="2027792" y="1415989"/>
            <a:chExt cx="1108710" cy="486409"/>
          </a:xfrm>
        </p:grpSpPr>
        <p:sp>
          <p:nvSpPr>
            <p:cNvPr id="29" name="object 29"/>
            <p:cNvSpPr/>
            <p:nvPr/>
          </p:nvSpPr>
          <p:spPr>
            <a:xfrm>
              <a:off x="2032872" y="1421069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2" y="0"/>
                  </a:moveTo>
                  <a:lnTo>
                    <a:pt x="485127" y="1601"/>
                  </a:lnTo>
                  <a:lnTo>
                    <a:pt x="423252" y="6287"/>
                  </a:lnTo>
                  <a:lnTo>
                    <a:pt x="363959" y="13878"/>
                  </a:lnTo>
                  <a:lnTo>
                    <a:pt x="307660" y="24196"/>
                  </a:lnTo>
                  <a:lnTo>
                    <a:pt x="254767" y="37063"/>
                  </a:lnTo>
                  <a:lnTo>
                    <a:pt x="205693" y="52299"/>
                  </a:lnTo>
                  <a:lnTo>
                    <a:pt x="160848" y="69726"/>
                  </a:lnTo>
                  <a:lnTo>
                    <a:pt x="120647" y="89165"/>
                  </a:lnTo>
                  <a:lnTo>
                    <a:pt x="85499" y="110439"/>
                  </a:lnTo>
                  <a:lnTo>
                    <a:pt x="32016" y="157772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6" y="318348"/>
                  </a:lnTo>
                  <a:lnTo>
                    <a:pt x="85499" y="365682"/>
                  </a:lnTo>
                  <a:lnTo>
                    <a:pt x="120647" y="386955"/>
                  </a:lnTo>
                  <a:lnTo>
                    <a:pt x="160848" y="406395"/>
                  </a:lnTo>
                  <a:lnTo>
                    <a:pt x="205693" y="423822"/>
                  </a:lnTo>
                  <a:lnTo>
                    <a:pt x="254767" y="439058"/>
                  </a:lnTo>
                  <a:lnTo>
                    <a:pt x="307660" y="451924"/>
                  </a:lnTo>
                  <a:lnTo>
                    <a:pt x="363959" y="462243"/>
                  </a:lnTo>
                  <a:lnTo>
                    <a:pt x="423252" y="469834"/>
                  </a:lnTo>
                  <a:lnTo>
                    <a:pt x="485127" y="474520"/>
                  </a:lnTo>
                  <a:lnTo>
                    <a:pt x="549172" y="476121"/>
                  </a:lnTo>
                  <a:lnTo>
                    <a:pt x="613217" y="474520"/>
                  </a:lnTo>
                  <a:lnTo>
                    <a:pt x="675092" y="469834"/>
                  </a:lnTo>
                  <a:lnTo>
                    <a:pt x="734384" y="462243"/>
                  </a:lnTo>
                  <a:lnTo>
                    <a:pt x="790683" y="451924"/>
                  </a:lnTo>
                  <a:lnTo>
                    <a:pt x="843576" y="439058"/>
                  </a:lnTo>
                  <a:lnTo>
                    <a:pt x="892650" y="423822"/>
                  </a:lnTo>
                  <a:lnTo>
                    <a:pt x="937494" y="406395"/>
                  </a:lnTo>
                  <a:lnTo>
                    <a:pt x="977696" y="386955"/>
                  </a:lnTo>
                  <a:lnTo>
                    <a:pt x="1012843" y="365682"/>
                  </a:lnTo>
                  <a:lnTo>
                    <a:pt x="1066327" y="318348"/>
                  </a:lnTo>
                  <a:lnTo>
                    <a:pt x="1094648" y="265823"/>
                  </a:lnTo>
                  <a:lnTo>
                    <a:pt x="1098342" y="238060"/>
                  </a:lnTo>
                  <a:lnTo>
                    <a:pt x="1094648" y="210297"/>
                  </a:lnTo>
                  <a:lnTo>
                    <a:pt x="1066327" y="157772"/>
                  </a:lnTo>
                  <a:lnTo>
                    <a:pt x="1012843" y="110439"/>
                  </a:lnTo>
                  <a:lnTo>
                    <a:pt x="977696" y="89165"/>
                  </a:lnTo>
                  <a:lnTo>
                    <a:pt x="937494" y="69726"/>
                  </a:lnTo>
                  <a:lnTo>
                    <a:pt x="892650" y="52299"/>
                  </a:lnTo>
                  <a:lnTo>
                    <a:pt x="843576" y="37063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2" y="6287"/>
                  </a:lnTo>
                  <a:lnTo>
                    <a:pt x="613217" y="1601"/>
                  </a:lnTo>
                  <a:lnTo>
                    <a:pt x="549172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32872" y="1421069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338481" y="1504696"/>
            <a:ext cx="4889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59062" y="1570296"/>
            <a:ext cx="1108710" cy="486409"/>
            <a:chOff x="759062" y="1570296"/>
            <a:chExt cx="1108710" cy="486409"/>
          </a:xfrm>
        </p:grpSpPr>
        <p:sp>
          <p:nvSpPr>
            <p:cNvPr id="33" name="object 33"/>
            <p:cNvSpPr/>
            <p:nvPr/>
          </p:nvSpPr>
          <p:spPr>
            <a:xfrm>
              <a:off x="764142" y="1575376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1" y="0"/>
                  </a:moveTo>
                  <a:lnTo>
                    <a:pt x="485126" y="1601"/>
                  </a:lnTo>
                  <a:lnTo>
                    <a:pt x="423251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7" y="37062"/>
                  </a:lnTo>
                  <a:lnTo>
                    <a:pt x="205692" y="52298"/>
                  </a:lnTo>
                  <a:lnTo>
                    <a:pt x="160848" y="69725"/>
                  </a:lnTo>
                  <a:lnTo>
                    <a:pt x="120646" y="89165"/>
                  </a:lnTo>
                  <a:lnTo>
                    <a:pt x="85499" y="110438"/>
                  </a:lnTo>
                  <a:lnTo>
                    <a:pt x="32015" y="157771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5" y="318348"/>
                  </a:lnTo>
                  <a:lnTo>
                    <a:pt x="85499" y="365681"/>
                  </a:lnTo>
                  <a:lnTo>
                    <a:pt x="120646" y="386954"/>
                  </a:lnTo>
                  <a:lnTo>
                    <a:pt x="160848" y="406394"/>
                  </a:lnTo>
                  <a:lnTo>
                    <a:pt x="205692" y="423821"/>
                  </a:lnTo>
                  <a:lnTo>
                    <a:pt x="254767" y="439057"/>
                  </a:lnTo>
                  <a:lnTo>
                    <a:pt x="307659" y="451923"/>
                  </a:lnTo>
                  <a:lnTo>
                    <a:pt x="363958" y="462241"/>
                  </a:lnTo>
                  <a:lnTo>
                    <a:pt x="423251" y="469833"/>
                  </a:lnTo>
                  <a:lnTo>
                    <a:pt x="485126" y="474518"/>
                  </a:lnTo>
                  <a:lnTo>
                    <a:pt x="549171" y="476120"/>
                  </a:lnTo>
                  <a:lnTo>
                    <a:pt x="613216" y="474518"/>
                  </a:lnTo>
                  <a:lnTo>
                    <a:pt x="675091" y="469833"/>
                  </a:lnTo>
                  <a:lnTo>
                    <a:pt x="734384" y="462241"/>
                  </a:lnTo>
                  <a:lnTo>
                    <a:pt x="790683" y="451923"/>
                  </a:lnTo>
                  <a:lnTo>
                    <a:pt x="843575" y="439057"/>
                  </a:lnTo>
                  <a:lnTo>
                    <a:pt x="892650" y="423821"/>
                  </a:lnTo>
                  <a:lnTo>
                    <a:pt x="937494" y="406394"/>
                  </a:lnTo>
                  <a:lnTo>
                    <a:pt x="977696" y="386954"/>
                  </a:lnTo>
                  <a:lnTo>
                    <a:pt x="1012843" y="365681"/>
                  </a:lnTo>
                  <a:lnTo>
                    <a:pt x="1066327" y="318348"/>
                  </a:lnTo>
                  <a:lnTo>
                    <a:pt x="1094648" y="265823"/>
                  </a:lnTo>
                  <a:lnTo>
                    <a:pt x="1098343" y="238060"/>
                  </a:lnTo>
                  <a:lnTo>
                    <a:pt x="1094648" y="210297"/>
                  </a:lnTo>
                  <a:lnTo>
                    <a:pt x="1066327" y="157771"/>
                  </a:lnTo>
                  <a:lnTo>
                    <a:pt x="1012843" y="110438"/>
                  </a:lnTo>
                  <a:lnTo>
                    <a:pt x="977696" y="89165"/>
                  </a:lnTo>
                  <a:lnTo>
                    <a:pt x="937494" y="69725"/>
                  </a:lnTo>
                  <a:lnTo>
                    <a:pt x="892650" y="52298"/>
                  </a:lnTo>
                  <a:lnTo>
                    <a:pt x="843575" y="37062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1" y="6287"/>
                  </a:lnTo>
                  <a:lnTo>
                    <a:pt x="613216" y="1601"/>
                  </a:lnTo>
                  <a:lnTo>
                    <a:pt x="54917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4142" y="1575376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33912" y="1660144"/>
            <a:ext cx="560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330886" y="1553229"/>
            <a:ext cx="1108710" cy="486409"/>
            <a:chOff x="3330886" y="1553229"/>
            <a:chExt cx="1108710" cy="486409"/>
          </a:xfrm>
        </p:grpSpPr>
        <p:sp>
          <p:nvSpPr>
            <p:cNvPr id="37" name="object 37"/>
            <p:cNvSpPr/>
            <p:nvPr/>
          </p:nvSpPr>
          <p:spPr>
            <a:xfrm>
              <a:off x="3335887" y="1558230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0" y="0"/>
                  </a:moveTo>
                  <a:lnTo>
                    <a:pt x="485125" y="1601"/>
                  </a:lnTo>
                  <a:lnTo>
                    <a:pt x="423250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6" y="37063"/>
                  </a:lnTo>
                  <a:lnTo>
                    <a:pt x="205692" y="52299"/>
                  </a:lnTo>
                  <a:lnTo>
                    <a:pt x="160848" y="69726"/>
                  </a:lnTo>
                  <a:lnTo>
                    <a:pt x="120646" y="89166"/>
                  </a:lnTo>
                  <a:lnTo>
                    <a:pt x="85499" y="110439"/>
                  </a:lnTo>
                  <a:lnTo>
                    <a:pt x="32015" y="157773"/>
                  </a:lnTo>
                  <a:lnTo>
                    <a:pt x="3694" y="210298"/>
                  </a:lnTo>
                  <a:lnTo>
                    <a:pt x="0" y="238061"/>
                  </a:lnTo>
                  <a:lnTo>
                    <a:pt x="3694" y="265824"/>
                  </a:lnTo>
                  <a:lnTo>
                    <a:pt x="32015" y="318349"/>
                  </a:lnTo>
                  <a:lnTo>
                    <a:pt x="85499" y="365682"/>
                  </a:lnTo>
                  <a:lnTo>
                    <a:pt x="120646" y="386955"/>
                  </a:lnTo>
                  <a:lnTo>
                    <a:pt x="160848" y="406395"/>
                  </a:lnTo>
                  <a:lnTo>
                    <a:pt x="205692" y="423822"/>
                  </a:lnTo>
                  <a:lnTo>
                    <a:pt x="254766" y="439058"/>
                  </a:lnTo>
                  <a:lnTo>
                    <a:pt x="307659" y="451924"/>
                  </a:lnTo>
                  <a:lnTo>
                    <a:pt x="363958" y="462243"/>
                  </a:lnTo>
                  <a:lnTo>
                    <a:pt x="423250" y="469834"/>
                  </a:lnTo>
                  <a:lnTo>
                    <a:pt x="485125" y="474520"/>
                  </a:lnTo>
                  <a:lnTo>
                    <a:pt x="549170" y="476121"/>
                  </a:lnTo>
                  <a:lnTo>
                    <a:pt x="613215" y="474520"/>
                  </a:lnTo>
                  <a:lnTo>
                    <a:pt x="675090" y="469834"/>
                  </a:lnTo>
                  <a:lnTo>
                    <a:pt x="734383" y="462243"/>
                  </a:lnTo>
                  <a:lnTo>
                    <a:pt x="790682" y="451924"/>
                  </a:lnTo>
                  <a:lnTo>
                    <a:pt x="843575" y="439058"/>
                  </a:lnTo>
                  <a:lnTo>
                    <a:pt x="892649" y="423822"/>
                  </a:lnTo>
                  <a:lnTo>
                    <a:pt x="937493" y="406395"/>
                  </a:lnTo>
                  <a:lnTo>
                    <a:pt x="977695" y="386955"/>
                  </a:lnTo>
                  <a:lnTo>
                    <a:pt x="1012843" y="365682"/>
                  </a:lnTo>
                  <a:lnTo>
                    <a:pt x="1066326" y="318349"/>
                  </a:lnTo>
                  <a:lnTo>
                    <a:pt x="1094648" y="265824"/>
                  </a:lnTo>
                  <a:lnTo>
                    <a:pt x="1098342" y="238061"/>
                  </a:lnTo>
                  <a:lnTo>
                    <a:pt x="1094648" y="210298"/>
                  </a:lnTo>
                  <a:lnTo>
                    <a:pt x="1066326" y="157773"/>
                  </a:lnTo>
                  <a:lnTo>
                    <a:pt x="1012843" y="110439"/>
                  </a:lnTo>
                  <a:lnTo>
                    <a:pt x="977695" y="89166"/>
                  </a:lnTo>
                  <a:lnTo>
                    <a:pt x="937493" y="69726"/>
                  </a:lnTo>
                  <a:lnTo>
                    <a:pt x="892649" y="52299"/>
                  </a:lnTo>
                  <a:lnTo>
                    <a:pt x="843575" y="37063"/>
                  </a:lnTo>
                  <a:lnTo>
                    <a:pt x="790682" y="24196"/>
                  </a:lnTo>
                  <a:lnTo>
                    <a:pt x="734383" y="13878"/>
                  </a:lnTo>
                  <a:lnTo>
                    <a:pt x="675090" y="6287"/>
                  </a:lnTo>
                  <a:lnTo>
                    <a:pt x="613215" y="1601"/>
                  </a:lnTo>
                  <a:lnTo>
                    <a:pt x="54917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35887" y="1558230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489695" y="1635759"/>
            <a:ext cx="8451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ego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696635" y="1892190"/>
            <a:ext cx="913765" cy="303530"/>
            <a:chOff x="1696635" y="1892190"/>
            <a:chExt cx="913765" cy="303530"/>
          </a:xfrm>
        </p:grpSpPr>
        <p:sp>
          <p:nvSpPr>
            <p:cNvPr id="41" name="object 41"/>
            <p:cNvSpPr/>
            <p:nvPr/>
          </p:nvSpPr>
          <p:spPr>
            <a:xfrm>
              <a:off x="1701636" y="1981771"/>
              <a:ext cx="903605" cy="208915"/>
            </a:xfrm>
            <a:custGeom>
              <a:avLst/>
              <a:gdLst/>
              <a:ahLst/>
              <a:cxnLst/>
              <a:rect l="l" t="t" r="r" b="b"/>
              <a:pathLst>
                <a:path w="903605" h="208914">
                  <a:moveTo>
                    <a:pt x="0" y="0"/>
                  </a:moveTo>
                  <a:lnTo>
                    <a:pt x="903483" y="208766"/>
                  </a:lnTo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82044" y="1897190"/>
              <a:ext cx="23495" cy="293370"/>
            </a:xfrm>
            <a:custGeom>
              <a:avLst/>
              <a:gdLst/>
              <a:ahLst/>
              <a:cxnLst/>
              <a:rect l="l" t="t" r="r" b="b"/>
              <a:pathLst>
                <a:path w="23494" h="293369">
                  <a:moveTo>
                    <a:pt x="11537" y="-5000"/>
                  </a:moveTo>
                  <a:lnTo>
                    <a:pt x="11537" y="298347"/>
                  </a:lnTo>
                </a:path>
              </a:pathLst>
            </a:custGeom>
            <a:ln w="33077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/>
          <p:nvPr/>
        </p:nvSpPr>
        <p:spPr>
          <a:xfrm>
            <a:off x="2605120" y="1964625"/>
            <a:ext cx="892175" cy="226060"/>
          </a:xfrm>
          <a:custGeom>
            <a:avLst/>
            <a:gdLst/>
            <a:ahLst/>
            <a:cxnLst/>
            <a:rect l="l" t="t" r="r" b="b"/>
            <a:pathLst>
              <a:path w="892175" h="226060">
                <a:moveTo>
                  <a:pt x="891614" y="0"/>
                </a:moveTo>
                <a:lnTo>
                  <a:pt x="0" y="225911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3497231" y="4426362"/>
            <a:ext cx="1108710" cy="486409"/>
            <a:chOff x="3497231" y="4426362"/>
            <a:chExt cx="1108710" cy="486409"/>
          </a:xfrm>
        </p:grpSpPr>
        <p:sp>
          <p:nvSpPr>
            <p:cNvPr id="45" name="object 45"/>
            <p:cNvSpPr/>
            <p:nvPr/>
          </p:nvSpPr>
          <p:spPr>
            <a:xfrm>
              <a:off x="3502311" y="4431442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0" y="0"/>
                  </a:moveTo>
                  <a:lnTo>
                    <a:pt x="485125" y="1601"/>
                  </a:lnTo>
                  <a:lnTo>
                    <a:pt x="423250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6" y="37062"/>
                  </a:lnTo>
                  <a:lnTo>
                    <a:pt x="205692" y="52298"/>
                  </a:lnTo>
                  <a:lnTo>
                    <a:pt x="160848" y="69725"/>
                  </a:lnTo>
                  <a:lnTo>
                    <a:pt x="120646" y="89165"/>
                  </a:lnTo>
                  <a:lnTo>
                    <a:pt x="85499" y="110438"/>
                  </a:lnTo>
                  <a:lnTo>
                    <a:pt x="32015" y="157771"/>
                  </a:lnTo>
                  <a:lnTo>
                    <a:pt x="3694" y="210297"/>
                  </a:lnTo>
                  <a:lnTo>
                    <a:pt x="0" y="238060"/>
                  </a:lnTo>
                  <a:lnTo>
                    <a:pt x="3694" y="265823"/>
                  </a:lnTo>
                  <a:lnTo>
                    <a:pt x="32015" y="318348"/>
                  </a:lnTo>
                  <a:lnTo>
                    <a:pt x="85499" y="365681"/>
                  </a:lnTo>
                  <a:lnTo>
                    <a:pt x="120646" y="386954"/>
                  </a:lnTo>
                  <a:lnTo>
                    <a:pt x="160848" y="406394"/>
                  </a:lnTo>
                  <a:lnTo>
                    <a:pt x="205692" y="423821"/>
                  </a:lnTo>
                  <a:lnTo>
                    <a:pt x="254766" y="439057"/>
                  </a:lnTo>
                  <a:lnTo>
                    <a:pt x="307659" y="451923"/>
                  </a:lnTo>
                  <a:lnTo>
                    <a:pt x="363958" y="462241"/>
                  </a:lnTo>
                  <a:lnTo>
                    <a:pt x="423250" y="469833"/>
                  </a:lnTo>
                  <a:lnTo>
                    <a:pt x="485125" y="474518"/>
                  </a:lnTo>
                  <a:lnTo>
                    <a:pt x="549170" y="476120"/>
                  </a:lnTo>
                  <a:lnTo>
                    <a:pt x="613216" y="474518"/>
                  </a:lnTo>
                  <a:lnTo>
                    <a:pt x="675091" y="469833"/>
                  </a:lnTo>
                  <a:lnTo>
                    <a:pt x="734384" y="462241"/>
                  </a:lnTo>
                  <a:lnTo>
                    <a:pt x="790683" y="451923"/>
                  </a:lnTo>
                  <a:lnTo>
                    <a:pt x="843575" y="439057"/>
                  </a:lnTo>
                  <a:lnTo>
                    <a:pt x="892650" y="423821"/>
                  </a:lnTo>
                  <a:lnTo>
                    <a:pt x="937494" y="406394"/>
                  </a:lnTo>
                  <a:lnTo>
                    <a:pt x="977696" y="386954"/>
                  </a:lnTo>
                  <a:lnTo>
                    <a:pt x="1012843" y="365681"/>
                  </a:lnTo>
                  <a:lnTo>
                    <a:pt x="1066327" y="318348"/>
                  </a:lnTo>
                  <a:lnTo>
                    <a:pt x="1094648" y="265823"/>
                  </a:lnTo>
                  <a:lnTo>
                    <a:pt x="1098342" y="238060"/>
                  </a:lnTo>
                  <a:lnTo>
                    <a:pt x="1094648" y="210297"/>
                  </a:lnTo>
                  <a:lnTo>
                    <a:pt x="1066327" y="157771"/>
                  </a:lnTo>
                  <a:lnTo>
                    <a:pt x="1012843" y="110438"/>
                  </a:lnTo>
                  <a:lnTo>
                    <a:pt x="977696" y="89165"/>
                  </a:lnTo>
                  <a:lnTo>
                    <a:pt x="937494" y="69725"/>
                  </a:lnTo>
                  <a:lnTo>
                    <a:pt x="892650" y="52298"/>
                  </a:lnTo>
                  <a:lnTo>
                    <a:pt x="843575" y="37062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1" y="6287"/>
                  </a:lnTo>
                  <a:lnTo>
                    <a:pt x="613216" y="1601"/>
                  </a:lnTo>
                  <a:lnTo>
                    <a:pt x="54917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502311" y="4431442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626117" y="4510023"/>
            <a:ext cx="9055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pla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tf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60233" y="4414255"/>
            <a:ext cx="1108710" cy="486409"/>
            <a:chOff x="560233" y="4414255"/>
            <a:chExt cx="1108710" cy="486409"/>
          </a:xfrm>
        </p:grpSpPr>
        <p:sp>
          <p:nvSpPr>
            <p:cNvPr id="49" name="object 49"/>
            <p:cNvSpPr/>
            <p:nvPr/>
          </p:nvSpPr>
          <p:spPr>
            <a:xfrm>
              <a:off x="565313" y="4419335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549171" y="0"/>
                  </a:moveTo>
                  <a:lnTo>
                    <a:pt x="485126" y="1601"/>
                  </a:lnTo>
                  <a:lnTo>
                    <a:pt x="423251" y="6287"/>
                  </a:lnTo>
                  <a:lnTo>
                    <a:pt x="363958" y="13878"/>
                  </a:lnTo>
                  <a:lnTo>
                    <a:pt x="307659" y="24196"/>
                  </a:lnTo>
                  <a:lnTo>
                    <a:pt x="254767" y="37063"/>
                  </a:lnTo>
                  <a:lnTo>
                    <a:pt x="205692" y="52299"/>
                  </a:lnTo>
                  <a:lnTo>
                    <a:pt x="160848" y="69726"/>
                  </a:lnTo>
                  <a:lnTo>
                    <a:pt x="120646" y="89166"/>
                  </a:lnTo>
                  <a:lnTo>
                    <a:pt x="85499" y="110439"/>
                  </a:lnTo>
                  <a:lnTo>
                    <a:pt x="32015" y="157773"/>
                  </a:lnTo>
                  <a:lnTo>
                    <a:pt x="3694" y="210298"/>
                  </a:lnTo>
                  <a:lnTo>
                    <a:pt x="0" y="238061"/>
                  </a:lnTo>
                  <a:lnTo>
                    <a:pt x="3694" y="265824"/>
                  </a:lnTo>
                  <a:lnTo>
                    <a:pt x="32015" y="318349"/>
                  </a:lnTo>
                  <a:lnTo>
                    <a:pt x="85499" y="365682"/>
                  </a:lnTo>
                  <a:lnTo>
                    <a:pt x="120646" y="386955"/>
                  </a:lnTo>
                  <a:lnTo>
                    <a:pt x="160848" y="406395"/>
                  </a:lnTo>
                  <a:lnTo>
                    <a:pt x="205692" y="423822"/>
                  </a:lnTo>
                  <a:lnTo>
                    <a:pt x="254767" y="439058"/>
                  </a:lnTo>
                  <a:lnTo>
                    <a:pt x="307659" y="451924"/>
                  </a:lnTo>
                  <a:lnTo>
                    <a:pt x="363958" y="462243"/>
                  </a:lnTo>
                  <a:lnTo>
                    <a:pt x="423251" y="469834"/>
                  </a:lnTo>
                  <a:lnTo>
                    <a:pt x="485126" y="474520"/>
                  </a:lnTo>
                  <a:lnTo>
                    <a:pt x="549171" y="476121"/>
                  </a:lnTo>
                  <a:lnTo>
                    <a:pt x="613216" y="474520"/>
                  </a:lnTo>
                  <a:lnTo>
                    <a:pt x="675091" y="469834"/>
                  </a:lnTo>
                  <a:lnTo>
                    <a:pt x="734384" y="462243"/>
                  </a:lnTo>
                  <a:lnTo>
                    <a:pt x="790683" y="451924"/>
                  </a:lnTo>
                  <a:lnTo>
                    <a:pt x="843575" y="439058"/>
                  </a:lnTo>
                  <a:lnTo>
                    <a:pt x="892650" y="423822"/>
                  </a:lnTo>
                  <a:lnTo>
                    <a:pt x="937494" y="406395"/>
                  </a:lnTo>
                  <a:lnTo>
                    <a:pt x="977696" y="386955"/>
                  </a:lnTo>
                  <a:lnTo>
                    <a:pt x="1012843" y="365682"/>
                  </a:lnTo>
                  <a:lnTo>
                    <a:pt x="1066326" y="318349"/>
                  </a:lnTo>
                  <a:lnTo>
                    <a:pt x="1094648" y="265824"/>
                  </a:lnTo>
                  <a:lnTo>
                    <a:pt x="1098342" y="238061"/>
                  </a:lnTo>
                  <a:lnTo>
                    <a:pt x="1094648" y="210298"/>
                  </a:lnTo>
                  <a:lnTo>
                    <a:pt x="1066326" y="157773"/>
                  </a:lnTo>
                  <a:lnTo>
                    <a:pt x="1012843" y="110439"/>
                  </a:lnTo>
                  <a:lnTo>
                    <a:pt x="977696" y="89166"/>
                  </a:lnTo>
                  <a:lnTo>
                    <a:pt x="937494" y="69726"/>
                  </a:lnTo>
                  <a:lnTo>
                    <a:pt x="892650" y="52299"/>
                  </a:lnTo>
                  <a:lnTo>
                    <a:pt x="843575" y="37063"/>
                  </a:lnTo>
                  <a:lnTo>
                    <a:pt x="790683" y="24196"/>
                  </a:lnTo>
                  <a:lnTo>
                    <a:pt x="734384" y="13878"/>
                  </a:lnTo>
                  <a:lnTo>
                    <a:pt x="675091" y="6287"/>
                  </a:lnTo>
                  <a:lnTo>
                    <a:pt x="613216" y="1601"/>
                  </a:lnTo>
                  <a:lnTo>
                    <a:pt x="549171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5313" y="4419335"/>
              <a:ext cx="1098550" cy="476250"/>
            </a:xfrm>
            <a:custGeom>
              <a:avLst/>
              <a:gdLst/>
              <a:ahLst/>
              <a:cxnLst/>
              <a:rect l="l" t="t" r="r" b="b"/>
              <a:pathLst>
                <a:path w="1098550" h="476250">
                  <a:moveTo>
                    <a:pt x="0" y="238060"/>
                  </a:moveTo>
                  <a:lnTo>
                    <a:pt x="14504" y="183475"/>
                  </a:lnTo>
                  <a:lnTo>
                    <a:pt x="55818" y="133367"/>
                  </a:lnTo>
                  <a:lnTo>
                    <a:pt x="120646" y="89165"/>
                  </a:lnTo>
                  <a:lnTo>
                    <a:pt x="160848" y="69726"/>
                  </a:lnTo>
                  <a:lnTo>
                    <a:pt x="205692" y="52299"/>
                  </a:lnTo>
                  <a:lnTo>
                    <a:pt x="254767" y="37063"/>
                  </a:lnTo>
                  <a:lnTo>
                    <a:pt x="307659" y="24196"/>
                  </a:lnTo>
                  <a:lnTo>
                    <a:pt x="363958" y="13878"/>
                  </a:lnTo>
                  <a:lnTo>
                    <a:pt x="423251" y="6287"/>
                  </a:lnTo>
                  <a:lnTo>
                    <a:pt x="485126" y="1601"/>
                  </a:lnTo>
                  <a:lnTo>
                    <a:pt x="549171" y="0"/>
                  </a:lnTo>
                  <a:lnTo>
                    <a:pt x="613216" y="1601"/>
                  </a:lnTo>
                  <a:lnTo>
                    <a:pt x="675091" y="6287"/>
                  </a:lnTo>
                  <a:lnTo>
                    <a:pt x="734384" y="13878"/>
                  </a:lnTo>
                  <a:lnTo>
                    <a:pt x="790683" y="24196"/>
                  </a:lnTo>
                  <a:lnTo>
                    <a:pt x="843575" y="37063"/>
                  </a:lnTo>
                  <a:lnTo>
                    <a:pt x="892650" y="52299"/>
                  </a:lnTo>
                  <a:lnTo>
                    <a:pt x="937494" y="69726"/>
                  </a:lnTo>
                  <a:lnTo>
                    <a:pt x="977696" y="89165"/>
                  </a:lnTo>
                  <a:lnTo>
                    <a:pt x="1012843" y="110439"/>
                  </a:lnTo>
                  <a:lnTo>
                    <a:pt x="1066326" y="157772"/>
                  </a:lnTo>
                  <a:lnTo>
                    <a:pt x="1094648" y="210297"/>
                  </a:lnTo>
                  <a:lnTo>
                    <a:pt x="1098342" y="238060"/>
                  </a:lnTo>
                  <a:lnTo>
                    <a:pt x="1094648" y="265823"/>
                  </a:lnTo>
                  <a:lnTo>
                    <a:pt x="1066326" y="318348"/>
                  </a:lnTo>
                  <a:lnTo>
                    <a:pt x="1012843" y="365682"/>
                  </a:lnTo>
                  <a:lnTo>
                    <a:pt x="977696" y="386955"/>
                  </a:lnTo>
                  <a:lnTo>
                    <a:pt x="937494" y="406395"/>
                  </a:lnTo>
                  <a:lnTo>
                    <a:pt x="892650" y="423822"/>
                  </a:lnTo>
                  <a:lnTo>
                    <a:pt x="843575" y="439058"/>
                  </a:lnTo>
                  <a:lnTo>
                    <a:pt x="790683" y="451924"/>
                  </a:lnTo>
                  <a:lnTo>
                    <a:pt x="734384" y="462242"/>
                  </a:lnTo>
                  <a:lnTo>
                    <a:pt x="675091" y="469834"/>
                  </a:lnTo>
                  <a:lnTo>
                    <a:pt x="613216" y="474519"/>
                  </a:lnTo>
                  <a:lnTo>
                    <a:pt x="549171" y="476121"/>
                  </a:lnTo>
                  <a:lnTo>
                    <a:pt x="485126" y="474519"/>
                  </a:lnTo>
                  <a:lnTo>
                    <a:pt x="423251" y="469834"/>
                  </a:lnTo>
                  <a:lnTo>
                    <a:pt x="363958" y="462242"/>
                  </a:lnTo>
                  <a:lnTo>
                    <a:pt x="307659" y="451924"/>
                  </a:lnTo>
                  <a:lnTo>
                    <a:pt x="254767" y="439058"/>
                  </a:lnTo>
                  <a:lnTo>
                    <a:pt x="205692" y="423822"/>
                  </a:lnTo>
                  <a:lnTo>
                    <a:pt x="160848" y="406395"/>
                  </a:lnTo>
                  <a:lnTo>
                    <a:pt x="120646" y="386955"/>
                  </a:lnTo>
                  <a:lnTo>
                    <a:pt x="85499" y="365682"/>
                  </a:lnTo>
                  <a:lnTo>
                    <a:pt x="32015" y="318348"/>
                  </a:lnTo>
                  <a:lnTo>
                    <a:pt x="3694" y="265823"/>
                  </a:lnTo>
                  <a:lnTo>
                    <a:pt x="0" y="238060"/>
                  </a:lnTo>
                  <a:close/>
                </a:path>
              </a:pathLst>
            </a:custGeom>
            <a:ln w="10001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19113" y="4497832"/>
            <a:ext cx="1043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age_g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15" dirty="0">
                <a:solidFill>
                  <a:srgbClr val="292934"/>
                </a:solidFill>
                <a:latin typeface="Arial MT"/>
                <a:cs typeface="Arial MT"/>
              </a:rPr>
              <a:t>oup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14485" y="4181071"/>
            <a:ext cx="327660" cy="238760"/>
          </a:xfrm>
          <a:custGeom>
            <a:avLst/>
            <a:gdLst/>
            <a:ahLst/>
            <a:cxnLst/>
            <a:rect l="l" t="t" r="r" b="b"/>
            <a:pathLst>
              <a:path w="327659" h="238760">
                <a:moveTo>
                  <a:pt x="0" y="238263"/>
                </a:moveTo>
                <a:lnTo>
                  <a:pt x="327524" y="0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777870" y="4181073"/>
            <a:ext cx="273685" cy="250825"/>
          </a:xfrm>
          <a:custGeom>
            <a:avLst/>
            <a:gdLst/>
            <a:ahLst/>
            <a:cxnLst/>
            <a:rect l="l" t="t" r="r" b="b"/>
            <a:pathLst>
              <a:path w="273685" h="250825">
                <a:moveTo>
                  <a:pt x="273613" y="250369"/>
                </a:moveTo>
                <a:lnTo>
                  <a:pt x="0" y="0"/>
                </a:lnTo>
              </a:path>
            </a:pathLst>
          </a:custGeom>
          <a:ln w="10001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8035509" y="5431042"/>
            <a:ext cx="1651635" cy="739775"/>
            <a:chOff x="8035509" y="5431042"/>
            <a:chExt cx="1651635" cy="739775"/>
          </a:xfrm>
        </p:grpSpPr>
        <p:sp>
          <p:nvSpPr>
            <p:cNvPr id="55" name="object 55"/>
            <p:cNvSpPr/>
            <p:nvPr/>
          </p:nvSpPr>
          <p:spPr>
            <a:xfrm>
              <a:off x="8042177" y="5437709"/>
              <a:ext cx="1638300" cy="726440"/>
            </a:xfrm>
            <a:custGeom>
              <a:avLst/>
              <a:gdLst/>
              <a:ahLst/>
              <a:cxnLst/>
              <a:rect l="l" t="t" r="r" b="b"/>
              <a:pathLst>
                <a:path w="1638300" h="726439">
                  <a:moveTo>
                    <a:pt x="1517091" y="0"/>
                  </a:moveTo>
                  <a:lnTo>
                    <a:pt x="121070" y="0"/>
                  </a:lnTo>
                  <a:lnTo>
                    <a:pt x="73944" y="9514"/>
                  </a:lnTo>
                  <a:lnTo>
                    <a:pt x="35460" y="35460"/>
                  </a:lnTo>
                  <a:lnTo>
                    <a:pt x="9514" y="73944"/>
                  </a:lnTo>
                  <a:lnTo>
                    <a:pt x="0" y="121070"/>
                  </a:lnTo>
                  <a:lnTo>
                    <a:pt x="0" y="605339"/>
                  </a:lnTo>
                  <a:lnTo>
                    <a:pt x="9514" y="652462"/>
                  </a:lnTo>
                  <a:lnTo>
                    <a:pt x="35460" y="690946"/>
                  </a:lnTo>
                  <a:lnTo>
                    <a:pt x="73944" y="716892"/>
                  </a:lnTo>
                  <a:lnTo>
                    <a:pt x="121070" y="726406"/>
                  </a:lnTo>
                  <a:lnTo>
                    <a:pt x="1517091" y="726406"/>
                  </a:lnTo>
                  <a:lnTo>
                    <a:pt x="1564216" y="716892"/>
                  </a:lnTo>
                  <a:lnTo>
                    <a:pt x="1602700" y="690946"/>
                  </a:lnTo>
                  <a:lnTo>
                    <a:pt x="1628647" y="652462"/>
                  </a:lnTo>
                  <a:lnTo>
                    <a:pt x="1638161" y="605339"/>
                  </a:lnTo>
                  <a:lnTo>
                    <a:pt x="1638161" y="121070"/>
                  </a:lnTo>
                  <a:lnTo>
                    <a:pt x="1628647" y="73944"/>
                  </a:lnTo>
                  <a:lnTo>
                    <a:pt x="1602700" y="35460"/>
                  </a:lnTo>
                  <a:lnTo>
                    <a:pt x="1564216" y="9514"/>
                  </a:lnTo>
                  <a:lnTo>
                    <a:pt x="1517091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042177" y="5437709"/>
              <a:ext cx="1638300" cy="726440"/>
            </a:xfrm>
            <a:custGeom>
              <a:avLst/>
              <a:gdLst/>
              <a:ahLst/>
              <a:cxnLst/>
              <a:rect l="l" t="t" r="r" b="b"/>
              <a:pathLst>
                <a:path w="1638300" h="726439">
                  <a:moveTo>
                    <a:pt x="0" y="121070"/>
                  </a:moveTo>
                  <a:lnTo>
                    <a:pt x="9514" y="73944"/>
                  </a:lnTo>
                  <a:lnTo>
                    <a:pt x="35460" y="35460"/>
                  </a:lnTo>
                  <a:lnTo>
                    <a:pt x="73944" y="9514"/>
                  </a:lnTo>
                  <a:lnTo>
                    <a:pt x="121070" y="0"/>
                  </a:lnTo>
                  <a:lnTo>
                    <a:pt x="273026" y="0"/>
                  </a:lnTo>
                  <a:lnTo>
                    <a:pt x="682567" y="0"/>
                  </a:lnTo>
                  <a:lnTo>
                    <a:pt x="1517091" y="0"/>
                  </a:lnTo>
                  <a:lnTo>
                    <a:pt x="1564217" y="9514"/>
                  </a:lnTo>
                  <a:lnTo>
                    <a:pt x="1602700" y="35460"/>
                  </a:lnTo>
                  <a:lnTo>
                    <a:pt x="1628647" y="73944"/>
                  </a:lnTo>
                  <a:lnTo>
                    <a:pt x="1638161" y="121070"/>
                  </a:lnTo>
                  <a:lnTo>
                    <a:pt x="1638161" y="423737"/>
                  </a:lnTo>
                  <a:lnTo>
                    <a:pt x="1638161" y="605339"/>
                  </a:lnTo>
                  <a:lnTo>
                    <a:pt x="1628647" y="652462"/>
                  </a:lnTo>
                  <a:lnTo>
                    <a:pt x="1602700" y="690945"/>
                  </a:lnTo>
                  <a:lnTo>
                    <a:pt x="1564217" y="716892"/>
                  </a:lnTo>
                  <a:lnTo>
                    <a:pt x="1517091" y="726406"/>
                  </a:lnTo>
                  <a:lnTo>
                    <a:pt x="682567" y="726406"/>
                  </a:lnTo>
                  <a:lnTo>
                    <a:pt x="273026" y="726406"/>
                  </a:lnTo>
                  <a:lnTo>
                    <a:pt x="121070" y="726406"/>
                  </a:lnTo>
                  <a:lnTo>
                    <a:pt x="73944" y="716892"/>
                  </a:lnTo>
                  <a:lnTo>
                    <a:pt x="35460" y="690945"/>
                  </a:lnTo>
                  <a:lnTo>
                    <a:pt x="9514" y="652462"/>
                  </a:lnTo>
                  <a:lnTo>
                    <a:pt x="0" y="605335"/>
                  </a:lnTo>
                  <a:lnTo>
                    <a:pt x="0" y="430628"/>
                  </a:lnTo>
                  <a:lnTo>
                    <a:pt x="0" y="423737"/>
                  </a:lnTo>
                  <a:lnTo>
                    <a:pt x="0" y="121070"/>
                  </a:lnTo>
                  <a:close/>
                </a:path>
              </a:pathLst>
            </a:custGeom>
            <a:ln w="13334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20980" y="5626607"/>
            <a:ext cx="8792845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16520">
              <a:lnSpc>
                <a:spcPts val="2330"/>
              </a:lnSpc>
              <a:spcBef>
                <a:spcPts val="100"/>
              </a:spcBef>
            </a:pPr>
            <a:r>
              <a:rPr sz="2100" spc="-5" dirty="0">
                <a:solidFill>
                  <a:srgbClr val="FFFFFF"/>
                </a:solidFill>
                <a:latin typeface="Verdana"/>
                <a:cs typeface="Verdana"/>
              </a:rPr>
              <a:t>Push</a:t>
            </a:r>
            <a:r>
              <a:rPr sz="21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FFFFFF"/>
                </a:solidFill>
                <a:latin typeface="Verdana"/>
                <a:cs typeface="Verdana"/>
              </a:rPr>
              <a:t>up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ts val="2330"/>
              </a:lnSpc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product(</a:t>
            </a:r>
            <a:r>
              <a:rPr sz="2100" u="sng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Verdana"/>
                <a:cs typeface="Verdana"/>
              </a:rPr>
              <a:t>name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price,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category,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age_group,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platforms)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[ER</a:t>
            </a:r>
            <a:r>
              <a:rPr spc="-55" dirty="0"/>
              <a:t> </a:t>
            </a:r>
            <a:r>
              <a:rPr spc="-10" dirty="0"/>
              <a:t>to</a:t>
            </a:r>
            <a:r>
              <a:rPr spc="-45" dirty="0"/>
              <a:t> </a:t>
            </a:r>
            <a:r>
              <a:rPr spc="-20" dirty="0"/>
              <a:t>schema</a:t>
            </a:r>
            <a:r>
              <a:rPr spc="-50" dirty="0"/>
              <a:t> </a:t>
            </a:r>
            <a:r>
              <a:rPr spc="-20" dirty="0"/>
              <a:t>worksheet]</a:t>
            </a:r>
          </a:p>
          <a:p>
            <a:pPr marR="120014" algn="r">
              <a:lnSpc>
                <a:spcPct val="100000"/>
              </a:lnSpc>
              <a:spcBef>
                <a:spcPts val="715"/>
              </a:spcBef>
            </a:pPr>
            <a:endParaRPr sz="11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5055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Subclass:</a:t>
            </a:r>
            <a:r>
              <a:rPr spc="-225" dirty="0"/>
              <a:t> </a:t>
            </a:r>
            <a:r>
              <a:rPr spc="-90" dirty="0"/>
              <a:t>Design</a:t>
            </a:r>
            <a:r>
              <a:rPr spc="-229" dirty="0"/>
              <a:t> </a:t>
            </a:r>
            <a:r>
              <a:rPr spc="-95" dirty="0"/>
              <a:t>Decision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108" y="1245615"/>
            <a:ext cx="7795259" cy="39065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Depending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generalization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set and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specialization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300">
              <a:latin typeface="Verdana"/>
              <a:cs typeface="Verdana"/>
            </a:endParaRPr>
          </a:p>
          <a:p>
            <a:pPr marL="494665" indent="-242570">
              <a:lnSpc>
                <a:spcPct val="100000"/>
              </a:lnSpc>
              <a:spcBef>
                <a:spcPts val="1235"/>
              </a:spcBef>
              <a:buSzPct val="85714"/>
              <a:buFont typeface="Arial MT"/>
              <a:buChar char="•"/>
              <a:tabLst>
                <a:tab pos="494665" algn="l"/>
                <a:tab pos="495300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balanced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0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option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1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(create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all)</a:t>
            </a:r>
            <a:endParaRPr sz="2100">
              <a:latin typeface="Verdana"/>
              <a:cs typeface="Verdana"/>
            </a:endParaRPr>
          </a:p>
          <a:p>
            <a:pPr marL="494665" indent="-242570">
              <a:lnSpc>
                <a:spcPct val="100000"/>
              </a:lnSpc>
              <a:spcBef>
                <a:spcPts val="885"/>
              </a:spcBef>
              <a:buSzPct val="85714"/>
              <a:buFont typeface="Arial MT"/>
              <a:buChar char="•"/>
              <a:tabLst>
                <a:tab pos="494665" algn="l"/>
                <a:tab pos="495300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specialization </a:t>
            </a:r>
            <a:r>
              <a:rPr sz="21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100" spc="204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option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2</a:t>
            </a:r>
            <a:endParaRPr sz="2100">
              <a:latin typeface="Verdana"/>
              <a:cs typeface="Verdana"/>
            </a:endParaRPr>
          </a:p>
          <a:p>
            <a:pPr marL="494665" indent="-242570">
              <a:lnSpc>
                <a:spcPct val="100000"/>
              </a:lnSpc>
              <a:spcBef>
                <a:spcPts val="885"/>
              </a:spcBef>
              <a:buSzPct val="85714"/>
              <a:buFont typeface="Arial MT"/>
              <a:buChar char="•"/>
              <a:tabLst>
                <a:tab pos="494665" algn="l"/>
                <a:tab pos="495300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more</a:t>
            </a:r>
            <a:r>
              <a:rPr sz="2200" spc="-5" dirty="0">
                <a:solidFill>
                  <a:srgbClr val="292934"/>
                </a:solidFill>
                <a:latin typeface="Verdana"/>
                <a:cs typeface="Verdana"/>
              </a:rPr>
              <a:t> attributes</a:t>
            </a:r>
            <a:r>
              <a:rPr sz="22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200" spc="-5" dirty="0">
                <a:solidFill>
                  <a:srgbClr val="292934"/>
                </a:solidFill>
                <a:latin typeface="Verdana"/>
                <a:cs typeface="Verdana"/>
              </a:rPr>
              <a:t> generalization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200" spc="229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do option</a:t>
            </a:r>
            <a:r>
              <a:rPr sz="22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3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292934"/>
              </a:buClr>
              <a:buFont typeface="Arial MT"/>
              <a:buChar char="•"/>
            </a:pPr>
            <a:endParaRPr sz="3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In </a:t>
            </a:r>
            <a:r>
              <a:rPr sz="2300" spc="-5" dirty="0">
                <a:solidFill>
                  <a:srgbClr val="292934"/>
                </a:solidFill>
                <a:latin typeface="Verdana"/>
                <a:cs typeface="Verdana"/>
              </a:rPr>
              <a:t>general,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design decision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depends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endParaRPr sz="2300">
              <a:latin typeface="Verdana"/>
              <a:cs typeface="Verdana"/>
            </a:endParaRPr>
          </a:p>
          <a:p>
            <a:pPr marL="494665" indent="-242570">
              <a:lnSpc>
                <a:spcPct val="100000"/>
              </a:lnSpc>
              <a:spcBef>
                <a:spcPts val="1260"/>
              </a:spcBef>
              <a:buSzPct val="85714"/>
              <a:buFont typeface="Arial MT"/>
              <a:buChar char="•"/>
              <a:tabLst>
                <a:tab pos="494665" algn="l"/>
                <a:tab pos="495300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2100">
              <a:latin typeface="Verdana"/>
              <a:cs typeface="Verdana"/>
            </a:endParaRPr>
          </a:p>
          <a:p>
            <a:pPr marL="494665" indent="-242570">
              <a:lnSpc>
                <a:spcPct val="100000"/>
              </a:lnSpc>
              <a:spcBef>
                <a:spcPts val="880"/>
              </a:spcBef>
              <a:buSzPct val="85714"/>
              <a:buFont typeface="Arial MT"/>
              <a:buChar char="•"/>
              <a:tabLst>
                <a:tab pos="494665" algn="l"/>
                <a:tab pos="495300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DB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Verdana"/>
                <a:cs typeface="Verdana"/>
              </a:rPr>
              <a:t>administrator’s</a:t>
            </a:r>
            <a:r>
              <a:rPr sz="2200" dirty="0">
                <a:solidFill>
                  <a:srgbClr val="292934"/>
                </a:solidFill>
                <a:latin typeface="Verdana"/>
                <a:cs typeface="Verdana"/>
              </a:rPr>
              <a:t> decision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9072" y="5787135"/>
            <a:ext cx="6562344" cy="11612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08230" y="5744657"/>
            <a:ext cx="6186170" cy="940435"/>
          </a:xfrm>
          <a:prstGeom prst="rect">
            <a:avLst/>
          </a:prstGeom>
          <a:solidFill>
            <a:srgbClr val="FFFED6"/>
          </a:solidFill>
          <a:ln w="10001">
            <a:solidFill>
              <a:srgbClr val="7F7F7F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921385" marR="554355" indent="-360680">
              <a:lnSpc>
                <a:spcPct val="101699"/>
              </a:lnSpc>
              <a:spcBef>
                <a:spcPts val="865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Overall</a:t>
            </a:r>
            <a:r>
              <a:rPr sz="23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goal: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minimize</a:t>
            </a:r>
            <a:r>
              <a:rPr sz="23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duplication </a:t>
            </a:r>
            <a:r>
              <a:rPr sz="2300" spc="-7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(there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3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3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10" dirty="0">
                <a:solidFill>
                  <a:srgbClr val="292934"/>
                </a:solidFill>
                <a:latin typeface="Verdana"/>
                <a:cs typeface="Verdana"/>
              </a:rPr>
              <a:t>correct</a:t>
            </a:r>
            <a:r>
              <a:rPr sz="23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way)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9C05-78B8-B508-C979-3CB3FF7FB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some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CF881-D5AA-C2DD-27A5-6552D7BDA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293" y="1295400"/>
            <a:ext cx="9199812" cy="4847481"/>
          </a:xfrm>
        </p:spPr>
        <p:txBody>
          <a:bodyPr/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Design an ER diagram for a library management system. The entities include:</a:t>
            </a:r>
          </a:p>
          <a:p>
            <a:pPr algn="l"/>
            <a:r>
              <a:rPr lang="en-US" i="0" u="none" strike="noStrike" dirty="0">
                <a:solidFill>
                  <a:srgbClr val="000000"/>
                </a:solidFill>
                <a:effectLst/>
              </a:rPr>
              <a:t>A book is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uniquely identified by a 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BookID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with attributes 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Title, Author, and Genre.</a:t>
            </a:r>
          </a:p>
          <a:p>
            <a:pPr algn="l"/>
            <a:r>
              <a:rPr lang="en-US" i="0" u="none" strike="noStrike" dirty="0">
                <a:solidFill>
                  <a:srgbClr val="000000"/>
                </a:solidFill>
                <a:effectLst/>
              </a:rPr>
              <a:t>A member</a:t>
            </a:r>
            <a:r>
              <a:rPr lang="en-US" dirty="0">
                <a:solidFill>
                  <a:srgbClr val="000000"/>
                </a:solidFill>
              </a:rPr>
              <a:t> is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uniquely identified by a 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MemberID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with attributes 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Name, Address, and 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MembershipDate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i="0" u="none" strike="noStrike" dirty="0">
                <a:solidFill>
                  <a:srgbClr val="000000"/>
                </a:solidFill>
                <a:effectLst/>
              </a:rPr>
              <a:t>A librarian</a:t>
            </a:r>
            <a:r>
              <a:rPr lang="en-US" dirty="0">
                <a:solidFill>
                  <a:srgbClr val="000000"/>
                </a:solidFill>
              </a:rPr>
              <a:t> is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uniquely identified by a 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LibrarianID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, with attributes 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Name and Role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member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can borrow multiple books, and a 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book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can be borrowed by multiple members over time. A 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librarian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is responsible for issuing and receiving books for members.</a:t>
            </a:r>
          </a:p>
          <a:p>
            <a:pPr algn="l">
              <a:buFont typeface="+mj-lt"/>
              <a:buAutoNum type="arabicPeriod"/>
            </a:pP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Create an ER diagram to represent the database.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Convert the ER model into a relational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472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110" dirty="0"/>
              <a:t>Wrap-Up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1931" y="1103375"/>
            <a:ext cx="8973185" cy="562800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04470" indent="-192405">
              <a:lnSpc>
                <a:spcPct val="100000"/>
              </a:lnSpc>
              <a:spcBef>
                <a:spcPts val="1180"/>
              </a:spcBef>
              <a:buSzPct val="85714"/>
              <a:buFont typeface="Arial MT"/>
              <a:buChar char="•"/>
              <a:tabLst>
                <a:tab pos="205104" algn="l"/>
              </a:tabLst>
            </a:pP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Roles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Relationships</a:t>
            </a:r>
            <a:endParaRPr sz="21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1080"/>
              </a:spcBef>
              <a:buSzPct val="85714"/>
              <a:buFont typeface="Arial MT"/>
              <a:buChar char="•"/>
              <a:tabLst>
                <a:tab pos="205104" algn="l"/>
              </a:tabLst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Relationships: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binary,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u-ary</a:t>
            </a:r>
            <a:endParaRPr sz="21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1080"/>
              </a:spcBef>
              <a:buSzPct val="85714"/>
              <a:buFont typeface="Arial MT"/>
              <a:buChar char="•"/>
              <a:tabLst>
                <a:tab pos="205104" algn="l"/>
              </a:tabLst>
            </a:pP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21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21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790"/>
              </a:spcBef>
              <a:buSzPct val="85714"/>
              <a:buFont typeface="Arial MT"/>
              <a:buChar char="•"/>
              <a:tabLst>
                <a:tab pos="205104" algn="l"/>
              </a:tabLst>
            </a:pP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Subclasses</a:t>
            </a:r>
            <a:endParaRPr sz="2100">
              <a:latin typeface="Verdana"/>
              <a:cs typeface="Verdana"/>
            </a:endParaRPr>
          </a:p>
          <a:p>
            <a:pPr marL="204470" indent="-192405">
              <a:lnSpc>
                <a:spcPct val="100000"/>
              </a:lnSpc>
              <a:spcBef>
                <a:spcPts val="770"/>
              </a:spcBef>
              <a:buSzPct val="85714"/>
              <a:buFont typeface="Arial MT"/>
              <a:buChar char="•"/>
              <a:tabLst>
                <a:tab pos="205104" algn="l"/>
              </a:tabLst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Converting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E-R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diagrams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relational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designs</a:t>
            </a:r>
            <a:endParaRPr sz="2100">
              <a:latin typeface="Verdana"/>
              <a:cs typeface="Verdana"/>
            </a:endParaRPr>
          </a:p>
          <a:p>
            <a:pPr marL="492759" lvl="1" indent="-192405">
              <a:lnSpc>
                <a:spcPct val="100000"/>
              </a:lnSpc>
              <a:spcBef>
                <a:spcPts val="869"/>
              </a:spcBef>
              <a:buSzPct val="84210"/>
              <a:buFont typeface="Arial MT"/>
              <a:buChar char="•"/>
              <a:tabLst>
                <a:tab pos="492759" algn="l"/>
              </a:tabLst>
            </a:pPr>
            <a:r>
              <a:rPr sz="1900" spc="-55" dirty="0">
                <a:solidFill>
                  <a:srgbClr val="292934"/>
                </a:solidFill>
                <a:latin typeface="Verdana"/>
                <a:cs typeface="Verdana"/>
              </a:rPr>
              <a:t>Turn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each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set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into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relation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with the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1900">
              <a:latin typeface="Verdana"/>
              <a:cs typeface="Verdana"/>
            </a:endParaRPr>
          </a:p>
          <a:p>
            <a:pPr marL="492759" marR="114300" lvl="1" indent="-192405">
              <a:lnSpc>
                <a:spcPts val="2090"/>
              </a:lnSpc>
              <a:spcBef>
                <a:spcPts val="1070"/>
              </a:spcBef>
              <a:buSzPct val="84210"/>
              <a:buFont typeface="Arial MT"/>
              <a:buChar char="•"/>
              <a:tabLst>
                <a:tab pos="492759" algn="l"/>
              </a:tabLst>
            </a:pP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Replace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a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by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relation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whose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keys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for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connected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entity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sets</a:t>
            </a:r>
            <a:endParaRPr sz="1900">
              <a:latin typeface="Verdana"/>
              <a:cs typeface="Verdana"/>
            </a:endParaRPr>
          </a:p>
          <a:p>
            <a:pPr marL="492759" lvl="1" indent="-192405">
              <a:lnSpc>
                <a:spcPct val="100000"/>
              </a:lnSpc>
              <a:spcBef>
                <a:spcPts val="775"/>
              </a:spcBef>
              <a:buSzPct val="84210"/>
              <a:buFont typeface="Arial MT"/>
              <a:buChar char="•"/>
              <a:tabLst>
                <a:tab pos="492759" algn="l"/>
              </a:tabLst>
            </a:pPr>
            <a:r>
              <a:rPr sz="1900" spc="-35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entity sets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be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translated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5" dirty="0">
                <a:solidFill>
                  <a:srgbClr val="292934"/>
                </a:solidFill>
                <a:latin typeface="Verdana"/>
                <a:cs typeface="Verdana"/>
              </a:rPr>
              <a:t>straightforwardly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relations</a:t>
            </a:r>
            <a:endParaRPr sz="1900">
              <a:latin typeface="Verdana"/>
              <a:cs typeface="Verdana"/>
            </a:endParaRPr>
          </a:p>
          <a:p>
            <a:pPr marL="492759" lvl="1" indent="-192405">
              <a:lnSpc>
                <a:spcPct val="100000"/>
              </a:lnSpc>
              <a:spcBef>
                <a:spcPts val="815"/>
              </a:spcBef>
              <a:buSzPct val="84210"/>
              <a:buFont typeface="Arial MT"/>
              <a:buChar char="•"/>
              <a:tabLst>
                <a:tab pos="492759" algn="l"/>
              </a:tabLst>
            </a:pP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“Is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a”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relationships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subclasses</a:t>
            </a:r>
            <a:r>
              <a:rPr sz="19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require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careful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92934"/>
                </a:solidFill>
                <a:latin typeface="Verdana"/>
                <a:cs typeface="Verdana"/>
              </a:rPr>
              <a:t>treatment</a:t>
            </a:r>
            <a:endParaRPr sz="19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har char="•"/>
            </a:pPr>
            <a:endParaRPr sz="2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What’s</a:t>
            </a:r>
            <a:r>
              <a:rPr sz="2300" b="1" spc="-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next?</a:t>
            </a:r>
            <a:endParaRPr sz="2300">
              <a:latin typeface="Verdana"/>
              <a:cs typeface="Verdana"/>
            </a:endParaRPr>
          </a:p>
          <a:p>
            <a:pPr marL="508000" marR="897255" lvl="1" indent="-240029">
              <a:lnSpc>
                <a:spcPts val="2300"/>
              </a:lnSpc>
              <a:spcBef>
                <a:spcPts val="1325"/>
              </a:spcBef>
              <a:buSzPct val="85714"/>
              <a:buFont typeface="Arial MT"/>
              <a:buChar char="•"/>
              <a:tabLst>
                <a:tab pos="508000" algn="l"/>
                <a:tab pos="508634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Apply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the concept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database scenarios and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fine-tuning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941</TotalTime>
  <Words>2977</Words>
  <Application>Microsoft Macintosh PowerPoint</Application>
  <PresentationFormat>Custom</PresentationFormat>
  <Paragraphs>602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Arial</vt:lpstr>
      <vt:lpstr>Arial MT</vt:lpstr>
      <vt:lpstr>Calibri</vt:lpstr>
      <vt:lpstr>HelveticaNeue</vt:lpstr>
      <vt:lpstr>Times New Roman</vt:lpstr>
      <vt:lpstr>Trebuchet MS</vt:lpstr>
      <vt:lpstr>Verdana</vt:lpstr>
      <vt:lpstr>Wingdings</vt:lpstr>
      <vt:lpstr>Office Theme</vt:lpstr>
      <vt:lpstr>E-R Diagram:  Subclass, E-R to relational design</vt:lpstr>
      <vt:lpstr>Course Announcements</vt:lpstr>
      <vt:lpstr>E-R Diagram: Building Blocks</vt:lpstr>
      <vt:lpstr>Cardinality (or Multiplicity)</vt:lpstr>
      <vt:lpstr>Cardinality: One-to-One</vt:lpstr>
      <vt:lpstr>Example</vt:lpstr>
      <vt:lpstr>Cardinality: One-to-Many</vt:lpstr>
      <vt:lpstr>Example</vt:lpstr>
      <vt:lpstr>Cardinality: Many-to-Many</vt:lpstr>
      <vt:lpstr>Example</vt:lpstr>
      <vt:lpstr>Subclassing</vt:lpstr>
      <vt:lpstr>Subclassing</vt:lpstr>
      <vt:lpstr>Let’s try: Subclassing (Movies)</vt:lpstr>
      <vt:lpstr>PowerPoint Presentation</vt:lpstr>
      <vt:lpstr>Recap: Entity vs. Attribute</vt:lpstr>
      <vt:lpstr>Design Decision</vt:lpstr>
      <vt:lpstr>Design Decision (2)</vt:lpstr>
      <vt:lpstr>Decisions to Make</vt:lpstr>
      <vt:lpstr>Rules of Thumb</vt:lpstr>
      <vt:lpstr>PowerPoint Presentation</vt:lpstr>
      <vt:lpstr>E-R Diagrams to Relations</vt:lpstr>
      <vt:lpstr>Strong Entity Set</vt:lpstr>
      <vt:lpstr>Strong Entity Set  with Composite Attribute</vt:lpstr>
      <vt:lpstr>Strong Entity Set  with Multivalued Attribute</vt:lpstr>
      <vt:lpstr>Let’s try: E-R to Relations (1)</vt:lpstr>
      <vt:lpstr>Weak Entity Set</vt:lpstr>
      <vt:lpstr>Let’s try: E-R to Relations (2)</vt:lpstr>
      <vt:lpstr>Relationship Set: Many-to-Many</vt:lpstr>
      <vt:lpstr>Let’s try: E-R to Relations (3)</vt:lpstr>
      <vt:lpstr>Let’s try: E-R to Relations (4)</vt:lpstr>
      <vt:lpstr>Relationship Set:  Many-to-One / One-to-Many</vt:lpstr>
      <vt:lpstr>Relationship Set:  Many-to-One / One-to-Many</vt:lpstr>
      <vt:lpstr>Let’s try: E-R to Relations (5)</vt:lpstr>
      <vt:lpstr>Relationship Set: One-to-One</vt:lpstr>
      <vt:lpstr>Relationship Set: One-to-One</vt:lpstr>
      <vt:lpstr>Let’s try: E-R to Relations (7)</vt:lpstr>
      <vt:lpstr>Let’s try: E-R to Relations (8)</vt:lpstr>
      <vt:lpstr>Let’s do some practice</vt:lpstr>
      <vt:lpstr>Subclass (Option 1)</vt:lpstr>
      <vt:lpstr>Subclass (Option 2)</vt:lpstr>
      <vt:lpstr>Subclass (Option 3)</vt:lpstr>
      <vt:lpstr>Subclass: Design Decision</vt:lpstr>
      <vt:lpstr>Let’s do some practice</vt:lpstr>
      <vt:lpstr>Wrap-Up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4750meet06-07-ER-present</dc:title>
  <dc:creator>upsorn</dc:creator>
  <cp:lastModifiedBy>Farhan Tanvir</cp:lastModifiedBy>
  <cp:revision>43</cp:revision>
  <dcterms:created xsi:type="dcterms:W3CDTF">2024-01-15T04:28:42Z</dcterms:created>
  <dcterms:modified xsi:type="dcterms:W3CDTF">2026-01-28T13:34:33Z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2023-09-08T00:00:00Z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2024-01-15T00:00:00Z</vt:filetime>
  </property>
</Properties>
</file>