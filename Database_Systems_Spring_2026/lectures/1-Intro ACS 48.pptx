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518" r:id="rId2"/>
    <p:sldId id="521" r:id="rId3"/>
    <p:sldId id="283" r:id="rId4"/>
    <p:sldId id="282" r:id="rId5"/>
    <p:sldId id="303" r:id="rId6"/>
    <p:sldId id="519" r:id="rId7"/>
    <p:sldId id="516" r:id="rId8"/>
    <p:sldId id="520" r:id="rId9"/>
    <p:sldId id="517" r:id="rId10"/>
    <p:sldId id="257" r:id="rId11"/>
    <p:sldId id="258" r:id="rId12"/>
    <p:sldId id="259" r:id="rId13"/>
    <p:sldId id="260" r:id="rId14"/>
    <p:sldId id="263" r:id="rId15"/>
    <p:sldId id="265" r:id="rId16"/>
    <p:sldId id="270" r:id="rId17"/>
    <p:sldId id="271" r:id="rId18"/>
    <p:sldId id="272" r:id="rId19"/>
    <p:sldId id="262" r:id="rId20"/>
    <p:sldId id="274" r:id="rId21"/>
    <p:sldId id="264" r:id="rId22"/>
    <p:sldId id="275" r:id="rId23"/>
    <p:sldId id="266" r:id="rId24"/>
    <p:sldId id="276" r:id="rId2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>
      <p:cViewPr varScale="1">
        <p:scale>
          <a:sx n="107" d="100"/>
          <a:sy n="107" d="100"/>
        </p:scale>
        <p:origin x="164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79086-7129-482C-BC12-20E60F469FC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8218007-6C2C-4F1C-9F84-869B27484AA1}">
      <dgm:prSet/>
      <dgm:spPr/>
      <dgm:t>
        <a:bodyPr/>
        <a:lstStyle/>
        <a:p>
          <a:r>
            <a:rPr lang="en-US" dirty="0"/>
            <a:t>Class Engagement and Participation</a:t>
          </a:r>
        </a:p>
      </dgm:t>
    </dgm:pt>
    <dgm:pt modelId="{BF94E87B-59AF-42A4-BBE9-454AD212E03E}" type="parTrans" cxnId="{2DF87156-5956-42B9-998D-3BF4AF0B9AC7}">
      <dgm:prSet/>
      <dgm:spPr/>
      <dgm:t>
        <a:bodyPr/>
        <a:lstStyle/>
        <a:p>
          <a:endParaRPr lang="en-US"/>
        </a:p>
      </dgm:t>
    </dgm:pt>
    <dgm:pt modelId="{37219159-86C0-4FA1-8CC1-B52B14277608}" type="sibTrans" cxnId="{2DF87156-5956-42B9-998D-3BF4AF0B9AC7}">
      <dgm:prSet/>
      <dgm:spPr/>
      <dgm:t>
        <a:bodyPr/>
        <a:lstStyle/>
        <a:p>
          <a:endParaRPr lang="en-US"/>
        </a:p>
      </dgm:t>
    </dgm:pt>
    <dgm:pt modelId="{B471B74B-0E29-4823-B381-5A88B2F9A315}">
      <dgm:prSet/>
      <dgm:spPr/>
      <dgm:t>
        <a:bodyPr/>
        <a:lstStyle/>
        <a:p>
          <a:r>
            <a:rPr lang="en-US" dirty="0"/>
            <a:t>Careful Course Preparation</a:t>
          </a:r>
        </a:p>
      </dgm:t>
    </dgm:pt>
    <dgm:pt modelId="{45253748-6A31-4631-9D81-72DBB64B5E1A}" type="parTrans" cxnId="{A63FE6C8-F676-49F3-AAB8-86F2C1B41CC8}">
      <dgm:prSet/>
      <dgm:spPr/>
      <dgm:t>
        <a:bodyPr/>
        <a:lstStyle/>
        <a:p>
          <a:endParaRPr lang="en-US"/>
        </a:p>
      </dgm:t>
    </dgm:pt>
    <dgm:pt modelId="{D24F477B-CB1F-44F5-94C2-1435DD5B4DF9}" type="sibTrans" cxnId="{A63FE6C8-F676-49F3-AAB8-86F2C1B41CC8}">
      <dgm:prSet/>
      <dgm:spPr/>
      <dgm:t>
        <a:bodyPr/>
        <a:lstStyle/>
        <a:p>
          <a:endParaRPr lang="en-US"/>
        </a:p>
      </dgm:t>
    </dgm:pt>
    <dgm:pt modelId="{4A4057E5-2201-F941-B62D-AAB0C2C84397}" type="pres">
      <dgm:prSet presAssocID="{38B79086-7129-482C-BC12-20E60F469F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C038B2C-600A-9E4E-9C5F-D8722D50F467}" type="pres">
      <dgm:prSet presAssocID="{D8218007-6C2C-4F1C-9F84-869B27484AA1}" presName="hierRoot1" presStyleCnt="0"/>
      <dgm:spPr/>
    </dgm:pt>
    <dgm:pt modelId="{D5A44BA4-7CFD-6A44-83ED-AEFD04252CAA}" type="pres">
      <dgm:prSet presAssocID="{D8218007-6C2C-4F1C-9F84-869B27484AA1}" presName="composite" presStyleCnt="0"/>
      <dgm:spPr/>
    </dgm:pt>
    <dgm:pt modelId="{9EB248AE-8B82-DA44-A26A-C828F631D25B}" type="pres">
      <dgm:prSet presAssocID="{D8218007-6C2C-4F1C-9F84-869B27484AA1}" presName="background" presStyleLbl="node0" presStyleIdx="0" presStyleCnt="2"/>
      <dgm:spPr/>
    </dgm:pt>
    <dgm:pt modelId="{BC0644C5-5ED0-9C44-A8E1-883DC5ED4BD4}" type="pres">
      <dgm:prSet presAssocID="{D8218007-6C2C-4F1C-9F84-869B27484AA1}" presName="text" presStyleLbl="fgAcc0" presStyleIdx="0" presStyleCnt="2">
        <dgm:presLayoutVars>
          <dgm:chPref val="3"/>
        </dgm:presLayoutVars>
      </dgm:prSet>
      <dgm:spPr/>
    </dgm:pt>
    <dgm:pt modelId="{8D8BC43E-0154-554B-B784-896C1208CF83}" type="pres">
      <dgm:prSet presAssocID="{D8218007-6C2C-4F1C-9F84-869B27484AA1}" presName="hierChild2" presStyleCnt="0"/>
      <dgm:spPr/>
    </dgm:pt>
    <dgm:pt modelId="{2D391E4E-3795-E34F-959E-731DEAE865C2}" type="pres">
      <dgm:prSet presAssocID="{B471B74B-0E29-4823-B381-5A88B2F9A315}" presName="hierRoot1" presStyleCnt="0"/>
      <dgm:spPr/>
    </dgm:pt>
    <dgm:pt modelId="{AD2A5FCC-918D-6442-B5FC-B05B5739F81C}" type="pres">
      <dgm:prSet presAssocID="{B471B74B-0E29-4823-B381-5A88B2F9A315}" presName="composite" presStyleCnt="0"/>
      <dgm:spPr/>
    </dgm:pt>
    <dgm:pt modelId="{CCDFF7FA-2288-C145-93CC-0CA410562C6A}" type="pres">
      <dgm:prSet presAssocID="{B471B74B-0E29-4823-B381-5A88B2F9A315}" presName="background" presStyleLbl="node0" presStyleIdx="1" presStyleCnt="2"/>
      <dgm:spPr/>
    </dgm:pt>
    <dgm:pt modelId="{111C7F1F-5467-4949-B4E4-0D29C183A479}" type="pres">
      <dgm:prSet presAssocID="{B471B74B-0E29-4823-B381-5A88B2F9A315}" presName="text" presStyleLbl="fgAcc0" presStyleIdx="1" presStyleCnt="2">
        <dgm:presLayoutVars>
          <dgm:chPref val="3"/>
        </dgm:presLayoutVars>
      </dgm:prSet>
      <dgm:spPr/>
    </dgm:pt>
    <dgm:pt modelId="{2853EE94-0B49-D048-8BBA-271F34985E04}" type="pres">
      <dgm:prSet presAssocID="{B471B74B-0E29-4823-B381-5A88B2F9A315}" presName="hierChild2" presStyleCnt="0"/>
      <dgm:spPr/>
    </dgm:pt>
  </dgm:ptLst>
  <dgm:cxnLst>
    <dgm:cxn modelId="{2DF87156-5956-42B9-998D-3BF4AF0B9AC7}" srcId="{38B79086-7129-482C-BC12-20E60F469FCA}" destId="{D8218007-6C2C-4F1C-9F84-869B27484AA1}" srcOrd="0" destOrd="0" parTransId="{BF94E87B-59AF-42A4-BBE9-454AD212E03E}" sibTransId="{37219159-86C0-4FA1-8CC1-B52B14277608}"/>
    <dgm:cxn modelId="{5AA7EAAC-1C1D-5F4A-93C7-E3D84C236CBE}" type="presOf" srcId="{38B79086-7129-482C-BC12-20E60F469FCA}" destId="{4A4057E5-2201-F941-B62D-AAB0C2C84397}" srcOrd="0" destOrd="0" presId="urn:microsoft.com/office/officeart/2005/8/layout/hierarchy1"/>
    <dgm:cxn modelId="{871BA2BB-C1ED-D34C-B015-FF4D4D23E8C8}" type="presOf" srcId="{D8218007-6C2C-4F1C-9F84-869B27484AA1}" destId="{BC0644C5-5ED0-9C44-A8E1-883DC5ED4BD4}" srcOrd="0" destOrd="0" presId="urn:microsoft.com/office/officeart/2005/8/layout/hierarchy1"/>
    <dgm:cxn modelId="{A63FE6C8-F676-49F3-AAB8-86F2C1B41CC8}" srcId="{38B79086-7129-482C-BC12-20E60F469FCA}" destId="{B471B74B-0E29-4823-B381-5A88B2F9A315}" srcOrd="1" destOrd="0" parTransId="{45253748-6A31-4631-9D81-72DBB64B5E1A}" sibTransId="{D24F477B-CB1F-44F5-94C2-1435DD5B4DF9}"/>
    <dgm:cxn modelId="{A8305EF2-A050-C24F-A708-E4BA820A455E}" type="presOf" srcId="{B471B74B-0E29-4823-B381-5A88B2F9A315}" destId="{111C7F1F-5467-4949-B4E4-0D29C183A479}" srcOrd="0" destOrd="0" presId="urn:microsoft.com/office/officeart/2005/8/layout/hierarchy1"/>
    <dgm:cxn modelId="{4CE26EA5-29FC-7141-BDF1-5EE791038A86}" type="presParOf" srcId="{4A4057E5-2201-F941-B62D-AAB0C2C84397}" destId="{EC038B2C-600A-9E4E-9C5F-D8722D50F467}" srcOrd="0" destOrd="0" presId="urn:microsoft.com/office/officeart/2005/8/layout/hierarchy1"/>
    <dgm:cxn modelId="{D79C6D63-2FBE-8242-97A8-ADEB5D291601}" type="presParOf" srcId="{EC038B2C-600A-9E4E-9C5F-D8722D50F467}" destId="{D5A44BA4-7CFD-6A44-83ED-AEFD04252CAA}" srcOrd="0" destOrd="0" presId="urn:microsoft.com/office/officeart/2005/8/layout/hierarchy1"/>
    <dgm:cxn modelId="{AD55467F-9BF1-F74F-B599-E2B5C03A89DD}" type="presParOf" srcId="{D5A44BA4-7CFD-6A44-83ED-AEFD04252CAA}" destId="{9EB248AE-8B82-DA44-A26A-C828F631D25B}" srcOrd="0" destOrd="0" presId="urn:microsoft.com/office/officeart/2005/8/layout/hierarchy1"/>
    <dgm:cxn modelId="{BFCC8F1F-9CB2-8C42-BCCB-307645E0FF41}" type="presParOf" srcId="{D5A44BA4-7CFD-6A44-83ED-AEFD04252CAA}" destId="{BC0644C5-5ED0-9C44-A8E1-883DC5ED4BD4}" srcOrd="1" destOrd="0" presId="urn:microsoft.com/office/officeart/2005/8/layout/hierarchy1"/>
    <dgm:cxn modelId="{3415245F-78DB-F04A-80FC-4F52FAA1F800}" type="presParOf" srcId="{EC038B2C-600A-9E4E-9C5F-D8722D50F467}" destId="{8D8BC43E-0154-554B-B784-896C1208CF83}" srcOrd="1" destOrd="0" presId="urn:microsoft.com/office/officeart/2005/8/layout/hierarchy1"/>
    <dgm:cxn modelId="{CB9DE91E-BDC5-EC4A-B624-E74FF3EB62D7}" type="presParOf" srcId="{4A4057E5-2201-F941-B62D-AAB0C2C84397}" destId="{2D391E4E-3795-E34F-959E-731DEAE865C2}" srcOrd="1" destOrd="0" presId="urn:microsoft.com/office/officeart/2005/8/layout/hierarchy1"/>
    <dgm:cxn modelId="{5110E5AF-FEAC-3647-A44D-F6CD86C34DCD}" type="presParOf" srcId="{2D391E4E-3795-E34F-959E-731DEAE865C2}" destId="{AD2A5FCC-918D-6442-B5FC-B05B5739F81C}" srcOrd="0" destOrd="0" presId="urn:microsoft.com/office/officeart/2005/8/layout/hierarchy1"/>
    <dgm:cxn modelId="{3B16F6EF-69B7-214F-85F2-4296A3836210}" type="presParOf" srcId="{AD2A5FCC-918D-6442-B5FC-B05B5739F81C}" destId="{CCDFF7FA-2288-C145-93CC-0CA410562C6A}" srcOrd="0" destOrd="0" presId="urn:microsoft.com/office/officeart/2005/8/layout/hierarchy1"/>
    <dgm:cxn modelId="{EC4FFBD2-3472-9243-943A-64A4C83EC1B1}" type="presParOf" srcId="{AD2A5FCC-918D-6442-B5FC-B05B5739F81C}" destId="{111C7F1F-5467-4949-B4E4-0D29C183A479}" srcOrd="1" destOrd="0" presId="urn:microsoft.com/office/officeart/2005/8/layout/hierarchy1"/>
    <dgm:cxn modelId="{7D30C4A1-C89B-0D4D-901D-6C2F38966567}" type="presParOf" srcId="{2D391E4E-3795-E34F-959E-731DEAE865C2}" destId="{2853EE94-0B49-D048-8BBA-271F34985E0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248AE-8B82-DA44-A26A-C828F631D25B}">
      <dsp:nvSpPr>
        <dsp:cNvPr id="0" name=""/>
        <dsp:cNvSpPr/>
      </dsp:nvSpPr>
      <dsp:spPr>
        <a:xfrm>
          <a:off x="110790" y="505"/>
          <a:ext cx="3574556" cy="22698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644C5-5ED0-9C44-A8E1-883DC5ED4BD4}">
      <dsp:nvSpPr>
        <dsp:cNvPr id="0" name=""/>
        <dsp:cNvSpPr/>
      </dsp:nvSpPr>
      <dsp:spPr>
        <a:xfrm>
          <a:off x="507963" y="377819"/>
          <a:ext cx="3574556" cy="226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Class Engagement and Participation</a:t>
          </a:r>
        </a:p>
      </dsp:txBody>
      <dsp:txXfrm>
        <a:off x="574444" y="444300"/>
        <a:ext cx="3441594" cy="2136881"/>
      </dsp:txXfrm>
    </dsp:sp>
    <dsp:sp modelId="{CCDFF7FA-2288-C145-93CC-0CA410562C6A}">
      <dsp:nvSpPr>
        <dsp:cNvPr id="0" name=""/>
        <dsp:cNvSpPr/>
      </dsp:nvSpPr>
      <dsp:spPr>
        <a:xfrm>
          <a:off x="4479692" y="505"/>
          <a:ext cx="3574556" cy="22698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C7F1F-5467-4949-B4E4-0D29C183A479}">
      <dsp:nvSpPr>
        <dsp:cNvPr id="0" name=""/>
        <dsp:cNvSpPr/>
      </dsp:nvSpPr>
      <dsp:spPr>
        <a:xfrm>
          <a:off x="4876865" y="377819"/>
          <a:ext cx="3574556" cy="22698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Careful Course Preparation</a:t>
          </a:r>
        </a:p>
      </dsp:txBody>
      <dsp:txXfrm>
        <a:off x="4943346" y="444300"/>
        <a:ext cx="3441594" cy="21368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03A4D-B2AE-F827-F9AB-B6C99E0F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9BAC4-DA36-8952-D86F-C6B75949C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35227-6CDB-2FEF-8FEB-37CECABB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BAB6-7013-D63A-6EBF-7925773B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5345D-3848-C0DF-6CA8-B49BB7F9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32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70FC-9EDB-4BA0-1BDA-416BBD9A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A1424-C5D9-35B7-2607-ABBD92147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6F6B0-1838-01F3-5ADD-9F4C22D6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82187-50DA-FEBB-0E62-05F49EB5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CB10B-3A92-C0DD-1588-4E8C16783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4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F7E8-748F-C6C1-2C92-13D00C7F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838D1-6A47-151A-C1C2-1C7954536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565C6-A6A7-83FE-8C00-9305E714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70B8C-316C-0DD7-DAF8-5E3FB97A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92C00-8AE8-EA02-4E22-7F8E7462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93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88D9-C9C3-0D06-3EDD-4C0E229C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B3B8-0C13-22D9-13E5-DFACE0E5A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E4027-CF26-F840-C350-59915EF3F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5D621-8BB2-A8E8-FF08-AE43E590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68DD0-46ED-447F-21DE-019B7FB2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78C79-4B9F-8416-9A43-8FF8EFC0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8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2E17-5197-DFBE-655E-F2B42535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C37E-762C-42E6-B9C2-4012F0C1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6AF96-2FE8-1B32-3865-87490786E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9E123-63E4-FB7A-871C-BCAAA5D8F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792AC-55C3-6760-0BC5-515A6844A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C062E-FC7A-E115-D4E6-BAE2A273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E39C7-0006-24A5-7616-CB8BA1E33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6BA1D-D547-E13F-9CB0-A3398054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0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FE5B-96AD-DCAC-7115-6D9198EC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170BF-0945-DA20-5E37-DEBEE233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F779C4-3D5C-C3AF-4144-CBF325A89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CCD83-CEEE-CEED-360F-6D23B233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A64490-70DB-9248-2D2F-4D0B6DC3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0EB89-3D09-A325-A7B7-8C5C397F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A4EE8-C4CC-9C42-B3FD-8F09A7B5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78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0B09-31C5-E9D9-5EA6-B582457F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EA3B-7D32-06E7-3E72-F3FC1AE93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3AC24-3077-6868-3B15-674CF9F20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7DF42-1D35-1C00-EF54-A5924D5D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79598-0F4E-655B-C084-E94DFA08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E0AEC-F003-1066-9A9E-B3A04F29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88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C6C7-B9C4-F926-96F1-35C72FFB2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A2F290-79DB-5A2B-09A7-D9A59B030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3B276-5521-FC9B-ABBD-45A56DCB2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EC2B3-E469-63F0-89C9-CE7F9510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D493F-643F-4618-56E0-C5C69F85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82231-60B6-FD09-557C-A761E6AF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7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8318-169E-139B-5AEF-78226DD7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B1705-FDE8-8268-4AD0-5FB510705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C2F4A-9E92-989F-72DA-F7381475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D81EF-0ADF-761A-8187-62699AE1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7CEF5-D3C5-C0AE-406A-F087BD77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60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67B66-D556-2D21-685D-50A08E00C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66E11-33C7-3AA5-F497-F0A750297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FD51-F45E-E071-4E1E-16C70B86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13946-D6ED-562E-5C77-0A7B905F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B574-48CA-24B4-42D8-31AF146C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1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P</a:t>
            </a:r>
            <a:r>
              <a:rPr spc="-5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3810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19090" y="1116296"/>
            <a:ext cx="9044310" cy="11600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519090" y="2899936"/>
            <a:ext cx="9044310" cy="409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502908" lvl="0" indent="-37718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005815" lvl="1" indent="-3492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508722" lvl="2" indent="-3492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011630" lvl="3" indent="-34924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514537" lvl="4" indent="-3492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017445" lvl="5" indent="-3492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520352" lvl="6" indent="-34924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023259" lvl="7" indent="-34924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526167" lvl="8" indent="-34924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9375895" y="7095609"/>
            <a:ext cx="603570" cy="5947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080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318AA-1F51-73F3-C284-77010C95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337B5-DCC4-F81D-41C2-CD1DFDD34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C2A5-E742-18DA-D92E-BF72A6412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P</a:t>
            </a:r>
            <a:r>
              <a:rPr lang="en-US" spc="-5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74035-B761-8BC7-678A-A20ABB080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2B83-23D4-F322-A81C-995E0989B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36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ftanvir@gsu.edu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lz3QtIXF8eUfiQyXEqasHjiLjBd-bscamVAJj00cBhg/edit?gid=0#gid=0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D03D-F00C-F2DF-800F-1764062B6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4540" y="1321309"/>
            <a:ext cx="5533344" cy="3211451"/>
          </a:xfrm>
        </p:spPr>
        <p:txBody>
          <a:bodyPr>
            <a:normAutofit/>
          </a:bodyPr>
          <a:lstStyle/>
          <a:p>
            <a:pPr algn="l"/>
            <a:r>
              <a:rPr lang="en-US" sz="5445" dirty="0"/>
              <a:t>CS 4710 Database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732F0-3B4E-5A0D-4338-5C29A2B49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302" y="4877983"/>
            <a:ext cx="5533577" cy="129482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Farhan Tanvir</a:t>
            </a:r>
            <a:endParaRPr lang="en-US"/>
          </a:p>
          <a:p>
            <a:pPr algn="l"/>
            <a:r>
              <a:rPr lang="en-US" dirty="0"/>
              <a:t>Lecturer, Department of Computer Science</a:t>
            </a:r>
            <a:endParaRPr lang="en-US"/>
          </a:p>
        </p:txBody>
      </p:sp>
      <p:pic>
        <p:nvPicPr>
          <p:cNvPr id="5" name="Picture 4" descr="A blue sign with white text&#10;&#10;Description automatically generated">
            <a:extLst>
              <a:ext uri="{FF2B5EF4-FFF2-40B4-BE49-F238E27FC236}">
                <a16:creationId xmlns:a16="http://schemas.microsoft.com/office/drawing/2014/main" id="{57FE527F-BBEC-23FC-CBC1-BD3769717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3" y="2329090"/>
            <a:ext cx="3372079" cy="285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3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0058398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31018" cy="25907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0B036-5FC9-6E65-D36A-A9BC07C0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7" y="396888"/>
            <a:ext cx="3833696" cy="1841123"/>
          </a:xfrm>
        </p:spPr>
        <p:txBody>
          <a:bodyPr anchor="ctr">
            <a:normAutofit/>
          </a:bodyPr>
          <a:lstStyle/>
          <a:p>
            <a:r>
              <a:rPr lang="en-US" sz="3900"/>
              <a:t>Professional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54FE-2763-275C-7F7A-C52E1355D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86" y="3108960"/>
            <a:ext cx="3833697" cy="4094902"/>
          </a:xfrm>
        </p:spPr>
        <p:txBody>
          <a:bodyPr anchor="ctr">
            <a:normAutofit/>
          </a:bodyPr>
          <a:lstStyle/>
          <a:p>
            <a:r>
              <a:rPr lang="en-US" sz="1900"/>
              <a:t>PhD in Computer Science, Oklahoma State University</a:t>
            </a:r>
          </a:p>
          <a:p>
            <a:r>
              <a:rPr lang="en-US" sz="1900"/>
              <a:t>3 years of industry experience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Research Areas:</a:t>
            </a:r>
          </a:p>
          <a:p>
            <a:pPr lvl="1"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Graph Mining, Graph Neural Network</a:t>
            </a:r>
          </a:p>
          <a:p>
            <a:pPr lvl="1"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Bioinformatics, Computational Biomedicine</a:t>
            </a:r>
          </a:p>
          <a:p>
            <a:endParaRPr lang="en-US" sz="1900"/>
          </a:p>
          <a:p>
            <a:endParaRPr lang="en-US" sz="1900"/>
          </a:p>
        </p:txBody>
      </p:sp>
      <p:pic>
        <p:nvPicPr>
          <p:cNvPr id="16" name="Picture 15" descr="Metallic spheres connected in mesh">
            <a:extLst>
              <a:ext uri="{FF2B5EF4-FFF2-40B4-BE49-F238E27FC236}">
                <a16:creationId xmlns:a16="http://schemas.microsoft.com/office/drawing/2014/main" id="{DA435A13-C45D-3AE1-421A-E29376FB46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54" r="29606"/>
          <a:stretch/>
        </p:blipFill>
        <p:spPr>
          <a:xfrm>
            <a:off x="5029200" y="1"/>
            <a:ext cx="503483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3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426E-BDEF-8C3E-3E68-EE834D9D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5" y="1685926"/>
            <a:ext cx="4400713" cy="1409300"/>
          </a:xfrm>
        </p:spPr>
        <p:txBody>
          <a:bodyPr spcFirstLastPara="1" vert="horz" wrap="square" lIns="75438" tIns="37719" rIns="75438" bIns="37719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3300"/>
              <a:t>Hobbies and Interests: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7FA64D5-D437-67BB-BABA-A94675BCD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485" y="3095227"/>
            <a:ext cx="4400713" cy="3110114"/>
          </a:xfrm>
        </p:spPr>
        <p:txBody>
          <a:bodyPr spcFirstLastPara="1" vert="horz" wrap="square" lIns="75438" tIns="37719" rIns="75438" bIns="37719" rtlCol="0" anchor="ctr" anchorCtr="0">
            <a:normAutofit/>
          </a:bodyPr>
          <a:lstStyle/>
          <a:p>
            <a:pPr lvl="1" indent="-188595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650" dirty="0"/>
              <a:t>Playing ping pong</a:t>
            </a:r>
          </a:p>
          <a:p>
            <a:pPr lvl="1" indent="-188595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650" dirty="0"/>
              <a:t>Following soccer, Formula 1</a:t>
            </a:r>
          </a:p>
          <a:p>
            <a:pPr lvl="1" indent="-188595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650" dirty="0"/>
              <a:t>Explore new places</a:t>
            </a:r>
          </a:p>
          <a:p>
            <a:pPr lvl="1" indent="-188595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650" dirty="0"/>
              <a:t>Watching movies and TV series</a:t>
            </a:r>
          </a:p>
          <a:p>
            <a:pPr lvl="1" indent="-188595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650" dirty="0"/>
              <a:t>Reading</a:t>
            </a:r>
          </a:p>
          <a:p>
            <a:pPr indent="-188595">
              <a:buFont typeface="Arial" panose="020B0604020202020204" pitchFamily="34" charset="0"/>
              <a:buChar char="•"/>
            </a:pPr>
            <a:endParaRPr lang="en-US" sz="16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8525E-439D-048F-3333-A4ECC8CB12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01" r="34116" b="-1"/>
          <a:stretch/>
        </p:blipFill>
        <p:spPr>
          <a:xfrm>
            <a:off x="5657683" y="1048294"/>
            <a:ext cx="4400718" cy="5666831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13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5884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bstract blurred public library with bookshelves">
            <a:extLst>
              <a:ext uri="{FF2B5EF4-FFF2-40B4-BE49-F238E27FC236}">
                <a16:creationId xmlns:a16="http://schemas.microsoft.com/office/drawing/2014/main" id="{00B14D93-511A-5690-12D9-01496ECB0F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7" r="26462"/>
          <a:stretch/>
        </p:blipFill>
        <p:spPr>
          <a:xfrm>
            <a:off x="20" y="10"/>
            <a:ext cx="7977435" cy="77723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28140" y="0"/>
            <a:ext cx="5830257" cy="77724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576E8-A336-0F45-B6CB-23F5AA9B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578" y="413808"/>
            <a:ext cx="3153306" cy="2153233"/>
          </a:xfr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900"/>
              <a:t>Farhan Tanvir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CA92-C71E-7F47-BC01-BA2A428AA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3578" y="2758761"/>
            <a:ext cx="3153306" cy="4241797"/>
          </a:xfr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597205" indent="-228600" defTabSz="914400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Address: 1 Park Place, Suite 717, Atlanta, GA 303032</a:t>
            </a:r>
          </a:p>
          <a:p>
            <a:pPr marL="597205" indent="-228600" defTabSz="914400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Email: </a:t>
            </a:r>
            <a:r>
              <a:rPr lang="en-US" sz="1900" dirty="0">
                <a:hlinkClick r:id="rId3"/>
              </a:rPr>
              <a:t>ftanvir@gsu.edu</a:t>
            </a:r>
            <a:endParaRPr lang="en-US" sz="1900" dirty="0"/>
          </a:p>
          <a:p>
            <a:pPr marL="597205" indent="-228600" defTabSz="914400">
              <a:spcAft>
                <a:spcPts val="495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Office Hours: TR 12:30-1:30 PM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F8F9056-878F-BA48-AB45-1670F45BB3D3}"/>
              </a:ext>
            </a:extLst>
          </p:cNvPr>
          <p:cNvSpPr txBox="1">
            <a:spLocks/>
          </p:cNvSpPr>
          <p:nvPr/>
        </p:nvSpPr>
        <p:spPr>
          <a:xfrm>
            <a:off x="5548288" y="4214496"/>
            <a:ext cx="4510110" cy="2360929"/>
          </a:xfrm>
          <a:prstGeom prst="rect">
            <a:avLst/>
          </a:prstGeom>
        </p:spPr>
        <p:txBody>
          <a:bodyPr spcFirstLastPara="1" vert="horz" wrap="square" lIns="75426" tIns="75426" rIns="75426" bIns="75426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727" indent="0">
              <a:spcAft>
                <a:spcPts val="495"/>
              </a:spcAft>
              <a:buNone/>
            </a:pPr>
            <a:endParaRPr lang="en-US" sz="1073" dirty="0"/>
          </a:p>
        </p:txBody>
      </p:sp>
    </p:spTree>
    <p:extLst>
      <p:ext uri="{BB962C8B-B14F-4D97-AF65-F5344CB8AC3E}">
        <p14:creationId xmlns:p14="http://schemas.microsoft.com/office/powerpoint/2010/main" val="99087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lasses on top of a book">
            <a:extLst>
              <a:ext uri="{FF2B5EF4-FFF2-40B4-BE49-F238E27FC236}">
                <a16:creationId xmlns:a16="http://schemas.microsoft.com/office/drawing/2014/main" id="{12A675FB-4D92-39BD-EA39-AC0938366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11" r="43644" b="1"/>
          <a:stretch/>
        </p:blipFill>
        <p:spPr>
          <a:xfrm>
            <a:off x="20" y="-2"/>
            <a:ext cx="4463392" cy="77724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3412" y="-1"/>
            <a:ext cx="5594987" cy="2590799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3C1BB-2E8E-E282-EBF1-43FC6F08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136" y="459776"/>
            <a:ext cx="4508599" cy="1767208"/>
          </a:xfrm>
        </p:spPr>
        <p:txBody>
          <a:bodyPr>
            <a:normAutofit/>
          </a:bodyPr>
          <a:lstStyle/>
          <a:p>
            <a:r>
              <a:rPr lang="en-US" sz="390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A052-F51B-37C3-1176-0858334D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5136" y="3108960"/>
            <a:ext cx="4329056" cy="3963128"/>
          </a:xfrm>
        </p:spPr>
        <p:txBody>
          <a:bodyPr anchor="ctr">
            <a:normAutofit/>
          </a:bodyPr>
          <a:lstStyle/>
          <a:p>
            <a:pPr marL="62341">
              <a:spcBef>
                <a:spcPts val="91"/>
              </a:spcBef>
            </a:pPr>
            <a:r>
              <a:rPr lang="en-US" sz="1900" b="1" dirty="0"/>
              <a:t>Textbook: </a:t>
            </a:r>
          </a:p>
          <a:p>
            <a:pPr marL="0" indent="0">
              <a:spcBef>
                <a:spcPts val="91"/>
              </a:spcBef>
              <a:buNone/>
            </a:pPr>
            <a:r>
              <a:rPr lang="en-US" sz="19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Database System Concepts, Abraham </a:t>
            </a:r>
            <a:r>
              <a:rPr lang="en-US" sz="1900" dirty="0" err="1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Silberschatz</a:t>
            </a:r>
            <a:r>
              <a:rPr lang="en-US" sz="19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, Henry F. </a:t>
            </a:r>
            <a:r>
              <a:rPr lang="en-US" sz="1900" dirty="0" err="1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Korth</a:t>
            </a:r>
            <a:r>
              <a:rPr lang="en-US" sz="1900" dirty="0">
                <a:effectLst/>
                <a:latin typeface="AppleSystemUIFont"/>
                <a:ea typeface="Calibri" panose="020F0502020204030204" pitchFamily="34" charset="0"/>
                <a:cs typeface="AppleSystemUIFont"/>
              </a:rPr>
              <a:t>, S. Sudarshan, 7th Edition, McGraw-Hill / ISBN 978-0078022159</a:t>
            </a:r>
            <a:r>
              <a:rPr lang="en-US" sz="1900" dirty="0">
                <a:effectLst/>
              </a:rPr>
              <a:t> </a:t>
            </a:r>
          </a:p>
          <a:p>
            <a:pPr marL="0" indent="0">
              <a:spcBef>
                <a:spcPts val="91"/>
              </a:spcBef>
              <a:buNone/>
            </a:pPr>
            <a:endParaRPr lang="en-US" sz="1900" b="1" dirty="0">
              <a:latin typeface="Calibri" panose="020F0502020204030204" pitchFamily="34" charset="0"/>
              <a:ea typeface="Carlito"/>
              <a:cs typeface="Carlito"/>
            </a:endParaRPr>
          </a:p>
          <a:p>
            <a:pPr marL="0" indent="0">
              <a:spcBef>
                <a:spcPts val="91"/>
              </a:spcBef>
              <a:buNone/>
            </a:pPr>
            <a:r>
              <a:rPr lang="en-US" sz="1900" b="1" dirty="0">
                <a:latin typeface="Calibri" panose="020F0502020204030204" pitchFamily="34" charset="0"/>
                <a:ea typeface="Carlito"/>
                <a:cs typeface="Carlito"/>
              </a:rPr>
              <a:t>TAs: </a:t>
            </a:r>
            <a:endParaRPr lang="en-US" sz="1900" dirty="0">
              <a:latin typeface="Carlito"/>
              <a:ea typeface="Carlito"/>
              <a:cs typeface="Carlito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Snehitha</a:t>
            </a: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Poranki</a:t>
            </a:r>
            <a:r>
              <a:rPr lang="en-US" sz="1800" spc="15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(sporanki1@student.gsu.edu)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52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59E-7791-F906-ADF4-2D4A6BAE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996" y="1725441"/>
            <a:ext cx="8392733" cy="1282446"/>
          </a:xfrm>
        </p:spPr>
        <p:txBody>
          <a:bodyPr anchor="ctr">
            <a:normAutofit/>
          </a:bodyPr>
          <a:lstStyle/>
          <a:p>
            <a:r>
              <a:rPr lang="en-US" sz="3960"/>
              <a:t>Teaching Philosophy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28F8FA-4BD3-2857-0F42-109F6919E1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6297" y="3546728"/>
          <a:ext cx="8562213" cy="2648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313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5885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653" y="373075"/>
            <a:ext cx="5157166" cy="2020824"/>
          </a:xfrm>
        </p:spPr>
        <p:txBody>
          <a:bodyPr anchor="b">
            <a:normAutofit/>
          </a:bodyPr>
          <a:lstStyle/>
          <a:p>
            <a:r>
              <a:rPr lang="en-US" altLang="zh-CN" sz="5200">
                <a:ea typeface="宋体" charset="-122"/>
              </a:rPr>
              <a:t>Zybook</a:t>
            </a:r>
            <a:endParaRPr lang="zh-CN" altLang="en-US" sz="5200"/>
          </a:p>
        </p:txBody>
      </p:sp>
      <p:pic>
        <p:nvPicPr>
          <p:cNvPr id="6" name="Picture 5" descr="Graph on document with pen">
            <a:extLst>
              <a:ext uri="{FF2B5EF4-FFF2-40B4-BE49-F238E27FC236}">
                <a16:creationId xmlns:a16="http://schemas.microsoft.com/office/drawing/2014/main" id="{C1640A9B-5491-E797-9465-80C12B1AD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62" r="26640"/>
          <a:stretch/>
        </p:blipFill>
        <p:spPr>
          <a:xfrm>
            <a:off x="20" y="10"/>
            <a:ext cx="3842289" cy="77723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0653" y="2691606"/>
            <a:ext cx="3500961" cy="20727"/>
          </a:xfrm>
          <a:custGeom>
            <a:avLst/>
            <a:gdLst>
              <a:gd name="csX0" fmla="*/ 0 w 3500961"/>
              <a:gd name="csY0" fmla="*/ 0 h 20727"/>
              <a:gd name="csX1" fmla="*/ 583494 w 3500961"/>
              <a:gd name="csY1" fmla="*/ 0 h 20727"/>
              <a:gd name="csX2" fmla="*/ 1096968 w 3500961"/>
              <a:gd name="csY2" fmla="*/ 0 h 20727"/>
              <a:gd name="csX3" fmla="*/ 1680461 w 3500961"/>
              <a:gd name="csY3" fmla="*/ 0 h 20727"/>
              <a:gd name="csX4" fmla="*/ 2158926 w 3500961"/>
              <a:gd name="csY4" fmla="*/ 0 h 20727"/>
              <a:gd name="csX5" fmla="*/ 2707410 w 3500961"/>
              <a:gd name="csY5" fmla="*/ 0 h 20727"/>
              <a:gd name="csX6" fmla="*/ 3500961 w 3500961"/>
              <a:gd name="csY6" fmla="*/ 0 h 20727"/>
              <a:gd name="csX7" fmla="*/ 3500961 w 3500961"/>
              <a:gd name="csY7" fmla="*/ 20727 h 20727"/>
              <a:gd name="csX8" fmla="*/ 2917468 w 3500961"/>
              <a:gd name="csY8" fmla="*/ 20727 h 20727"/>
              <a:gd name="csX9" fmla="*/ 2298964 w 3500961"/>
              <a:gd name="csY9" fmla="*/ 20727 h 20727"/>
              <a:gd name="csX10" fmla="*/ 1785490 w 3500961"/>
              <a:gd name="csY10" fmla="*/ 20727 h 20727"/>
              <a:gd name="csX11" fmla="*/ 1131977 w 3500961"/>
              <a:gd name="csY11" fmla="*/ 20727 h 20727"/>
              <a:gd name="csX12" fmla="*/ 618503 w 3500961"/>
              <a:gd name="csY12" fmla="*/ 20727 h 20727"/>
              <a:gd name="csX13" fmla="*/ 0 w 3500961"/>
              <a:gd name="csY13" fmla="*/ 20727 h 20727"/>
              <a:gd name="csX14" fmla="*/ 0 w 3500961"/>
              <a:gd name="csY14" fmla="*/ 0 h 20727"/>
              <a:gd name="csX0" fmla="*/ 0 w 3500961"/>
              <a:gd name="csY0" fmla="*/ 0 h 20727"/>
              <a:gd name="csX1" fmla="*/ 513474 w 3500961"/>
              <a:gd name="csY1" fmla="*/ 0 h 20727"/>
              <a:gd name="csX2" fmla="*/ 991939 w 3500961"/>
              <a:gd name="csY2" fmla="*/ 0 h 20727"/>
              <a:gd name="csX3" fmla="*/ 1505413 w 3500961"/>
              <a:gd name="csY3" fmla="*/ 0 h 20727"/>
              <a:gd name="csX4" fmla="*/ 2088907 w 3500961"/>
              <a:gd name="csY4" fmla="*/ 0 h 20727"/>
              <a:gd name="csX5" fmla="*/ 2707410 w 3500961"/>
              <a:gd name="csY5" fmla="*/ 0 h 20727"/>
              <a:gd name="csX6" fmla="*/ 3500961 w 3500961"/>
              <a:gd name="csY6" fmla="*/ 0 h 20727"/>
              <a:gd name="csX7" fmla="*/ 3500961 w 3500961"/>
              <a:gd name="csY7" fmla="*/ 20727 h 20727"/>
              <a:gd name="csX8" fmla="*/ 2847448 w 3500961"/>
              <a:gd name="csY8" fmla="*/ 20727 h 20727"/>
              <a:gd name="csX9" fmla="*/ 2368984 w 3500961"/>
              <a:gd name="csY9" fmla="*/ 20727 h 20727"/>
              <a:gd name="csX10" fmla="*/ 1715471 w 3500961"/>
              <a:gd name="csY10" fmla="*/ 20727 h 20727"/>
              <a:gd name="csX11" fmla="*/ 1061958 w 3500961"/>
              <a:gd name="csY11" fmla="*/ 20727 h 20727"/>
              <a:gd name="csX12" fmla="*/ 583494 w 3500961"/>
              <a:gd name="csY12" fmla="*/ 20727 h 20727"/>
              <a:gd name="csX13" fmla="*/ 0 w 3500961"/>
              <a:gd name="csY13" fmla="*/ 20727 h 20727"/>
              <a:gd name="csX14" fmla="*/ 0 w 3500961"/>
              <a:gd name="csY14" fmla="*/ 0 h 20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00961" h="20727" fill="none" extrusionOk="0">
                <a:moveTo>
                  <a:pt x="0" y="0"/>
                </a:moveTo>
                <a:cubicBezTo>
                  <a:pt x="147035" y="4031"/>
                  <a:pt x="399687" y="-28952"/>
                  <a:pt x="583494" y="0"/>
                </a:cubicBezTo>
                <a:cubicBezTo>
                  <a:pt x="767645" y="1067"/>
                  <a:pt x="836319" y="6800"/>
                  <a:pt x="1096968" y="0"/>
                </a:cubicBezTo>
                <a:cubicBezTo>
                  <a:pt x="1327678" y="16815"/>
                  <a:pt x="1415141" y="11952"/>
                  <a:pt x="1680461" y="0"/>
                </a:cubicBezTo>
                <a:cubicBezTo>
                  <a:pt x="1930357" y="-16893"/>
                  <a:pt x="2031679" y="-18528"/>
                  <a:pt x="2158926" y="0"/>
                </a:cubicBezTo>
                <a:cubicBezTo>
                  <a:pt x="2278849" y="-2721"/>
                  <a:pt x="2530550" y="-2301"/>
                  <a:pt x="2707410" y="0"/>
                </a:cubicBezTo>
                <a:cubicBezTo>
                  <a:pt x="2851247" y="-56502"/>
                  <a:pt x="3114624" y="-8445"/>
                  <a:pt x="3500961" y="0"/>
                </a:cubicBezTo>
                <a:cubicBezTo>
                  <a:pt x="3500835" y="6833"/>
                  <a:pt x="3500657" y="11778"/>
                  <a:pt x="3500961" y="20727"/>
                </a:cubicBezTo>
                <a:cubicBezTo>
                  <a:pt x="3304028" y="-12883"/>
                  <a:pt x="3081857" y="12653"/>
                  <a:pt x="2917468" y="20727"/>
                </a:cubicBezTo>
                <a:cubicBezTo>
                  <a:pt x="2767896" y="-4728"/>
                  <a:pt x="2450122" y="9177"/>
                  <a:pt x="2298964" y="20727"/>
                </a:cubicBezTo>
                <a:cubicBezTo>
                  <a:pt x="2099606" y="50946"/>
                  <a:pt x="2014280" y="42848"/>
                  <a:pt x="1785490" y="20727"/>
                </a:cubicBezTo>
                <a:cubicBezTo>
                  <a:pt x="1543308" y="8260"/>
                  <a:pt x="1439875" y="14900"/>
                  <a:pt x="1131977" y="20727"/>
                </a:cubicBezTo>
                <a:cubicBezTo>
                  <a:pt x="827292" y="31599"/>
                  <a:pt x="873963" y="41070"/>
                  <a:pt x="618503" y="20727"/>
                </a:cubicBezTo>
                <a:cubicBezTo>
                  <a:pt x="380908" y="6863"/>
                  <a:pt x="197259" y="26807"/>
                  <a:pt x="0" y="20727"/>
                </a:cubicBezTo>
                <a:cubicBezTo>
                  <a:pt x="-1775" y="15198"/>
                  <a:pt x="244" y="5872"/>
                  <a:pt x="0" y="0"/>
                </a:cubicBezTo>
                <a:close/>
              </a:path>
              <a:path w="3500961" h="20727" stroke="0" extrusionOk="0">
                <a:moveTo>
                  <a:pt x="0" y="0"/>
                </a:moveTo>
                <a:cubicBezTo>
                  <a:pt x="141533" y="31820"/>
                  <a:pt x="372221" y="-20621"/>
                  <a:pt x="513474" y="0"/>
                </a:cubicBezTo>
                <a:cubicBezTo>
                  <a:pt x="627942" y="9493"/>
                  <a:pt x="780393" y="46037"/>
                  <a:pt x="991939" y="0"/>
                </a:cubicBezTo>
                <a:cubicBezTo>
                  <a:pt x="1175439" y="-33749"/>
                  <a:pt x="1310677" y="1330"/>
                  <a:pt x="1505413" y="0"/>
                </a:cubicBezTo>
                <a:cubicBezTo>
                  <a:pt x="1722381" y="25060"/>
                  <a:pt x="1870456" y="7549"/>
                  <a:pt x="2088907" y="0"/>
                </a:cubicBezTo>
                <a:cubicBezTo>
                  <a:pt x="2284024" y="23140"/>
                  <a:pt x="2465401" y="5771"/>
                  <a:pt x="2707410" y="0"/>
                </a:cubicBezTo>
                <a:cubicBezTo>
                  <a:pt x="2962611" y="-12024"/>
                  <a:pt x="3273619" y="24929"/>
                  <a:pt x="3500961" y="0"/>
                </a:cubicBezTo>
                <a:cubicBezTo>
                  <a:pt x="3500982" y="9635"/>
                  <a:pt x="3501116" y="15048"/>
                  <a:pt x="3500961" y="20727"/>
                </a:cubicBezTo>
                <a:cubicBezTo>
                  <a:pt x="3231742" y="-19035"/>
                  <a:pt x="3147801" y="10452"/>
                  <a:pt x="2847448" y="20727"/>
                </a:cubicBezTo>
                <a:cubicBezTo>
                  <a:pt x="2555068" y="42277"/>
                  <a:pt x="2447615" y="19211"/>
                  <a:pt x="2368984" y="20727"/>
                </a:cubicBezTo>
                <a:cubicBezTo>
                  <a:pt x="2260895" y="59687"/>
                  <a:pt x="1899310" y="-994"/>
                  <a:pt x="1715471" y="20727"/>
                </a:cubicBezTo>
                <a:cubicBezTo>
                  <a:pt x="1540150" y="76019"/>
                  <a:pt x="1325819" y="77280"/>
                  <a:pt x="1061958" y="20727"/>
                </a:cubicBezTo>
                <a:cubicBezTo>
                  <a:pt x="782119" y="11936"/>
                  <a:pt x="727019" y="24531"/>
                  <a:pt x="583494" y="20727"/>
                </a:cubicBezTo>
                <a:cubicBezTo>
                  <a:pt x="451710" y="61778"/>
                  <a:pt x="270236" y="51866"/>
                  <a:pt x="0" y="20727"/>
                </a:cubicBezTo>
                <a:cubicBezTo>
                  <a:pt x="-1251" y="10575"/>
                  <a:pt x="-433" y="9494"/>
                  <a:pt x="0" y="0"/>
                </a:cubicBezTo>
                <a:close/>
              </a:path>
              <a:path w="3500961" h="20727" fill="none" stroke="0" extrusionOk="0">
                <a:moveTo>
                  <a:pt x="0" y="0"/>
                </a:moveTo>
                <a:cubicBezTo>
                  <a:pt x="141171" y="20620"/>
                  <a:pt x="379615" y="-39837"/>
                  <a:pt x="583494" y="0"/>
                </a:cubicBezTo>
                <a:cubicBezTo>
                  <a:pt x="749181" y="17461"/>
                  <a:pt x="844654" y="8375"/>
                  <a:pt x="1096968" y="0"/>
                </a:cubicBezTo>
                <a:cubicBezTo>
                  <a:pt x="1347374" y="-6981"/>
                  <a:pt x="1414192" y="27318"/>
                  <a:pt x="1680461" y="0"/>
                </a:cubicBezTo>
                <a:cubicBezTo>
                  <a:pt x="1947882" y="-20039"/>
                  <a:pt x="2050562" y="-5545"/>
                  <a:pt x="2158926" y="0"/>
                </a:cubicBezTo>
                <a:cubicBezTo>
                  <a:pt x="2296445" y="20509"/>
                  <a:pt x="2533629" y="-16494"/>
                  <a:pt x="2707410" y="0"/>
                </a:cubicBezTo>
                <a:cubicBezTo>
                  <a:pt x="2867501" y="-41152"/>
                  <a:pt x="3128480" y="58617"/>
                  <a:pt x="3500961" y="0"/>
                </a:cubicBezTo>
                <a:cubicBezTo>
                  <a:pt x="3501729" y="7232"/>
                  <a:pt x="3499814" y="12178"/>
                  <a:pt x="3500961" y="20727"/>
                </a:cubicBezTo>
                <a:cubicBezTo>
                  <a:pt x="3279906" y="-12830"/>
                  <a:pt x="3081414" y="-6282"/>
                  <a:pt x="2917468" y="20727"/>
                </a:cubicBezTo>
                <a:cubicBezTo>
                  <a:pt x="2759255" y="34135"/>
                  <a:pt x="2447617" y="-19680"/>
                  <a:pt x="2298964" y="20727"/>
                </a:cubicBezTo>
                <a:cubicBezTo>
                  <a:pt x="2118839" y="26444"/>
                  <a:pt x="2035352" y="10145"/>
                  <a:pt x="1785490" y="20727"/>
                </a:cubicBezTo>
                <a:cubicBezTo>
                  <a:pt x="1570895" y="30333"/>
                  <a:pt x="1426740" y="15603"/>
                  <a:pt x="1131977" y="20727"/>
                </a:cubicBezTo>
                <a:cubicBezTo>
                  <a:pt x="838206" y="23904"/>
                  <a:pt x="862883" y="45158"/>
                  <a:pt x="618503" y="20727"/>
                </a:cubicBezTo>
                <a:cubicBezTo>
                  <a:pt x="330103" y="14648"/>
                  <a:pt x="189605" y="26770"/>
                  <a:pt x="0" y="20727"/>
                </a:cubicBezTo>
                <a:cubicBezTo>
                  <a:pt x="-980" y="14288"/>
                  <a:pt x="-53" y="535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500961"/>
                      <a:gd name="connsiteY0" fmla="*/ 0 h 20727"/>
                      <a:gd name="connsiteX1" fmla="*/ 583494 w 3500961"/>
                      <a:gd name="connsiteY1" fmla="*/ 0 h 20727"/>
                      <a:gd name="connsiteX2" fmla="*/ 1096968 w 3500961"/>
                      <a:gd name="connsiteY2" fmla="*/ 0 h 20727"/>
                      <a:gd name="connsiteX3" fmla="*/ 1680461 w 3500961"/>
                      <a:gd name="connsiteY3" fmla="*/ 0 h 20727"/>
                      <a:gd name="connsiteX4" fmla="*/ 2158926 w 3500961"/>
                      <a:gd name="connsiteY4" fmla="*/ 0 h 20727"/>
                      <a:gd name="connsiteX5" fmla="*/ 2707410 w 3500961"/>
                      <a:gd name="connsiteY5" fmla="*/ 0 h 20727"/>
                      <a:gd name="connsiteX6" fmla="*/ 3500961 w 3500961"/>
                      <a:gd name="connsiteY6" fmla="*/ 0 h 20727"/>
                      <a:gd name="connsiteX7" fmla="*/ 3500961 w 3500961"/>
                      <a:gd name="connsiteY7" fmla="*/ 20727 h 20727"/>
                      <a:gd name="connsiteX8" fmla="*/ 2917468 w 3500961"/>
                      <a:gd name="connsiteY8" fmla="*/ 20727 h 20727"/>
                      <a:gd name="connsiteX9" fmla="*/ 2298964 w 3500961"/>
                      <a:gd name="connsiteY9" fmla="*/ 20727 h 20727"/>
                      <a:gd name="connsiteX10" fmla="*/ 1785490 w 3500961"/>
                      <a:gd name="connsiteY10" fmla="*/ 20727 h 20727"/>
                      <a:gd name="connsiteX11" fmla="*/ 1131977 w 3500961"/>
                      <a:gd name="connsiteY11" fmla="*/ 20727 h 20727"/>
                      <a:gd name="connsiteX12" fmla="*/ 618503 w 3500961"/>
                      <a:gd name="connsiteY12" fmla="*/ 20727 h 20727"/>
                      <a:gd name="connsiteX13" fmla="*/ 0 w 3500961"/>
                      <a:gd name="connsiteY13" fmla="*/ 20727 h 20727"/>
                      <a:gd name="connsiteX14" fmla="*/ 0 w 3500961"/>
                      <a:gd name="connsiteY14" fmla="*/ 0 h 207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500961" h="20727" fill="none" extrusionOk="0">
                        <a:moveTo>
                          <a:pt x="0" y="0"/>
                        </a:moveTo>
                        <a:cubicBezTo>
                          <a:pt x="152051" y="15616"/>
                          <a:pt x="397549" y="-19123"/>
                          <a:pt x="583494" y="0"/>
                        </a:cubicBezTo>
                        <a:cubicBezTo>
                          <a:pt x="769439" y="19123"/>
                          <a:pt x="857018" y="1536"/>
                          <a:pt x="1096968" y="0"/>
                        </a:cubicBezTo>
                        <a:cubicBezTo>
                          <a:pt x="1336918" y="-1536"/>
                          <a:pt x="1419061" y="24817"/>
                          <a:pt x="1680461" y="0"/>
                        </a:cubicBezTo>
                        <a:cubicBezTo>
                          <a:pt x="1941861" y="-24817"/>
                          <a:pt x="2030791" y="-15852"/>
                          <a:pt x="2158926" y="0"/>
                        </a:cubicBezTo>
                        <a:cubicBezTo>
                          <a:pt x="2287062" y="15852"/>
                          <a:pt x="2535060" y="6861"/>
                          <a:pt x="2707410" y="0"/>
                        </a:cubicBezTo>
                        <a:cubicBezTo>
                          <a:pt x="2879760" y="-6861"/>
                          <a:pt x="3146225" y="26803"/>
                          <a:pt x="3500961" y="0"/>
                        </a:cubicBezTo>
                        <a:cubicBezTo>
                          <a:pt x="3500602" y="6948"/>
                          <a:pt x="3500588" y="12413"/>
                          <a:pt x="3500961" y="20727"/>
                        </a:cubicBezTo>
                        <a:cubicBezTo>
                          <a:pt x="3289659" y="3853"/>
                          <a:pt x="3077939" y="3655"/>
                          <a:pt x="2917468" y="20727"/>
                        </a:cubicBezTo>
                        <a:cubicBezTo>
                          <a:pt x="2756997" y="37799"/>
                          <a:pt x="2477599" y="3831"/>
                          <a:pt x="2298964" y="20727"/>
                        </a:cubicBezTo>
                        <a:cubicBezTo>
                          <a:pt x="2120329" y="37623"/>
                          <a:pt x="2009958" y="17170"/>
                          <a:pt x="1785490" y="20727"/>
                        </a:cubicBezTo>
                        <a:cubicBezTo>
                          <a:pt x="1561022" y="24284"/>
                          <a:pt x="1433217" y="17378"/>
                          <a:pt x="1131977" y="20727"/>
                        </a:cubicBezTo>
                        <a:cubicBezTo>
                          <a:pt x="830737" y="24076"/>
                          <a:pt x="867674" y="37714"/>
                          <a:pt x="618503" y="20727"/>
                        </a:cubicBezTo>
                        <a:cubicBezTo>
                          <a:pt x="369332" y="3740"/>
                          <a:pt x="186171" y="17811"/>
                          <a:pt x="0" y="20727"/>
                        </a:cubicBezTo>
                        <a:cubicBezTo>
                          <a:pt x="-1019" y="14509"/>
                          <a:pt x="-95" y="5602"/>
                          <a:pt x="0" y="0"/>
                        </a:cubicBezTo>
                        <a:close/>
                      </a:path>
                      <a:path w="3500961" h="20727" stroke="0" extrusionOk="0">
                        <a:moveTo>
                          <a:pt x="0" y="0"/>
                        </a:moveTo>
                        <a:cubicBezTo>
                          <a:pt x="128665" y="15203"/>
                          <a:pt x="379133" y="-1822"/>
                          <a:pt x="513474" y="0"/>
                        </a:cubicBezTo>
                        <a:cubicBezTo>
                          <a:pt x="647815" y="1822"/>
                          <a:pt x="800722" y="18332"/>
                          <a:pt x="991939" y="0"/>
                        </a:cubicBezTo>
                        <a:cubicBezTo>
                          <a:pt x="1183157" y="-18332"/>
                          <a:pt x="1330055" y="-24011"/>
                          <a:pt x="1505413" y="0"/>
                        </a:cubicBezTo>
                        <a:cubicBezTo>
                          <a:pt x="1680771" y="24011"/>
                          <a:pt x="1897942" y="-29174"/>
                          <a:pt x="2088907" y="0"/>
                        </a:cubicBezTo>
                        <a:cubicBezTo>
                          <a:pt x="2279872" y="29174"/>
                          <a:pt x="2459288" y="11146"/>
                          <a:pt x="2707410" y="0"/>
                        </a:cubicBezTo>
                        <a:cubicBezTo>
                          <a:pt x="2955532" y="-11146"/>
                          <a:pt x="3277049" y="18846"/>
                          <a:pt x="3500961" y="0"/>
                        </a:cubicBezTo>
                        <a:cubicBezTo>
                          <a:pt x="3500637" y="9794"/>
                          <a:pt x="3501904" y="15468"/>
                          <a:pt x="3500961" y="20727"/>
                        </a:cubicBezTo>
                        <a:cubicBezTo>
                          <a:pt x="3226189" y="-8814"/>
                          <a:pt x="3145319" y="9578"/>
                          <a:pt x="2847448" y="20727"/>
                        </a:cubicBezTo>
                        <a:cubicBezTo>
                          <a:pt x="2549577" y="31876"/>
                          <a:pt x="2467410" y="15297"/>
                          <a:pt x="2368984" y="20727"/>
                        </a:cubicBezTo>
                        <a:cubicBezTo>
                          <a:pt x="2270558" y="26157"/>
                          <a:pt x="1889878" y="7738"/>
                          <a:pt x="1715471" y="20727"/>
                        </a:cubicBezTo>
                        <a:cubicBezTo>
                          <a:pt x="1541064" y="33716"/>
                          <a:pt x="1337985" y="31038"/>
                          <a:pt x="1061958" y="20727"/>
                        </a:cubicBezTo>
                        <a:cubicBezTo>
                          <a:pt x="785931" y="10416"/>
                          <a:pt x="723203" y="25369"/>
                          <a:pt x="583494" y="20727"/>
                        </a:cubicBezTo>
                        <a:cubicBezTo>
                          <a:pt x="443785" y="16085"/>
                          <a:pt x="228563" y="36024"/>
                          <a:pt x="0" y="20727"/>
                        </a:cubicBezTo>
                        <a:cubicBezTo>
                          <a:pt x="-1029" y="10446"/>
                          <a:pt x="-526" y="95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0653" y="3067507"/>
            <a:ext cx="5157166" cy="3948379"/>
          </a:xfrm>
        </p:spPr>
        <p:txBody>
          <a:bodyPr>
            <a:normAutofit/>
          </a:bodyPr>
          <a:lstStyle/>
          <a:p>
            <a:endParaRPr lang="en-US" altLang="zh-CN" sz="1600" dirty="0">
              <a:ea typeface="宋体" charset="-122"/>
            </a:endParaRPr>
          </a:p>
          <a:p>
            <a:r>
              <a:rPr lang="en-US" altLang="zh-CN" sz="1600" dirty="0">
                <a:ea typeface="宋体" charset="-122"/>
              </a:rPr>
              <a:t>In this course, we will use </a:t>
            </a:r>
            <a:r>
              <a:rPr lang="en-US" altLang="zh-CN" sz="1600" dirty="0" err="1">
                <a:ea typeface="宋体" charset="-122"/>
              </a:rPr>
              <a:t>zybooks</a:t>
            </a:r>
            <a:r>
              <a:rPr lang="en-US" altLang="zh-CN" sz="1600" dirty="0">
                <a:ea typeface="宋体" charset="-122"/>
              </a:rPr>
              <a:t>, which is an online textbook and assignment system. Most of the assignments will be covered through </a:t>
            </a:r>
            <a:r>
              <a:rPr lang="en-US" altLang="zh-CN" sz="1600" dirty="0" err="1">
                <a:ea typeface="宋体" charset="-122"/>
              </a:rPr>
              <a:t>zybooks</a:t>
            </a:r>
            <a:r>
              <a:rPr lang="en-US" altLang="zh-CN" sz="1600" dirty="0">
                <a:ea typeface="宋体" charset="-122"/>
              </a:rPr>
              <a:t>, so it is required to subscribe on </a:t>
            </a:r>
            <a:r>
              <a:rPr lang="en-US" altLang="zh-CN" sz="1600" dirty="0" err="1">
                <a:ea typeface="宋体" charset="-122"/>
              </a:rPr>
              <a:t>zybooks</a:t>
            </a:r>
            <a:r>
              <a:rPr lang="en-US" altLang="zh-CN" sz="1600" dirty="0">
                <a:ea typeface="宋体" charset="-122"/>
              </a:rPr>
              <a:t>. It will provide hands-on experience with SQL queries. The following steps is to be followed for completing the registration:</a:t>
            </a:r>
          </a:p>
          <a:p>
            <a:r>
              <a:rPr lang="en-US" altLang="zh-CN" sz="1600" dirty="0">
                <a:ea typeface="宋体" charset="-122"/>
              </a:rPr>
              <a:t>Sign in or create an account at </a:t>
            </a:r>
            <a:r>
              <a:rPr lang="en-US" altLang="zh-CN" sz="1600" dirty="0" err="1">
                <a:ea typeface="宋体" charset="-122"/>
              </a:rPr>
              <a:t>learn.zybooks.com</a:t>
            </a:r>
            <a:endParaRPr lang="en-US" altLang="zh-CN" sz="1600" dirty="0">
              <a:ea typeface="宋体" charset="-122"/>
            </a:endParaRPr>
          </a:p>
          <a:p>
            <a:r>
              <a:rPr lang="en-US" altLang="zh-CN" sz="1600" dirty="0">
                <a:ea typeface="宋体" charset="-122"/>
              </a:rPr>
              <a:t>Subscription code: </a:t>
            </a:r>
            <a:r>
              <a:rPr lang="en-US" sz="1600" dirty="0"/>
              <a:t>GSUCSC47106710DSCI4710TanvirSpring2026</a:t>
            </a:r>
            <a:endParaRPr lang="en-US" altLang="zh-CN" sz="1600" dirty="0">
              <a:ea typeface="宋体" charset="-122"/>
            </a:endParaRPr>
          </a:p>
          <a:p>
            <a:r>
              <a:rPr lang="en-US" altLang="zh-CN" sz="1600" dirty="0">
                <a:ea typeface="宋体" charset="-122"/>
              </a:rPr>
              <a:t>Subscribe : Subscription is ~$75.</a:t>
            </a:r>
          </a:p>
          <a:p>
            <a:endParaRPr lang="en-US" altLang="zh-CN" sz="1600" dirty="0">
              <a:ea typeface="宋体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93706" y="7203863"/>
            <a:ext cx="107317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95"/>
              </a:spcAft>
              <a:defRPr/>
            </a:pPr>
            <a:fld id="{9EA73CC8-1FB2-4026-8376-D74F350192CA}" type="slidenum">
              <a:rPr lang="en-US" smtClean="0"/>
              <a:pPr>
                <a:spcAft>
                  <a:spcPts val="495"/>
                </a:spcAft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01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C105-9C25-5C2E-CE2E-AC15DE9E3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2B814-4147-B6ED-FCDB-D68AC2DB0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Project-intensive course</a:t>
            </a:r>
          </a:p>
          <a:p>
            <a:r>
              <a:rPr lang="en-US" dirty="0"/>
              <a:t>Project contributes 35% of the entire grade</a:t>
            </a:r>
          </a:p>
        </p:txBody>
      </p:sp>
    </p:spTree>
    <p:extLst>
      <p:ext uri="{BB962C8B-B14F-4D97-AF65-F5344CB8AC3E}">
        <p14:creationId xmlns:p14="http://schemas.microsoft.com/office/powerpoint/2010/main" val="109077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418541" cy="77724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4979D-582D-E49F-A794-14DF8FDC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2812" y="863601"/>
            <a:ext cx="3429122" cy="1936010"/>
          </a:xfrm>
        </p:spPr>
        <p:txBody>
          <a:bodyPr anchor="ctr">
            <a:normAutofit/>
          </a:bodyPr>
          <a:lstStyle/>
          <a:p>
            <a:r>
              <a:rPr lang="en-US" sz="3900"/>
              <a:t>Course Update</a:t>
            </a:r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8F78D618-6B73-1258-1AD2-8B3CF9674C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21" r="45488"/>
          <a:stretch/>
        </p:blipFill>
        <p:spPr>
          <a:xfrm>
            <a:off x="20" y="-2"/>
            <a:ext cx="5029180" cy="77724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10AC2-CC23-CA9B-23FE-2C8AD0F72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12" y="2799611"/>
            <a:ext cx="3429122" cy="4272479"/>
          </a:xfrm>
        </p:spPr>
        <p:txBody>
          <a:bodyPr anchor="ctr">
            <a:normAutofit/>
          </a:bodyPr>
          <a:lstStyle/>
          <a:p>
            <a:r>
              <a:rPr lang="en-US" sz="1900" dirty="0"/>
              <a:t>Project Stage 1 due on Jan 26</a:t>
            </a:r>
          </a:p>
          <a:p>
            <a:pPr marL="0" indent="0">
              <a:buNone/>
            </a:pPr>
            <a:r>
              <a:rPr lang="en-US" sz="1900" dirty="0">
                <a:hlinkClick r:id="rId3"/>
              </a:rPr>
              <a:t>https://docs.google.com/spreadsheets/d/1lz3QtIXF8eUfiQyXEqasHjiLjBd-bscamVAJj00cBhg/edit?gid=0#gid=0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Course Calendar</a:t>
            </a:r>
          </a:p>
          <a:p>
            <a:pPr marL="0" indent="0">
              <a:buNone/>
            </a:pPr>
            <a:r>
              <a:rPr lang="en-US" sz="1900" dirty="0"/>
              <a:t>https://</a:t>
            </a:r>
            <a:r>
              <a:rPr lang="en-US" sz="1900" dirty="0" err="1"/>
              <a:t>docs.google.com</a:t>
            </a:r>
            <a:r>
              <a:rPr lang="en-US" sz="1900" dirty="0"/>
              <a:t>/spreadsheets/d/1QEXtib2QHE9eCnLVg2DY2obcndftr54ly-EiPqGJQNk/</a:t>
            </a:r>
            <a:r>
              <a:rPr lang="en-US" sz="1900" dirty="0" err="1"/>
              <a:t>edit?gid</a:t>
            </a:r>
            <a:r>
              <a:rPr lang="en-US" sz="1900" dirty="0"/>
              <a:t>=0#gid=0</a:t>
            </a:r>
          </a:p>
        </p:txBody>
      </p:sp>
    </p:spTree>
    <p:extLst>
      <p:ext uri="{BB962C8B-B14F-4D97-AF65-F5344CB8AC3E}">
        <p14:creationId xmlns:p14="http://schemas.microsoft.com/office/powerpoint/2010/main" val="630543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8947" y="319023"/>
            <a:ext cx="74580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Have</a:t>
            </a:r>
            <a:r>
              <a:rPr spc="-265" dirty="0"/>
              <a:t> </a:t>
            </a:r>
            <a:r>
              <a:rPr spc="-90" dirty="0"/>
              <a:t>You</a:t>
            </a:r>
            <a:r>
              <a:rPr spc="-275" dirty="0"/>
              <a:t> </a:t>
            </a:r>
            <a:r>
              <a:rPr spc="-95" dirty="0"/>
              <a:t>Ever</a:t>
            </a:r>
            <a:r>
              <a:rPr spc="-270" dirty="0"/>
              <a:t> </a:t>
            </a:r>
            <a:r>
              <a:rPr spc="-114" dirty="0"/>
              <a:t>Wondered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9833" y="2181389"/>
            <a:ext cx="2640965" cy="1488440"/>
            <a:chOff x="529833" y="2181389"/>
            <a:chExt cx="2640965" cy="1488440"/>
          </a:xfrm>
        </p:grpSpPr>
        <p:sp>
          <p:nvSpPr>
            <p:cNvPr id="4" name="object 4"/>
            <p:cNvSpPr/>
            <p:nvPr/>
          </p:nvSpPr>
          <p:spPr>
            <a:xfrm>
              <a:off x="544121" y="2195676"/>
              <a:ext cx="2603500" cy="1376680"/>
            </a:xfrm>
            <a:custGeom>
              <a:avLst/>
              <a:gdLst/>
              <a:ahLst/>
              <a:cxnLst/>
              <a:rect l="l" t="t" r="r" b="b"/>
              <a:pathLst>
                <a:path w="2603500" h="1376679">
                  <a:moveTo>
                    <a:pt x="2021610" y="0"/>
                  </a:moveTo>
                  <a:lnTo>
                    <a:pt x="1971935" y="2942"/>
                  </a:lnTo>
                  <a:lnTo>
                    <a:pt x="1923537" y="11906"/>
                  </a:lnTo>
                  <a:lnTo>
                    <a:pt x="1877580" y="26823"/>
                  </a:lnTo>
                  <a:lnTo>
                    <a:pt x="1835229" y="47623"/>
                  </a:lnTo>
                  <a:lnTo>
                    <a:pt x="1797648" y="74238"/>
                  </a:lnTo>
                  <a:lnTo>
                    <a:pt x="1778103" y="57810"/>
                  </a:lnTo>
                  <a:lnTo>
                    <a:pt x="1732044" y="30365"/>
                  </a:lnTo>
                  <a:lnTo>
                    <a:pt x="1656203" y="6024"/>
                  </a:lnTo>
                  <a:lnTo>
                    <a:pt x="1605224" y="32"/>
                  </a:lnTo>
                  <a:lnTo>
                    <a:pt x="1554461" y="1297"/>
                  </a:lnTo>
                  <a:lnTo>
                    <a:pt x="1505332" y="9478"/>
                  </a:lnTo>
                  <a:lnTo>
                    <a:pt x="1459254" y="24234"/>
                  </a:lnTo>
                  <a:lnTo>
                    <a:pt x="1417645" y="45223"/>
                  </a:lnTo>
                  <a:lnTo>
                    <a:pt x="1381922" y="72104"/>
                  </a:lnTo>
                  <a:lnTo>
                    <a:pt x="1353502" y="104535"/>
                  </a:lnTo>
                  <a:lnTo>
                    <a:pt x="1336371" y="93229"/>
                  </a:lnTo>
                  <a:lnTo>
                    <a:pt x="1298989" y="73462"/>
                  </a:lnTo>
                  <a:lnTo>
                    <a:pt x="1230918" y="50141"/>
                  </a:lnTo>
                  <a:lnTo>
                    <a:pt x="1181578" y="41180"/>
                  </a:lnTo>
                  <a:lnTo>
                    <a:pt x="1131758" y="37996"/>
                  </a:lnTo>
                  <a:lnTo>
                    <a:pt x="1082354" y="40392"/>
                  </a:lnTo>
                  <a:lnTo>
                    <a:pt x="1034258" y="48171"/>
                  </a:lnTo>
                  <a:lnTo>
                    <a:pt x="988365" y="61136"/>
                  </a:lnTo>
                  <a:lnTo>
                    <a:pt x="945568" y="79090"/>
                  </a:lnTo>
                  <a:lnTo>
                    <a:pt x="906761" y="101835"/>
                  </a:lnTo>
                  <a:lnTo>
                    <a:pt x="872839" y="129173"/>
                  </a:lnTo>
                  <a:lnTo>
                    <a:pt x="844696" y="160909"/>
                  </a:lnTo>
                  <a:lnTo>
                    <a:pt x="796130" y="143447"/>
                  </a:lnTo>
                  <a:lnTo>
                    <a:pt x="745109" y="130866"/>
                  </a:lnTo>
                  <a:lnTo>
                    <a:pt x="692339" y="123268"/>
                  </a:lnTo>
                  <a:lnTo>
                    <a:pt x="638522" y="120754"/>
                  </a:lnTo>
                  <a:lnTo>
                    <a:pt x="584363" y="123425"/>
                  </a:lnTo>
                  <a:lnTo>
                    <a:pt x="530196" y="131426"/>
                  </a:lnTo>
                  <a:lnTo>
                    <a:pt x="479221" y="144273"/>
                  </a:lnTo>
                  <a:lnTo>
                    <a:pt x="431854" y="161574"/>
                  </a:lnTo>
                  <a:lnTo>
                    <a:pt x="388508" y="182936"/>
                  </a:lnTo>
                  <a:lnTo>
                    <a:pt x="349599" y="207966"/>
                  </a:lnTo>
                  <a:lnTo>
                    <a:pt x="315541" y="236272"/>
                  </a:lnTo>
                  <a:lnTo>
                    <a:pt x="286749" y="267461"/>
                  </a:lnTo>
                  <a:lnTo>
                    <a:pt x="263637" y="301140"/>
                  </a:lnTo>
                  <a:lnTo>
                    <a:pt x="246621" y="336918"/>
                  </a:lnTo>
                  <a:lnTo>
                    <a:pt x="236115" y="374401"/>
                  </a:lnTo>
                  <a:lnTo>
                    <a:pt x="232534" y="413197"/>
                  </a:lnTo>
                  <a:lnTo>
                    <a:pt x="236292" y="452913"/>
                  </a:lnTo>
                  <a:lnTo>
                    <a:pt x="234101" y="457200"/>
                  </a:lnTo>
                  <a:lnTo>
                    <a:pt x="185620" y="464215"/>
                  </a:lnTo>
                  <a:lnTo>
                    <a:pt x="140398" y="477497"/>
                  </a:lnTo>
                  <a:lnTo>
                    <a:pt x="99526" y="496539"/>
                  </a:lnTo>
                  <a:lnTo>
                    <a:pt x="64094" y="520831"/>
                  </a:lnTo>
                  <a:lnTo>
                    <a:pt x="35193" y="549865"/>
                  </a:lnTo>
                  <a:lnTo>
                    <a:pt x="10843" y="589857"/>
                  </a:lnTo>
                  <a:lnTo>
                    <a:pt x="0" y="631448"/>
                  </a:lnTo>
                  <a:lnTo>
                    <a:pt x="2102" y="673082"/>
                  </a:lnTo>
                  <a:lnTo>
                    <a:pt x="16588" y="713204"/>
                  </a:lnTo>
                  <a:lnTo>
                    <a:pt x="42896" y="750259"/>
                  </a:lnTo>
                  <a:lnTo>
                    <a:pt x="80466" y="782692"/>
                  </a:lnTo>
                  <a:lnTo>
                    <a:pt x="128734" y="808948"/>
                  </a:lnTo>
                  <a:lnTo>
                    <a:pt x="94398" y="841848"/>
                  </a:lnTo>
                  <a:lnTo>
                    <a:pt x="71021" y="878863"/>
                  </a:lnTo>
                  <a:lnTo>
                    <a:pt x="59234" y="918616"/>
                  </a:lnTo>
                  <a:lnTo>
                    <a:pt x="59669" y="959729"/>
                  </a:lnTo>
                  <a:lnTo>
                    <a:pt x="71133" y="997011"/>
                  </a:lnTo>
                  <a:lnTo>
                    <a:pt x="92068" y="1030871"/>
                  </a:lnTo>
                  <a:lnTo>
                    <a:pt x="121304" y="1060645"/>
                  </a:lnTo>
                  <a:lnTo>
                    <a:pt x="157668" y="1085668"/>
                  </a:lnTo>
                  <a:lnTo>
                    <a:pt x="199990" y="1105276"/>
                  </a:lnTo>
                  <a:lnTo>
                    <a:pt x="247097" y="1118804"/>
                  </a:lnTo>
                  <a:lnTo>
                    <a:pt x="297819" y="1125588"/>
                  </a:lnTo>
                  <a:lnTo>
                    <a:pt x="350984" y="1124963"/>
                  </a:lnTo>
                  <a:lnTo>
                    <a:pt x="355897" y="1131010"/>
                  </a:lnTo>
                  <a:lnTo>
                    <a:pt x="384327" y="1161354"/>
                  </a:lnTo>
                  <a:lnTo>
                    <a:pt x="416456" y="1188760"/>
                  </a:lnTo>
                  <a:lnTo>
                    <a:pt x="451896" y="1213158"/>
                  </a:lnTo>
                  <a:lnTo>
                    <a:pt x="490256" y="1234478"/>
                  </a:lnTo>
                  <a:lnTo>
                    <a:pt x="531149" y="1252650"/>
                  </a:lnTo>
                  <a:lnTo>
                    <a:pt x="574184" y="1267604"/>
                  </a:lnTo>
                  <a:lnTo>
                    <a:pt x="618973" y="1279269"/>
                  </a:lnTo>
                  <a:lnTo>
                    <a:pt x="665127" y="1287576"/>
                  </a:lnTo>
                  <a:lnTo>
                    <a:pt x="712256" y="1292454"/>
                  </a:lnTo>
                  <a:lnTo>
                    <a:pt x="759972" y="1293834"/>
                  </a:lnTo>
                  <a:lnTo>
                    <a:pt x="807886" y="1291646"/>
                  </a:lnTo>
                  <a:lnTo>
                    <a:pt x="855607" y="1285819"/>
                  </a:lnTo>
                  <a:lnTo>
                    <a:pt x="902748" y="1276284"/>
                  </a:lnTo>
                  <a:lnTo>
                    <a:pt x="948918" y="1262971"/>
                  </a:lnTo>
                  <a:lnTo>
                    <a:pt x="993730" y="1245809"/>
                  </a:lnTo>
                  <a:lnTo>
                    <a:pt x="1028061" y="1277857"/>
                  </a:lnTo>
                  <a:lnTo>
                    <a:pt x="1067879" y="1306001"/>
                  </a:lnTo>
                  <a:lnTo>
                    <a:pt x="1112547" y="1329901"/>
                  </a:lnTo>
                  <a:lnTo>
                    <a:pt x="1161428" y="1349215"/>
                  </a:lnTo>
                  <a:lnTo>
                    <a:pt x="1213886" y="1363604"/>
                  </a:lnTo>
                  <a:lnTo>
                    <a:pt x="1267757" y="1372581"/>
                  </a:lnTo>
                  <a:lnTo>
                    <a:pt x="1321526" y="1376180"/>
                  </a:lnTo>
                  <a:lnTo>
                    <a:pt x="1374590" y="1374635"/>
                  </a:lnTo>
                  <a:lnTo>
                    <a:pt x="1426344" y="1368179"/>
                  </a:lnTo>
                  <a:lnTo>
                    <a:pt x="1476185" y="1357046"/>
                  </a:lnTo>
                  <a:lnTo>
                    <a:pt x="1523509" y="1341469"/>
                  </a:lnTo>
                  <a:lnTo>
                    <a:pt x="1567712" y="1321681"/>
                  </a:lnTo>
                  <a:lnTo>
                    <a:pt x="1608189" y="1297915"/>
                  </a:lnTo>
                  <a:lnTo>
                    <a:pt x="1644337" y="1270406"/>
                  </a:lnTo>
                  <a:lnTo>
                    <a:pt x="1675552" y="1239386"/>
                  </a:lnTo>
                  <a:lnTo>
                    <a:pt x="1701230" y="1205088"/>
                  </a:lnTo>
                  <a:lnTo>
                    <a:pt x="1720767" y="1167747"/>
                  </a:lnTo>
                  <a:lnTo>
                    <a:pt x="1763112" y="1183963"/>
                  </a:lnTo>
                  <a:lnTo>
                    <a:pt x="1807937" y="1195795"/>
                  </a:lnTo>
                  <a:lnTo>
                    <a:pt x="1854590" y="1203105"/>
                  </a:lnTo>
                  <a:lnTo>
                    <a:pt x="1902419" y="1205758"/>
                  </a:lnTo>
                  <a:lnTo>
                    <a:pt x="1958950" y="1202805"/>
                  </a:lnTo>
                  <a:lnTo>
                    <a:pt x="2012648" y="1193620"/>
                  </a:lnTo>
                  <a:lnTo>
                    <a:pt x="2062790" y="1178714"/>
                  </a:lnTo>
                  <a:lnTo>
                    <a:pt x="2108653" y="1158601"/>
                  </a:lnTo>
                  <a:lnTo>
                    <a:pt x="2149515" y="1133792"/>
                  </a:lnTo>
                  <a:lnTo>
                    <a:pt x="2184652" y="1104797"/>
                  </a:lnTo>
                  <a:lnTo>
                    <a:pt x="2213342" y="1072130"/>
                  </a:lnTo>
                  <a:lnTo>
                    <a:pt x="2234862" y="1036301"/>
                  </a:lnTo>
                  <a:lnTo>
                    <a:pt x="2248490" y="997822"/>
                  </a:lnTo>
                  <a:lnTo>
                    <a:pt x="2253501" y="957206"/>
                  </a:lnTo>
                  <a:lnTo>
                    <a:pt x="2304769" y="949483"/>
                  </a:lnTo>
                  <a:lnTo>
                    <a:pt x="2354042" y="937154"/>
                  </a:lnTo>
                  <a:lnTo>
                    <a:pt x="2400727" y="920398"/>
                  </a:lnTo>
                  <a:lnTo>
                    <a:pt x="2444229" y="899396"/>
                  </a:lnTo>
                  <a:lnTo>
                    <a:pt x="2489339" y="870438"/>
                  </a:lnTo>
                  <a:lnTo>
                    <a:pt x="2527139" y="837873"/>
                  </a:lnTo>
                  <a:lnTo>
                    <a:pt x="2557514" y="802340"/>
                  </a:lnTo>
                  <a:lnTo>
                    <a:pt x="2580347" y="764474"/>
                  </a:lnTo>
                  <a:lnTo>
                    <a:pt x="2595522" y="724914"/>
                  </a:lnTo>
                  <a:lnTo>
                    <a:pt x="2602923" y="684295"/>
                  </a:lnTo>
                  <a:lnTo>
                    <a:pt x="2602435" y="643255"/>
                  </a:lnTo>
                  <a:lnTo>
                    <a:pt x="2593940" y="602431"/>
                  </a:lnTo>
                  <a:lnTo>
                    <a:pt x="2577324" y="562459"/>
                  </a:lnTo>
                  <a:lnTo>
                    <a:pt x="2552469" y="523978"/>
                  </a:lnTo>
                  <a:lnTo>
                    <a:pt x="2519260" y="487623"/>
                  </a:lnTo>
                  <a:lnTo>
                    <a:pt x="2523486" y="480157"/>
                  </a:lnTo>
                  <a:lnTo>
                    <a:pt x="2527347" y="472591"/>
                  </a:lnTo>
                  <a:lnTo>
                    <a:pt x="2530842" y="464934"/>
                  </a:lnTo>
                  <a:lnTo>
                    <a:pt x="2533966" y="457191"/>
                  </a:lnTo>
                  <a:lnTo>
                    <a:pt x="2544137" y="416034"/>
                  </a:lnTo>
                  <a:lnTo>
                    <a:pt x="2544018" y="375393"/>
                  </a:lnTo>
                  <a:lnTo>
                    <a:pt x="2534244" y="336071"/>
                  </a:lnTo>
                  <a:lnTo>
                    <a:pt x="2515453" y="298872"/>
                  </a:lnTo>
                  <a:lnTo>
                    <a:pt x="2488280" y="264597"/>
                  </a:lnTo>
                  <a:lnTo>
                    <a:pt x="2453364" y="234052"/>
                  </a:lnTo>
                  <a:lnTo>
                    <a:pt x="2411340" y="208038"/>
                  </a:lnTo>
                  <a:lnTo>
                    <a:pt x="2362844" y="187359"/>
                  </a:lnTo>
                  <a:lnTo>
                    <a:pt x="2308515" y="172819"/>
                  </a:lnTo>
                  <a:lnTo>
                    <a:pt x="2295297" y="137790"/>
                  </a:lnTo>
                  <a:lnTo>
                    <a:pt x="2274064" y="105148"/>
                  </a:lnTo>
                  <a:lnTo>
                    <a:pt x="2245380" y="75592"/>
                  </a:lnTo>
                  <a:lnTo>
                    <a:pt x="2209803" y="49822"/>
                  </a:lnTo>
                  <a:lnTo>
                    <a:pt x="2166659" y="27989"/>
                  </a:lnTo>
                  <a:lnTo>
                    <a:pt x="2120136" y="12454"/>
                  </a:lnTo>
                  <a:lnTo>
                    <a:pt x="2071398" y="3147"/>
                  </a:lnTo>
                  <a:lnTo>
                    <a:pt x="2021610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7258" y="3336563"/>
              <a:ext cx="438863" cy="31891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4121" y="2195676"/>
              <a:ext cx="2603500" cy="1376680"/>
            </a:xfrm>
            <a:custGeom>
              <a:avLst/>
              <a:gdLst/>
              <a:ahLst/>
              <a:cxnLst/>
              <a:rect l="l" t="t" r="r" b="b"/>
              <a:pathLst>
                <a:path w="2603500" h="1376679">
                  <a:moveTo>
                    <a:pt x="236292" y="452914"/>
                  </a:moveTo>
                  <a:lnTo>
                    <a:pt x="232534" y="413197"/>
                  </a:lnTo>
                  <a:lnTo>
                    <a:pt x="236115" y="374401"/>
                  </a:lnTo>
                  <a:lnTo>
                    <a:pt x="246621" y="336918"/>
                  </a:lnTo>
                  <a:lnTo>
                    <a:pt x="263637" y="301140"/>
                  </a:lnTo>
                  <a:lnTo>
                    <a:pt x="286749" y="267461"/>
                  </a:lnTo>
                  <a:lnTo>
                    <a:pt x="315541" y="236272"/>
                  </a:lnTo>
                  <a:lnTo>
                    <a:pt x="349599" y="207966"/>
                  </a:lnTo>
                  <a:lnTo>
                    <a:pt x="388508" y="182936"/>
                  </a:lnTo>
                  <a:lnTo>
                    <a:pt x="431854" y="161574"/>
                  </a:lnTo>
                  <a:lnTo>
                    <a:pt x="479221" y="144274"/>
                  </a:lnTo>
                  <a:lnTo>
                    <a:pt x="530196" y="131426"/>
                  </a:lnTo>
                  <a:lnTo>
                    <a:pt x="584362" y="123425"/>
                  </a:lnTo>
                  <a:lnTo>
                    <a:pt x="638522" y="120754"/>
                  </a:lnTo>
                  <a:lnTo>
                    <a:pt x="692339" y="123268"/>
                  </a:lnTo>
                  <a:lnTo>
                    <a:pt x="745109" y="130866"/>
                  </a:lnTo>
                  <a:lnTo>
                    <a:pt x="796130" y="143447"/>
                  </a:lnTo>
                  <a:lnTo>
                    <a:pt x="844696" y="160909"/>
                  </a:lnTo>
                  <a:lnTo>
                    <a:pt x="872840" y="129173"/>
                  </a:lnTo>
                  <a:lnTo>
                    <a:pt x="906761" y="101835"/>
                  </a:lnTo>
                  <a:lnTo>
                    <a:pt x="945568" y="79090"/>
                  </a:lnTo>
                  <a:lnTo>
                    <a:pt x="988365" y="61136"/>
                  </a:lnTo>
                  <a:lnTo>
                    <a:pt x="1034258" y="48171"/>
                  </a:lnTo>
                  <a:lnTo>
                    <a:pt x="1082354" y="40391"/>
                  </a:lnTo>
                  <a:lnTo>
                    <a:pt x="1131759" y="37995"/>
                  </a:lnTo>
                  <a:lnTo>
                    <a:pt x="1181578" y="41179"/>
                  </a:lnTo>
                  <a:lnTo>
                    <a:pt x="1230918" y="50141"/>
                  </a:lnTo>
                  <a:lnTo>
                    <a:pt x="1278885" y="65078"/>
                  </a:lnTo>
                  <a:lnTo>
                    <a:pt x="1318175" y="82858"/>
                  </a:lnTo>
                  <a:lnTo>
                    <a:pt x="1353502" y="104534"/>
                  </a:lnTo>
                  <a:lnTo>
                    <a:pt x="1381922" y="72103"/>
                  </a:lnTo>
                  <a:lnTo>
                    <a:pt x="1417645" y="45223"/>
                  </a:lnTo>
                  <a:lnTo>
                    <a:pt x="1459254" y="24234"/>
                  </a:lnTo>
                  <a:lnTo>
                    <a:pt x="1505332" y="9478"/>
                  </a:lnTo>
                  <a:lnTo>
                    <a:pt x="1554461" y="1297"/>
                  </a:lnTo>
                  <a:lnTo>
                    <a:pt x="1605224" y="32"/>
                  </a:lnTo>
                  <a:lnTo>
                    <a:pt x="1656203" y="6025"/>
                  </a:lnTo>
                  <a:lnTo>
                    <a:pt x="1705982" y="19616"/>
                  </a:lnTo>
                  <a:lnTo>
                    <a:pt x="1756160" y="43141"/>
                  </a:lnTo>
                  <a:lnTo>
                    <a:pt x="1797648" y="74237"/>
                  </a:lnTo>
                  <a:lnTo>
                    <a:pt x="1835229" y="47623"/>
                  </a:lnTo>
                  <a:lnTo>
                    <a:pt x="1877580" y="26823"/>
                  </a:lnTo>
                  <a:lnTo>
                    <a:pt x="1923537" y="11906"/>
                  </a:lnTo>
                  <a:lnTo>
                    <a:pt x="1971935" y="2942"/>
                  </a:lnTo>
                  <a:lnTo>
                    <a:pt x="2021610" y="0"/>
                  </a:lnTo>
                  <a:lnTo>
                    <a:pt x="2071398" y="3147"/>
                  </a:lnTo>
                  <a:lnTo>
                    <a:pt x="2120136" y="12454"/>
                  </a:lnTo>
                  <a:lnTo>
                    <a:pt x="2166659" y="27989"/>
                  </a:lnTo>
                  <a:lnTo>
                    <a:pt x="2209802" y="49821"/>
                  </a:lnTo>
                  <a:lnTo>
                    <a:pt x="2245379" y="75592"/>
                  </a:lnTo>
                  <a:lnTo>
                    <a:pt x="2274064" y="105148"/>
                  </a:lnTo>
                  <a:lnTo>
                    <a:pt x="2295297" y="137790"/>
                  </a:lnTo>
                  <a:lnTo>
                    <a:pt x="2308516" y="172819"/>
                  </a:lnTo>
                  <a:lnTo>
                    <a:pt x="2362845" y="187360"/>
                  </a:lnTo>
                  <a:lnTo>
                    <a:pt x="2411340" y="208039"/>
                  </a:lnTo>
                  <a:lnTo>
                    <a:pt x="2453364" y="234052"/>
                  </a:lnTo>
                  <a:lnTo>
                    <a:pt x="2488281" y="264598"/>
                  </a:lnTo>
                  <a:lnTo>
                    <a:pt x="2515453" y="298872"/>
                  </a:lnTo>
                  <a:lnTo>
                    <a:pt x="2534244" y="336071"/>
                  </a:lnTo>
                  <a:lnTo>
                    <a:pt x="2544018" y="375393"/>
                  </a:lnTo>
                  <a:lnTo>
                    <a:pt x="2544137" y="416034"/>
                  </a:lnTo>
                  <a:lnTo>
                    <a:pt x="2533966" y="457191"/>
                  </a:lnTo>
                  <a:lnTo>
                    <a:pt x="2530842" y="464934"/>
                  </a:lnTo>
                  <a:lnTo>
                    <a:pt x="2527347" y="472591"/>
                  </a:lnTo>
                  <a:lnTo>
                    <a:pt x="2523486" y="480157"/>
                  </a:lnTo>
                  <a:lnTo>
                    <a:pt x="2519260" y="487622"/>
                  </a:lnTo>
                  <a:lnTo>
                    <a:pt x="2552469" y="523977"/>
                  </a:lnTo>
                  <a:lnTo>
                    <a:pt x="2577324" y="562459"/>
                  </a:lnTo>
                  <a:lnTo>
                    <a:pt x="2593941" y="602431"/>
                  </a:lnTo>
                  <a:lnTo>
                    <a:pt x="2602435" y="643255"/>
                  </a:lnTo>
                  <a:lnTo>
                    <a:pt x="2602924" y="684295"/>
                  </a:lnTo>
                  <a:lnTo>
                    <a:pt x="2595522" y="724914"/>
                  </a:lnTo>
                  <a:lnTo>
                    <a:pt x="2580347" y="764474"/>
                  </a:lnTo>
                  <a:lnTo>
                    <a:pt x="2557514" y="802340"/>
                  </a:lnTo>
                  <a:lnTo>
                    <a:pt x="2527139" y="837873"/>
                  </a:lnTo>
                  <a:lnTo>
                    <a:pt x="2489338" y="870438"/>
                  </a:lnTo>
                  <a:lnTo>
                    <a:pt x="2444228" y="899396"/>
                  </a:lnTo>
                  <a:lnTo>
                    <a:pt x="2400726" y="920398"/>
                  </a:lnTo>
                  <a:lnTo>
                    <a:pt x="2354042" y="937154"/>
                  </a:lnTo>
                  <a:lnTo>
                    <a:pt x="2304769" y="949483"/>
                  </a:lnTo>
                  <a:lnTo>
                    <a:pt x="2253502" y="957207"/>
                  </a:lnTo>
                  <a:lnTo>
                    <a:pt x="2248490" y="997823"/>
                  </a:lnTo>
                  <a:lnTo>
                    <a:pt x="2234863" y="1036301"/>
                  </a:lnTo>
                  <a:lnTo>
                    <a:pt x="2213343" y="1072130"/>
                  </a:lnTo>
                  <a:lnTo>
                    <a:pt x="2184652" y="1104797"/>
                  </a:lnTo>
                  <a:lnTo>
                    <a:pt x="2149515" y="1133792"/>
                  </a:lnTo>
                  <a:lnTo>
                    <a:pt x="2108653" y="1158601"/>
                  </a:lnTo>
                  <a:lnTo>
                    <a:pt x="2062790" y="1178714"/>
                  </a:lnTo>
                  <a:lnTo>
                    <a:pt x="2012648" y="1193619"/>
                  </a:lnTo>
                  <a:lnTo>
                    <a:pt x="1958951" y="1202804"/>
                  </a:lnTo>
                  <a:lnTo>
                    <a:pt x="1902420" y="1205758"/>
                  </a:lnTo>
                  <a:lnTo>
                    <a:pt x="1854591" y="1203105"/>
                  </a:lnTo>
                  <a:lnTo>
                    <a:pt x="1807937" y="1195795"/>
                  </a:lnTo>
                  <a:lnTo>
                    <a:pt x="1763112" y="1183963"/>
                  </a:lnTo>
                  <a:lnTo>
                    <a:pt x="1720767" y="1167747"/>
                  </a:lnTo>
                  <a:lnTo>
                    <a:pt x="1701230" y="1205088"/>
                  </a:lnTo>
                  <a:lnTo>
                    <a:pt x="1675552" y="1239386"/>
                  </a:lnTo>
                  <a:lnTo>
                    <a:pt x="1644337" y="1270406"/>
                  </a:lnTo>
                  <a:lnTo>
                    <a:pt x="1608188" y="1297915"/>
                  </a:lnTo>
                  <a:lnTo>
                    <a:pt x="1567711" y="1321681"/>
                  </a:lnTo>
                  <a:lnTo>
                    <a:pt x="1523509" y="1341469"/>
                  </a:lnTo>
                  <a:lnTo>
                    <a:pt x="1476185" y="1357046"/>
                  </a:lnTo>
                  <a:lnTo>
                    <a:pt x="1426344" y="1368179"/>
                  </a:lnTo>
                  <a:lnTo>
                    <a:pt x="1374590" y="1374635"/>
                  </a:lnTo>
                  <a:lnTo>
                    <a:pt x="1321526" y="1376180"/>
                  </a:lnTo>
                  <a:lnTo>
                    <a:pt x="1267757" y="1372581"/>
                  </a:lnTo>
                  <a:lnTo>
                    <a:pt x="1213886" y="1363604"/>
                  </a:lnTo>
                  <a:lnTo>
                    <a:pt x="1161428" y="1349216"/>
                  </a:lnTo>
                  <a:lnTo>
                    <a:pt x="1112547" y="1329901"/>
                  </a:lnTo>
                  <a:lnTo>
                    <a:pt x="1067879" y="1306001"/>
                  </a:lnTo>
                  <a:lnTo>
                    <a:pt x="1028061" y="1277857"/>
                  </a:lnTo>
                  <a:lnTo>
                    <a:pt x="993730" y="1245810"/>
                  </a:lnTo>
                  <a:lnTo>
                    <a:pt x="948918" y="1262972"/>
                  </a:lnTo>
                  <a:lnTo>
                    <a:pt x="902748" y="1276285"/>
                  </a:lnTo>
                  <a:lnTo>
                    <a:pt x="855607" y="1285820"/>
                  </a:lnTo>
                  <a:lnTo>
                    <a:pt x="807886" y="1291647"/>
                  </a:lnTo>
                  <a:lnTo>
                    <a:pt x="759972" y="1293835"/>
                  </a:lnTo>
                  <a:lnTo>
                    <a:pt x="712257" y="1292455"/>
                  </a:lnTo>
                  <a:lnTo>
                    <a:pt x="665127" y="1287576"/>
                  </a:lnTo>
                  <a:lnTo>
                    <a:pt x="618973" y="1279269"/>
                  </a:lnTo>
                  <a:lnTo>
                    <a:pt x="574184" y="1267604"/>
                  </a:lnTo>
                  <a:lnTo>
                    <a:pt x="531149" y="1252650"/>
                  </a:lnTo>
                  <a:lnTo>
                    <a:pt x="490256" y="1234479"/>
                  </a:lnTo>
                  <a:lnTo>
                    <a:pt x="451896" y="1213159"/>
                  </a:lnTo>
                  <a:lnTo>
                    <a:pt x="416456" y="1188761"/>
                  </a:lnTo>
                  <a:lnTo>
                    <a:pt x="384327" y="1161354"/>
                  </a:lnTo>
                  <a:lnTo>
                    <a:pt x="355897" y="1131010"/>
                  </a:lnTo>
                  <a:lnTo>
                    <a:pt x="350984" y="1124963"/>
                  </a:lnTo>
                  <a:lnTo>
                    <a:pt x="297819" y="1125588"/>
                  </a:lnTo>
                  <a:lnTo>
                    <a:pt x="247097" y="1118804"/>
                  </a:lnTo>
                  <a:lnTo>
                    <a:pt x="199990" y="1105276"/>
                  </a:lnTo>
                  <a:lnTo>
                    <a:pt x="157668" y="1085668"/>
                  </a:lnTo>
                  <a:lnTo>
                    <a:pt x="121304" y="1060645"/>
                  </a:lnTo>
                  <a:lnTo>
                    <a:pt x="92068" y="1030871"/>
                  </a:lnTo>
                  <a:lnTo>
                    <a:pt x="71133" y="997011"/>
                  </a:lnTo>
                  <a:lnTo>
                    <a:pt x="59669" y="959728"/>
                  </a:lnTo>
                  <a:lnTo>
                    <a:pt x="59234" y="918616"/>
                  </a:lnTo>
                  <a:lnTo>
                    <a:pt x="71021" y="878864"/>
                  </a:lnTo>
                  <a:lnTo>
                    <a:pt x="94398" y="841848"/>
                  </a:lnTo>
                  <a:lnTo>
                    <a:pt x="128734" y="808948"/>
                  </a:lnTo>
                  <a:lnTo>
                    <a:pt x="80466" y="782692"/>
                  </a:lnTo>
                  <a:lnTo>
                    <a:pt x="42896" y="750259"/>
                  </a:lnTo>
                  <a:lnTo>
                    <a:pt x="16588" y="713204"/>
                  </a:lnTo>
                  <a:lnTo>
                    <a:pt x="2102" y="673082"/>
                  </a:lnTo>
                  <a:lnTo>
                    <a:pt x="0" y="631448"/>
                  </a:lnTo>
                  <a:lnTo>
                    <a:pt x="10843" y="589857"/>
                  </a:lnTo>
                  <a:lnTo>
                    <a:pt x="35193" y="549865"/>
                  </a:lnTo>
                  <a:lnTo>
                    <a:pt x="64094" y="520830"/>
                  </a:lnTo>
                  <a:lnTo>
                    <a:pt x="99526" y="496538"/>
                  </a:lnTo>
                  <a:lnTo>
                    <a:pt x="140398" y="477497"/>
                  </a:lnTo>
                  <a:lnTo>
                    <a:pt x="185620" y="464215"/>
                  </a:lnTo>
                  <a:lnTo>
                    <a:pt x="234101" y="457199"/>
                  </a:lnTo>
                  <a:lnTo>
                    <a:pt x="236292" y="452914"/>
                  </a:lnTo>
                  <a:close/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7431" y="3462898"/>
              <a:ext cx="252783" cy="2066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75646" y="2265442"/>
              <a:ext cx="2386965" cy="1300480"/>
            </a:xfrm>
            <a:custGeom>
              <a:avLst/>
              <a:gdLst/>
              <a:ahLst/>
              <a:cxnLst/>
              <a:rect l="l" t="t" r="r" b="b"/>
              <a:pathLst>
                <a:path w="2386965" h="1300479">
                  <a:moveTo>
                    <a:pt x="2270936" y="1185784"/>
                  </a:moveTo>
                  <a:lnTo>
                    <a:pt x="2261926" y="1230416"/>
                  </a:lnTo>
                  <a:lnTo>
                    <a:pt x="2237353" y="1266863"/>
                  </a:lnTo>
                  <a:lnTo>
                    <a:pt x="2200906" y="1291436"/>
                  </a:lnTo>
                  <a:lnTo>
                    <a:pt x="2156274" y="1300447"/>
                  </a:lnTo>
                  <a:lnTo>
                    <a:pt x="2111642" y="1291436"/>
                  </a:lnTo>
                  <a:lnTo>
                    <a:pt x="2075196" y="1266863"/>
                  </a:lnTo>
                  <a:lnTo>
                    <a:pt x="2050622" y="1230416"/>
                  </a:lnTo>
                  <a:lnTo>
                    <a:pt x="2041612" y="1185784"/>
                  </a:lnTo>
                  <a:lnTo>
                    <a:pt x="2050622" y="1141152"/>
                  </a:lnTo>
                  <a:lnTo>
                    <a:pt x="2075196" y="1104705"/>
                  </a:lnTo>
                  <a:lnTo>
                    <a:pt x="2111642" y="1080132"/>
                  </a:lnTo>
                  <a:lnTo>
                    <a:pt x="2156274" y="1071122"/>
                  </a:lnTo>
                  <a:lnTo>
                    <a:pt x="2200906" y="1080132"/>
                  </a:lnTo>
                  <a:lnTo>
                    <a:pt x="2237353" y="1104705"/>
                  </a:lnTo>
                  <a:lnTo>
                    <a:pt x="2261926" y="1141152"/>
                  </a:lnTo>
                  <a:lnTo>
                    <a:pt x="2270936" y="1185784"/>
                  </a:lnTo>
                  <a:close/>
                </a:path>
                <a:path w="2386965" h="1300479">
                  <a:moveTo>
                    <a:pt x="152512" y="759209"/>
                  </a:moveTo>
                  <a:lnTo>
                    <a:pt x="112706" y="759254"/>
                  </a:lnTo>
                  <a:lnTo>
                    <a:pt x="73572" y="754964"/>
                  </a:lnTo>
                  <a:lnTo>
                    <a:pt x="35780" y="746450"/>
                  </a:lnTo>
                  <a:lnTo>
                    <a:pt x="0" y="733824"/>
                  </a:lnTo>
                </a:path>
                <a:path w="2386965" h="1300479">
                  <a:moveTo>
                    <a:pt x="287075" y="1037010"/>
                  </a:moveTo>
                  <a:lnTo>
                    <a:pt x="270838" y="1041225"/>
                  </a:lnTo>
                  <a:lnTo>
                    <a:pt x="254269" y="1044662"/>
                  </a:lnTo>
                  <a:lnTo>
                    <a:pt x="237420" y="1047310"/>
                  </a:lnTo>
                  <a:lnTo>
                    <a:pt x="220348" y="1049159"/>
                  </a:lnTo>
                </a:path>
                <a:path w="2386965" h="1300479">
                  <a:moveTo>
                    <a:pt x="862056" y="1170496"/>
                  </a:moveTo>
                  <a:lnTo>
                    <a:pt x="850477" y="1157238"/>
                  </a:lnTo>
                  <a:lnTo>
                    <a:pt x="839902" y="1143562"/>
                  </a:lnTo>
                  <a:lnTo>
                    <a:pt x="830353" y="1129498"/>
                  </a:lnTo>
                  <a:lnTo>
                    <a:pt x="821850" y="1115076"/>
                  </a:lnTo>
                </a:path>
                <a:path w="2386965" h="1300479">
                  <a:moveTo>
                    <a:pt x="1605557" y="1032296"/>
                  </a:moveTo>
                  <a:lnTo>
                    <a:pt x="1603218" y="1047713"/>
                  </a:lnTo>
                  <a:lnTo>
                    <a:pt x="1599757" y="1063008"/>
                  </a:lnTo>
                  <a:lnTo>
                    <a:pt x="1595183" y="1078151"/>
                  </a:lnTo>
                  <a:lnTo>
                    <a:pt x="1589503" y="1093108"/>
                  </a:lnTo>
                </a:path>
                <a:path w="2386965" h="1300479">
                  <a:moveTo>
                    <a:pt x="1924777" y="656554"/>
                  </a:moveTo>
                  <a:lnTo>
                    <a:pt x="1973676" y="677392"/>
                  </a:lnTo>
                  <a:lnTo>
                    <a:pt x="2016550" y="703214"/>
                  </a:lnTo>
                  <a:lnTo>
                    <a:pt x="2052829" y="733355"/>
                  </a:lnTo>
                  <a:lnTo>
                    <a:pt x="2081939" y="767151"/>
                  </a:lnTo>
                  <a:lnTo>
                    <a:pt x="2103308" y="803939"/>
                  </a:lnTo>
                  <a:lnTo>
                    <a:pt x="2116365" y="843053"/>
                  </a:lnTo>
                  <a:lnTo>
                    <a:pt x="2120536" y="883829"/>
                  </a:lnTo>
                </a:path>
                <a:path w="2386965" h="1300479">
                  <a:moveTo>
                    <a:pt x="2386508" y="414489"/>
                  </a:moveTo>
                  <a:lnTo>
                    <a:pt x="2369957" y="438420"/>
                  </a:lnTo>
                  <a:lnTo>
                    <a:pt x="2349766" y="460743"/>
                  </a:lnTo>
                  <a:lnTo>
                    <a:pt x="2326154" y="481245"/>
                  </a:lnTo>
                  <a:lnTo>
                    <a:pt x="2299341" y="499712"/>
                  </a:lnTo>
                </a:path>
                <a:path w="2386965" h="1300479">
                  <a:moveTo>
                    <a:pt x="2177347" y="98276"/>
                  </a:moveTo>
                  <a:lnTo>
                    <a:pt x="2179509" y="108270"/>
                  </a:lnTo>
                  <a:lnTo>
                    <a:pt x="2180998" y="118321"/>
                  </a:lnTo>
                  <a:lnTo>
                    <a:pt x="2181812" y="128411"/>
                  </a:lnTo>
                  <a:lnTo>
                    <a:pt x="2181949" y="138524"/>
                  </a:lnTo>
                </a:path>
                <a:path w="2386965" h="1300479">
                  <a:moveTo>
                    <a:pt x="1620670" y="51328"/>
                  </a:moveTo>
                  <a:lnTo>
                    <a:pt x="1629871" y="37650"/>
                  </a:lnTo>
                  <a:lnTo>
                    <a:pt x="1640410" y="24503"/>
                  </a:lnTo>
                  <a:lnTo>
                    <a:pt x="1652242" y="11935"/>
                  </a:lnTo>
                  <a:lnTo>
                    <a:pt x="1665324" y="0"/>
                  </a:lnTo>
                </a:path>
                <a:path w="2386965" h="1300479">
                  <a:moveTo>
                    <a:pt x="1203010" y="75790"/>
                  </a:moveTo>
                  <a:lnTo>
                    <a:pt x="1206977" y="64375"/>
                  </a:lnTo>
                  <a:lnTo>
                    <a:pt x="1211914" y="53171"/>
                  </a:lnTo>
                  <a:lnTo>
                    <a:pt x="1217807" y="42210"/>
                  </a:lnTo>
                  <a:lnTo>
                    <a:pt x="1224639" y="31522"/>
                  </a:lnTo>
                </a:path>
                <a:path w="2386965" h="1300479">
                  <a:moveTo>
                    <a:pt x="712862" y="90823"/>
                  </a:moveTo>
                  <a:lnTo>
                    <a:pt x="733759" y="100262"/>
                  </a:lnTo>
                  <a:lnTo>
                    <a:pt x="753804" y="110586"/>
                  </a:lnTo>
                  <a:lnTo>
                    <a:pt x="772944" y="121765"/>
                  </a:lnTo>
                  <a:lnTo>
                    <a:pt x="791124" y="133770"/>
                  </a:lnTo>
                </a:path>
                <a:path w="2386965" h="1300479">
                  <a:moveTo>
                    <a:pt x="118434" y="428344"/>
                  </a:moveTo>
                  <a:lnTo>
                    <a:pt x="114091" y="417201"/>
                  </a:lnTo>
                  <a:lnTo>
                    <a:pt x="110364" y="405946"/>
                  </a:lnTo>
                  <a:lnTo>
                    <a:pt x="107258" y="394595"/>
                  </a:lnTo>
                  <a:lnTo>
                    <a:pt x="104776" y="383159"/>
                  </a:lnTo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4909" y="2471928"/>
            <a:ext cx="1526540" cy="7569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065" marR="5080" algn="ctr">
              <a:lnSpc>
                <a:spcPct val="91200"/>
              </a:lnSpc>
              <a:spcBef>
                <a:spcPts val="280"/>
              </a:spcBef>
            </a:pP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How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is data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maintained</a:t>
            </a:r>
            <a:r>
              <a:rPr sz="1700" spc="-5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in</a:t>
            </a:r>
            <a:r>
              <a:rPr sz="1700" spc="-4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a </a:t>
            </a:r>
            <a:r>
              <a:rPr sz="1700" spc="-49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database?</a:t>
            </a:r>
            <a:endParaRPr sz="17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5501" y="1520322"/>
            <a:ext cx="3976338" cy="378598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03300" y="3968496"/>
            <a:ext cx="2118360" cy="99821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ct val="91800"/>
              </a:lnSpc>
              <a:spcBef>
                <a:spcPts val="265"/>
              </a:spcBef>
            </a:pP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What</a:t>
            </a:r>
            <a:r>
              <a:rPr sz="1700" spc="-2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can</a:t>
            </a:r>
            <a:r>
              <a:rPr sz="1700" spc="-1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be</a:t>
            </a:r>
            <a:r>
              <a:rPr sz="1700" spc="-1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done</a:t>
            </a:r>
            <a:r>
              <a:rPr sz="1700" spc="-1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to </a:t>
            </a:r>
            <a:r>
              <a:rPr sz="1700" spc="-49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make a database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system cost less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and </a:t>
            </a:r>
            <a:r>
              <a:rPr sz="1700" spc="-49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run</a:t>
            </a:r>
            <a:r>
              <a:rPr sz="1700" spc="-1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faster?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0317" y="1944623"/>
            <a:ext cx="2605405" cy="99504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-1270" algn="ctr">
              <a:lnSpc>
                <a:spcPct val="91400"/>
              </a:lnSpc>
              <a:spcBef>
                <a:spcPts val="275"/>
              </a:spcBef>
            </a:pP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How does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the software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know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when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my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username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and</a:t>
            </a:r>
            <a:r>
              <a:rPr sz="1700" spc="-2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password</a:t>
            </a:r>
            <a:r>
              <a:rPr sz="1700" spc="-2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are</a:t>
            </a:r>
            <a:r>
              <a:rPr sz="1700" spc="-2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correct </a:t>
            </a:r>
            <a:r>
              <a:rPr sz="1700" spc="-49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when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I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 log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in?</a:t>
            </a:r>
            <a:endParaRPr sz="17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5642" y="3813926"/>
            <a:ext cx="3865879" cy="1708150"/>
            <a:chOff x="335642" y="3813926"/>
            <a:chExt cx="3865879" cy="1708150"/>
          </a:xfrm>
        </p:grpSpPr>
        <p:sp>
          <p:nvSpPr>
            <p:cNvPr id="14" name="object 14"/>
            <p:cNvSpPr/>
            <p:nvPr/>
          </p:nvSpPr>
          <p:spPr>
            <a:xfrm>
              <a:off x="349923" y="3828224"/>
              <a:ext cx="3449954" cy="1679575"/>
            </a:xfrm>
            <a:custGeom>
              <a:avLst/>
              <a:gdLst/>
              <a:ahLst/>
              <a:cxnLst/>
              <a:rect l="l" t="t" r="r" b="b"/>
              <a:pathLst>
                <a:path w="3449954" h="1679575">
                  <a:moveTo>
                    <a:pt x="3175368" y="820826"/>
                  </a:moveTo>
                  <a:lnTo>
                    <a:pt x="3173539" y="781469"/>
                  </a:lnTo>
                  <a:lnTo>
                    <a:pt x="3165678" y="742315"/>
                  </a:lnTo>
                  <a:lnTo>
                    <a:pt x="3151721" y="703732"/>
                  </a:lnTo>
                  <a:lnTo>
                    <a:pt x="3131591" y="666102"/>
                  </a:lnTo>
                  <a:lnTo>
                    <a:pt x="3105226" y="629793"/>
                  </a:lnTo>
                  <a:lnTo>
                    <a:pt x="3072549" y="595198"/>
                  </a:lnTo>
                  <a:lnTo>
                    <a:pt x="3077692" y="586092"/>
                  </a:lnTo>
                  <a:lnTo>
                    <a:pt x="3101581" y="516978"/>
                  </a:lnTo>
                  <a:lnTo>
                    <a:pt x="3104184" y="476186"/>
                  </a:lnTo>
                  <a:lnTo>
                    <a:pt x="3098723" y="436232"/>
                  </a:lnTo>
                  <a:lnTo>
                    <a:pt x="3085630" y="397662"/>
                  </a:lnTo>
                  <a:lnTo>
                    <a:pt x="3065297" y="360984"/>
                  </a:lnTo>
                  <a:lnTo>
                    <a:pt x="3038183" y="326771"/>
                  </a:lnTo>
                  <a:lnTo>
                    <a:pt x="3004705" y="295541"/>
                  </a:lnTo>
                  <a:lnTo>
                    <a:pt x="2965272" y="267830"/>
                  </a:lnTo>
                  <a:lnTo>
                    <a:pt x="2920327" y="244170"/>
                  </a:lnTo>
                  <a:lnTo>
                    <a:pt x="2870289" y="225120"/>
                  </a:lnTo>
                  <a:lnTo>
                    <a:pt x="2815590" y="211188"/>
                  </a:lnTo>
                  <a:lnTo>
                    <a:pt x="2799473" y="168465"/>
                  </a:lnTo>
                  <a:lnTo>
                    <a:pt x="2773578" y="128638"/>
                  </a:lnTo>
                  <a:lnTo>
                    <a:pt x="2738602" y="92595"/>
                  </a:lnTo>
                  <a:lnTo>
                    <a:pt x="2695232" y="61150"/>
                  </a:lnTo>
                  <a:lnTo>
                    <a:pt x="2652534" y="38785"/>
                  </a:lnTo>
                  <a:lnTo>
                    <a:pt x="2606916" y="21577"/>
                  </a:lnTo>
                  <a:lnTo>
                    <a:pt x="2559139" y="9474"/>
                  </a:lnTo>
                  <a:lnTo>
                    <a:pt x="2509990" y="2425"/>
                  </a:lnTo>
                  <a:lnTo>
                    <a:pt x="2460244" y="393"/>
                  </a:lnTo>
                  <a:lnTo>
                    <a:pt x="2410663" y="3340"/>
                  </a:lnTo>
                  <a:lnTo>
                    <a:pt x="2362047" y="11201"/>
                  </a:lnTo>
                  <a:lnTo>
                    <a:pt x="2315172" y="23939"/>
                  </a:lnTo>
                  <a:lnTo>
                    <a:pt x="2270798" y="41503"/>
                  </a:lnTo>
                  <a:lnTo>
                    <a:pt x="2229713" y="63855"/>
                  </a:lnTo>
                  <a:lnTo>
                    <a:pt x="2192693" y="90932"/>
                  </a:lnTo>
                  <a:lnTo>
                    <a:pt x="2168868" y="70904"/>
                  </a:lnTo>
                  <a:lnTo>
                    <a:pt x="2112708" y="37414"/>
                  </a:lnTo>
                  <a:lnTo>
                    <a:pt x="2032546" y="10287"/>
                  </a:lnTo>
                  <a:lnTo>
                    <a:pt x="1983016" y="2260"/>
                  </a:lnTo>
                  <a:lnTo>
                    <a:pt x="1933194" y="0"/>
                  </a:lnTo>
                  <a:lnTo>
                    <a:pt x="1883994" y="3289"/>
                  </a:lnTo>
                  <a:lnTo>
                    <a:pt x="1836280" y="11938"/>
                  </a:lnTo>
                  <a:lnTo>
                    <a:pt x="1790954" y="25717"/>
                  </a:lnTo>
                  <a:lnTo>
                    <a:pt x="1748904" y="44411"/>
                  </a:lnTo>
                  <a:lnTo>
                    <a:pt x="1710994" y="67818"/>
                  </a:lnTo>
                  <a:lnTo>
                    <a:pt x="1678114" y="95719"/>
                  </a:lnTo>
                  <a:lnTo>
                    <a:pt x="1651165" y="127889"/>
                  </a:lnTo>
                  <a:lnTo>
                    <a:pt x="1630273" y="114096"/>
                  </a:lnTo>
                  <a:lnTo>
                    <a:pt x="1584693" y="89992"/>
                  </a:lnTo>
                  <a:lnTo>
                    <a:pt x="1511592" y="64071"/>
                  </a:lnTo>
                  <a:lnTo>
                    <a:pt x="1461706" y="53454"/>
                  </a:lnTo>
                  <a:lnTo>
                    <a:pt x="1411173" y="47802"/>
                  </a:lnTo>
                  <a:lnTo>
                    <a:pt x="1360601" y="46951"/>
                  </a:lnTo>
                  <a:lnTo>
                    <a:pt x="1310640" y="50787"/>
                  </a:lnTo>
                  <a:lnTo>
                    <a:pt x="1261910" y="59143"/>
                  </a:lnTo>
                  <a:lnTo>
                    <a:pt x="1215047" y="71894"/>
                  </a:lnTo>
                  <a:lnTo>
                    <a:pt x="1170686" y="88900"/>
                  </a:lnTo>
                  <a:lnTo>
                    <a:pt x="1129436" y="110007"/>
                  </a:lnTo>
                  <a:lnTo>
                    <a:pt x="1091958" y="135102"/>
                  </a:lnTo>
                  <a:lnTo>
                    <a:pt x="1058862" y="164033"/>
                  </a:lnTo>
                  <a:lnTo>
                    <a:pt x="1030782" y="196659"/>
                  </a:lnTo>
                  <a:lnTo>
                    <a:pt x="981671" y="178498"/>
                  </a:lnTo>
                  <a:lnTo>
                    <a:pt x="930376" y="164465"/>
                  </a:lnTo>
                  <a:lnTo>
                    <a:pt x="877404" y="154609"/>
                  </a:lnTo>
                  <a:lnTo>
                    <a:pt x="823252" y="149034"/>
                  </a:lnTo>
                  <a:lnTo>
                    <a:pt x="768400" y="147777"/>
                  </a:lnTo>
                  <a:lnTo>
                    <a:pt x="713371" y="150939"/>
                  </a:lnTo>
                  <a:lnTo>
                    <a:pt x="656526" y="158927"/>
                  </a:lnTo>
                  <a:lnTo>
                    <a:pt x="602500" y="171310"/>
                  </a:lnTo>
                  <a:lnTo>
                    <a:pt x="551599" y="187794"/>
                  </a:lnTo>
                  <a:lnTo>
                    <a:pt x="504139" y="208064"/>
                  </a:lnTo>
                  <a:lnTo>
                    <a:pt x="460438" y="231813"/>
                  </a:lnTo>
                  <a:lnTo>
                    <a:pt x="420814" y="258762"/>
                  </a:lnTo>
                  <a:lnTo>
                    <a:pt x="385597" y="288594"/>
                  </a:lnTo>
                  <a:lnTo>
                    <a:pt x="355092" y="321005"/>
                  </a:lnTo>
                  <a:lnTo>
                    <a:pt x="329628" y="355701"/>
                  </a:lnTo>
                  <a:lnTo>
                    <a:pt x="309511" y="392379"/>
                  </a:lnTo>
                  <a:lnTo>
                    <a:pt x="295071" y="430733"/>
                  </a:lnTo>
                  <a:lnTo>
                    <a:pt x="286626" y="470471"/>
                  </a:lnTo>
                  <a:lnTo>
                    <a:pt x="284480" y="511276"/>
                  </a:lnTo>
                  <a:lnTo>
                    <a:pt x="288975" y="552856"/>
                  </a:lnTo>
                  <a:lnTo>
                    <a:pt x="286296" y="558088"/>
                  </a:lnTo>
                  <a:lnTo>
                    <a:pt x="236804" y="564667"/>
                  </a:lnTo>
                  <a:lnTo>
                    <a:pt x="189903" y="576630"/>
                  </a:lnTo>
                  <a:lnTo>
                    <a:pt x="146392" y="593623"/>
                  </a:lnTo>
                  <a:lnTo>
                    <a:pt x="107010" y="615264"/>
                  </a:lnTo>
                  <a:lnTo>
                    <a:pt x="72555" y="641223"/>
                  </a:lnTo>
                  <a:lnTo>
                    <a:pt x="43776" y="671118"/>
                  </a:lnTo>
                  <a:lnTo>
                    <a:pt x="19240" y="708825"/>
                  </a:lnTo>
                  <a:lnTo>
                    <a:pt x="4749" y="747979"/>
                  </a:lnTo>
                  <a:lnTo>
                    <a:pt x="0" y="787654"/>
                  </a:lnTo>
                  <a:lnTo>
                    <a:pt x="4660" y="826985"/>
                  </a:lnTo>
                  <a:lnTo>
                    <a:pt x="18402" y="865085"/>
                  </a:lnTo>
                  <a:lnTo>
                    <a:pt x="40919" y="901039"/>
                  </a:lnTo>
                  <a:lnTo>
                    <a:pt x="71869" y="933958"/>
                  </a:lnTo>
                  <a:lnTo>
                    <a:pt x="110947" y="962964"/>
                  </a:lnTo>
                  <a:lnTo>
                    <a:pt x="157835" y="987158"/>
                  </a:lnTo>
                  <a:lnTo>
                    <a:pt x="115963" y="1027290"/>
                  </a:lnTo>
                  <a:lnTo>
                    <a:pt x="87464" y="1072451"/>
                  </a:lnTo>
                  <a:lnTo>
                    <a:pt x="73088" y="1120940"/>
                  </a:lnTo>
                  <a:lnTo>
                    <a:pt x="73621" y="1171092"/>
                  </a:lnTo>
                  <a:lnTo>
                    <a:pt x="101612" y="1241907"/>
                  </a:lnTo>
                  <a:lnTo>
                    <a:pt x="126250" y="1273048"/>
                  </a:lnTo>
                  <a:lnTo>
                    <a:pt x="156984" y="1300784"/>
                  </a:lnTo>
                  <a:lnTo>
                    <a:pt x="193103" y="1324711"/>
                  </a:lnTo>
                  <a:lnTo>
                    <a:pt x="233883" y="1344422"/>
                  </a:lnTo>
                  <a:lnTo>
                    <a:pt x="278561" y="1359471"/>
                  </a:lnTo>
                  <a:lnTo>
                    <a:pt x="326440" y="1369479"/>
                  </a:lnTo>
                  <a:lnTo>
                    <a:pt x="376758" y="1374000"/>
                  </a:lnTo>
                  <a:lnTo>
                    <a:pt x="428815" y="1372641"/>
                  </a:lnTo>
                  <a:lnTo>
                    <a:pt x="434809" y="1380020"/>
                  </a:lnTo>
                  <a:lnTo>
                    <a:pt x="463359" y="1411122"/>
                  </a:lnTo>
                  <a:lnTo>
                    <a:pt x="495109" y="1439735"/>
                  </a:lnTo>
                  <a:lnTo>
                    <a:pt x="529767" y="1465821"/>
                  </a:lnTo>
                  <a:lnTo>
                    <a:pt x="567067" y="1489316"/>
                  </a:lnTo>
                  <a:lnTo>
                    <a:pt x="606729" y="1510207"/>
                  </a:lnTo>
                  <a:lnTo>
                    <a:pt x="648487" y="1528406"/>
                  </a:lnTo>
                  <a:lnTo>
                    <a:pt x="692048" y="1543888"/>
                  </a:lnTo>
                  <a:lnTo>
                    <a:pt x="737158" y="1556588"/>
                  </a:lnTo>
                  <a:lnTo>
                    <a:pt x="783526" y="1566456"/>
                  </a:lnTo>
                  <a:lnTo>
                    <a:pt x="830884" y="1573466"/>
                  </a:lnTo>
                  <a:lnTo>
                    <a:pt x="878967" y="1577543"/>
                  </a:lnTo>
                  <a:lnTo>
                    <a:pt x="927481" y="1578648"/>
                  </a:lnTo>
                  <a:lnTo>
                    <a:pt x="976172" y="1576730"/>
                  </a:lnTo>
                  <a:lnTo>
                    <a:pt x="1024750" y="1571739"/>
                  </a:lnTo>
                  <a:lnTo>
                    <a:pt x="1072946" y="1563624"/>
                  </a:lnTo>
                  <a:lnTo>
                    <a:pt x="1120482" y="1552333"/>
                  </a:lnTo>
                  <a:lnTo>
                    <a:pt x="1167091" y="1537830"/>
                  </a:lnTo>
                  <a:lnTo>
                    <a:pt x="1212494" y="1520063"/>
                  </a:lnTo>
                  <a:lnTo>
                    <a:pt x="1246898" y="1552956"/>
                  </a:lnTo>
                  <a:lnTo>
                    <a:pt x="1286027" y="1582597"/>
                  </a:lnTo>
                  <a:lnTo>
                    <a:pt x="1329448" y="1608734"/>
                  </a:lnTo>
                  <a:lnTo>
                    <a:pt x="1376705" y="1631137"/>
                  </a:lnTo>
                  <a:lnTo>
                    <a:pt x="1427353" y="1649552"/>
                  </a:lnTo>
                  <a:lnTo>
                    <a:pt x="1480934" y="1663750"/>
                  </a:lnTo>
                  <a:lnTo>
                    <a:pt x="1533461" y="1673047"/>
                  </a:lnTo>
                  <a:lnTo>
                    <a:pt x="1586014" y="1678101"/>
                  </a:lnTo>
                  <a:lnTo>
                    <a:pt x="1638198" y="1679079"/>
                  </a:lnTo>
                  <a:lnTo>
                    <a:pt x="1689646" y="1676095"/>
                  </a:lnTo>
                  <a:lnTo>
                    <a:pt x="1739976" y="1669326"/>
                  </a:lnTo>
                  <a:lnTo>
                    <a:pt x="1788820" y="1658912"/>
                  </a:lnTo>
                  <a:lnTo>
                    <a:pt x="1835785" y="1644980"/>
                  </a:lnTo>
                  <a:lnTo>
                    <a:pt x="1880501" y="1627695"/>
                  </a:lnTo>
                  <a:lnTo>
                    <a:pt x="1922602" y="1607197"/>
                  </a:lnTo>
                  <a:lnTo>
                    <a:pt x="1961692" y="1583626"/>
                  </a:lnTo>
                  <a:lnTo>
                    <a:pt x="1997417" y="1557121"/>
                  </a:lnTo>
                  <a:lnTo>
                    <a:pt x="2029371" y="1527860"/>
                  </a:lnTo>
                  <a:lnTo>
                    <a:pt x="2057209" y="1495958"/>
                  </a:lnTo>
                  <a:lnTo>
                    <a:pt x="2080526" y="1461566"/>
                  </a:lnTo>
                  <a:lnTo>
                    <a:pt x="2098954" y="1424838"/>
                  </a:lnTo>
                  <a:lnTo>
                    <a:pt x="2140000" y="1441081"/>
                  </a:lnTo>
                  <a:lnTo>
                    <a:pt x="2183066" y="1453934"/>
                  </a:lnTo>
                  <a:lnTo>
                    <a:pt x="2227770" y="1463294"/>
                  </a:lnTo>
                  <a:lnTo>
                    <a:pt x="2273706" y="1469072"/>
                  </a:lnTo>
                  <a:lnTo>
                    <a:pt x="2320442" y="1471206"/>
                  </a:lnTo>
                  <a:lnTo>
                    <a:pt x="2373744" y="1469136"/>
                  </a:lnTo>
                  <a:lnTo>
                    <a:pt x="2425115" y="1462468"/>
                  </a:lnTo>
                  <a:lnTo>
                    <a:pt x="2474163" y="1451521"/>
                  </a:lnTo>
                  <a:lnTo>
                    <a:pt x="2520480" y="1436547"/>
                  </a:lnTo>
                  <a:lnTo>
                    <a:pt x="2563672" y="1417840"/>
                  </a:lnTo>
                  <a:lnTo>
                    <a:pt x="2603335" y="1395691"/>
                  </a:lnTo>
                  <a:lnTo>
                    <a:pt x="2639072" y="1370380"/>
                  </a:lnTo>
                  <a:lnTo>
                    <a:pt x="2670479" y="1342199"/>
                  </a:lnTo>
                  <a:lnTo>
                    <a:pt x="2697149" y="1311414"/>
                  </a:lnTo>
                  <a:lnTo>
                    <a:pt x="2718701" y="1278318"/>
                  </a:lnTo>
                  <a:lnTo>
                    <a:pt x="2734703" y="1243190"/>
                  </a:lnTo>
                  <a:lnTo>
                    <a:pt x="2744774" y="1206334"/>
                  </a:lnTo>
                  <a:lnTo>
                    <a:pt x="2748508" y="1168006"/>
                  </a:lnTo>
                  <a:lnTo>
                    <a:pt x="2798686" y="1160932"/>
                  </a:lnTo>
                  <a:lnTo>
                    <a:pt x="2847403" y="1150226"/>
                  </a:lnTo>
                  <a:lnTo>
                    <a:pt x="2894292" y="1136015"/>
                  </a:lnTo>
                  <a:lnTo>
                    <a:pt x="2938957" y="1118400"/>
                  </a:lnTo>
                  <a:lnTo>
                    <a:pt x="2981058" y="1097495"/>
                  </a:lnTo>
                  <a:lnTo>
                    <a:pt x="3025025" y="1070140"/>
                  </a:lnTo>
                  <a:lnTo>
                    <a:pt x="3063494" y="1039964"/>
                  </a:lnTo>
                  <a:lnTo>
                    <a:pt x="3096425" y="1007338"/>
                  </a:lnTo>
                  <a:lnTo>
                    <a:pt x="3123730" y="972654"/>
                  </a:lnTo>
                  <a:lnTo>
                    <a:pt x="3145345" y="936294"/>
                  </a:lnTo>
                  <a:lnTo>
                    <a:pt x="3161207" y="898613"/>
                  </a:lnTo>
                  <a:lnTo>
                    <a:pt x="3171240" y="859993"/>
                  </a:lnTo>
                  <a:lnTo>
                    <a:pt x="3175368" y="820826"/>
                  </a:lnTo>
                  <a:close/>
                </a:path>
                <a:path w="3449954" h="1679575">
                  <a:moveTo>
                    <a:pt x="3449650" y="1088567"/>
                  </a:moveTo>
                  <a:lnTo>
                    <a:pt x="3442525" y="1044359"/>
                  </a:lnTo>
                  <a:lnTo>
                    <a:pt x="3422662" y="1005967"/>
                  </a:lnTo>
                  <a:lnTo>
                    <a:pt x="3392386" y="975690"/>
                  </a:lnTo>
                  <a:lnTo>
                    <a:pt x="3353993" y="955840"/>
                  </a:lnTo>
                  <a:lnTo>
                    <a:pt x="3309785" y="948702"/>
                  </a:lnTo>
                  <a:lnTo>
                    <a:pt x="3265576" y="955840"/>
                  </a:lnTo>
                  <a:lnTo>
                    <a:pt x="3227184" y="975690"/>
                  </a:lnTo>
                  <a:lnTo>
                    <a:pt x="3196907" y="1005967"/>
                  </a:lnTo>
                  <a:lnTo>
                    <a:pt x="3177044" y="1044359"/>
                  </a:lnTo>
                  <a:lnTo>
                    <a:pt x="3169920" y="1088567"/>
                  </a:lnTo>
                  <a:lnTo>
                    <a:pt x="3177044" y="1132776"/>
                  </a:lnTo>
                  <a:lnTo>
                    <a:pt x="3196907" y="1171181"/>
                  </a:lnTo>
                  <a:lnTo>
                    <a:pt x="3227184" y="1201458"/>
                  </a:lnTo>
                  <a:lnTo>
                    <a:pt x="3265576" y="1221308"/>
                  </a:lnTo>
                  <a:lnTo>
                    <a:pt x="3309785" y="1228445"/>
                  </a:lnTo>
                  <a:lnTo>
                    <a:pt x="3353993" y="1221308"/>
                  </a:lnTo>
                  <a:lnTo>
                    <a:pt x="3392386" y="1201458"/>
                  </a:lnTo>
                  <a:lnTo>
                    <a:pt x="3422662" y="1171181"/>
                  </a:lnTo>
                  <a:lnTo>
                    <a:pt x="3442525" y="1132776"/>
                  </a:lnTo>
                  <a:lnTo>
                    <a:pt x="3449650" y="1088567"/>
                  </a:lnTo>
                  <a:close/>
                </a:path>
              </a:pathLst>
            </a:custGeom>
            <a:solidFill>
              <a:srgbClr val="DFFD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9929" y="3828213"/>
              <a:ext cx="3175635" cy="1679575"/>
            </a:xfrm>
            <a:custGeom>
              <a:avLst/>
              <a:gdLst/>
              <a:ahLst/>
              <a:cxnLst/>
              <a:rect l="l" t="t" r="r" b="b"/>
              <a:pathLst>
                <a:path w="3175635" h="1679575">
                  <a:moveTo>
                    <a:pt x="288972" y="552862"/>
                  </a:moveTo>
                  <a:lnTo>
                    <a:pt x="284484" y="511279"/>
                  </a:lnTo>
                  <a:lnTo>
                    <a:pt x="286625" y="470469"/>
                  </a:lnTo>
                  <a:lnTo>
                    <a:pt x="295074" y="430736"/>
                  </a:lnTo>
                  <a:lnTo>
                    <a:pt x="309515" y="392380"/>
                  </a:lnTo>
                  <a:lnTo>
                    <a:pt x="329628" y="355704"/>
                  </a:lnTo>
                  <a:lnTo>
                    <a:pt x="355095" y="321008"/>
                  </a:lnTo>
                  <a:lnTo>
                    <a:pt x="385598" y="288595"/>
                  </a:lnTo>
                  <a:lnTo>
                    <a:pt x="420817" y="258766"/>
                  </a:lnTo>
                  <a:lnTo>
                    <a:pt x="460436" y="231822"/>
                  </a:lnTo>
                  <a:lnTo>
                    <a:pt x="504135" y="208065"/>
                  </a:lnTo>
                  <a:lnTo>
                    <a:pt x="551596" y="187797"/>
                  </a:lnTo>
                  <a:lnTo>
                    <a:pt x="602501" y="171320"/>
                  </a:lnTo>
                  <a:lnTo>
                    <a:pt x="656530" y="158934"/>
                  </a:lnTo>
                  <a:lnTo>
                    <a:pt x="713366" y="150941"/>
                  </a:lnTo>
                  <a:lnTo>
                    <a:pt x="768401" y="147783"/>
                  </a:lnTo>
                  <a:lnTo>
                    <a:pt x="823246" y="149032"/>
                  </a:lnTo>
                  <a:lnTo>
                    <a:pt x="877403" y="154616"/>
                  </a:lnTo>
                  <a:lnTo>
                    <a:pt x="930377" y="164464"/>
                  </a:lnTo>
                  <a:lnTo>
                    <a:pt x="981670" y="178504"/>
                  </a:lnTo>
                  <a:lnTo>
                    <a:pt x="1030785" y="196665"/>
                  </a:lnTo>
                  <a:lnTo>
                    <a:pt x="1058862" y="164039"/>
                  </a:lnTo>
                  <a:lnTo>
                    <a:pt x="1091958" y="135109"/>
                  </a:lnTo>
                  <a:lnTo>
                    <a:pt x="1129441" y="110016"/>
                  </a:lnTo>
                  <a:lnTo>
                    <a:pt x="1170682" y="88898"/>
                  </a:lnTo>
                  <a:lnTo>
                    <a:pt x="1215050" y="71894"/>
                  </a:lnTo>
                  <a:lnTo>
                    <a:pt x="1261913" y="59143"/>
                  </a:lnTo>
                  <a:lnTo>
                    <a:pt x="1310642" y="50786"/>
                  </a:lnTo>
                  <a:lnTo>
                    <a:pt x="1360604" y="46960"/>
                  </a:lnTo>
                  <a:lnTo>
                    <a:pt x="1411170" y="47806"/>
                  </a:lnTo>
                  <a:lnTo>
                    <a:pt x="1461709" y="53463"/>
                  </a:lnTo>
                  <a:lnTo>
                    <a:pt x="1511590" y="64070"/>
                  </a:lnTo>
                  <a:lnTo>
                    <a:pt x="1560182" y="79767"/>
                  </a:lnTo>
                  <a:lnTo>
                    <a:pt x="1608088" y="101456"/>
                  </a:lnTo>
                  <a:lnTo>
                    <a:pt x="1651161" y="127897"/>
                  </a:lnTo>
                  <a:lnTo>
                    <a:pt x="1678114" y="95720"/>
                  </a:lnTo>
                  <a:lnTo>
                    <a:pt x="1710989" y="67823"/>
                  </a:lnTo>
                  <a:lnTo>
                    <a:pt x="1748898" y="44420"/>
                  </a:lnTo>
                  <a:lnTo>
                    <a:pt x="1790959" y="25722"/>
                  </a:lnTo>
                  <a:lnTo>
                    <a:pt x="1836285" y="11944"/>
                  </a:lnTo>
                  <a:lnTo>
                    <a:pt x="1883992" y="3299"/>
                  </a:lnTo>
                  <a:lnTo>
                    <a:pt x="1933195" y="0"/>
                  </a:lnTo>
                  <a:lnTo>
                    <a:pt x="1983009" y="2260"/>
                  </a:lnTo>
                  <a:lnTo>
                    <a:pt x="2032550" y="10293"/>
                  </a:lnTo>
                  <a:lnTo>
                    <a:pt x="2080933" y="24311"/>
                  </a:lnTo>
                  <a:lnTo>
                    <a:pt x="2142113" y="53008"/>
                  </a:lnTo>
                  <a:lnTo>
                    <a:pt x="2192698" y="90940"/>
                  </a:lnTo>
                  <a:lnTo>
                    <a:pt x="2229715" y="63852"/>
                  </a:lnTo>
                  <a:lnTo>
                    <a:pt x="2270798" y="41503"/>
                  </a:lnTo>
                  <a:lnTo>
                    <a:pt x="2315169" y="23937"/>
                  </a:lnTo>
                  <a:lnTo>
                    <a:pt x="2362050" y="11201"/>
                  </a:lnTo>
                  <a:lnTo>
                    <a:pt x="2410666" y="3341"/>
                  </a:lnTo>
                  <a:lnTo>
                    <a:pt x="2460237" y="403"/>
                  </a:lnTo>
                  <a:lnTo>
                    <a:pt x="2509987" y="2433"/>
                  </a:lnTo>
                  <a:lnTo>
                    <a:pt x="2559139" y="9477"/>
                  </a:lnTo>
                  <a:lnTo>
                    <a:pt x="2606915" y="21582"/>
                  </a:lnTo>
                  <a:lnTo>
                    <a:pt x="2652538" y="38793"/>
                  </a:lnTo>
                  <a:lnTo>
                    <a:pt x="2695230" y="61156"/>
                  </a:lnTo>
                  <a:lnTo>
                    <a:pt x="2738608" y="92593"/>
                  </a:lnTo>
                  <a:lnTo>
                    <a:pt x="2773583" y="128646"/>
                  </a:lnTo>
                  <a:lnTo>
                    <a:pt x="2799471" y="168464"/>
                  </a:lnTo>
                  <a:lnTo>
                    <a:pt x="2815589" y="211193"/>
                  </a:lnTo>
                  <a:lnTo>
                    <a:pt x="2870293" y="225120"/>
                  </a:lnTo>
                  <a:lnTo>
                    <a:pt x="2920330" y="244178"/>
                  </a:lnTo>
                  <a:lnTo>
                    <a:pt x="2965275" y="267831"/>
                  </a:lnTo>
                  <a:lnTo>
                    <a:pt x="3004702" y="295543"/>
                  </a:lnTo>
                  <a:lnTo>
                    <a:pt x="3038186" y="326776"/>
                  </a:lnTo>
                  <a:lnTo>
                    <a:pt x="3065302" y="360994"/>
                  </a:lnTo>
                  <a:lnTo>
                    <a:pt x="3085624" y="397660"/>
                  </a:lnTo>
                  <a:lnTo>
                    <a:pt x="3098728" y="436239"/>
                  </a:lnTo>
                  <a:lnTo>
                    <a:pt x="3104188" y="476193"/>
                  </a:lnTo>
                  <a:lnTo>
                    <a:pt x="3101578" y="516985"/>
                  </a:lnTo>
                  <a:lnTo>
                    <a:pt x="3090475" y="558080"/>
                  </a:lnTo>
                  <a:lnTo>
                    <a:pt x="3072544" y="595201"/>
                  </a:lnTo>
                  <a:lnTo>
                    <a:pt x="3105221" y="629801"/>
                  </a:lnTo>
                  <a:lnTo>
                    <a:pt x="3131591" y="666104"/>
                  </a:lnTo>
                  <a:lnTo>
                    <a:pt x="3151722" y="703735"/>
                  </a:lnTo>
                  <a:lnTo>
                    <a:pt x="3165684" y="742317"/>
                  </a:lnTo>
                  <a:lnTo>
                    <a:pt x="3173544" y="781472"/>
                  </a:lnTo>
                  <a:lnTo>
                    <a:pt x="3175372" y="820824"/>
                  </a:lnTo>
                  <a:lnTo>
                    <a:pt x="3171236" y="859996"/>
                  </a:lnTo>
                  <a:lnTo>
                    <a:pt x="3161204" y="898611"/>
                  </a:lnTo>
                  <a:lnTo>
                    <a:pt x="3145346" y="936292"/>
                  </a:lnTo>
                  <a:lnTo>
                    <a:pt x="3123730" y="972662"/>
                  </a:lnTo>
                  <a:lnTo>
                    <a:pt x="3096425" y="1007345"/>
                  </a:lnTo>
                  <a:lnTo>
                    <a:pt x="3063500" y="1039963"/>
                  </a:lnTo>
                  <a:lnTo>
                    <a:pt x="3025022" y="1070140"/>
                  </a:lnTo>
                  <a:lnTo>
                    <a:pt x="2981061" y="1097498"/>
                  </a:lnTo>
                  <a:lnTo>
                    <a:pt x="2938961" y="1118400"/>
                  </a:lnTo>
                  <a:lnTo>
                    <a:pt x="2894286" y="1136015"/>
                  </a:lnTo>
                  <a:lnTo>
                    <a:pt x="2847405" y="1150231"/>
                  </a:lnTo>
                  <a:lnTo>
                    <a:pt x="2798690" y="1160936"/>
                  </a:lnTo>
                  <a:lnTo>
                    <a:pt x="2748511" y="1168016"/>
                  </a:lnTo>
                  <a:lnTo>
                    <a:pt x="2744775" y="1206337"/>
                  </a:lnTo>
                  <a:lnTo>
                    <a:pt x="2734703" y="1243199"/>
                  </a:lnTo>
                  <a:lnTo>
                    <a:pt x="2718696" y="1278319"/>
                  </a:lnTo>
                  <a:lnTo>
                    <a:pt x="2697155" y="1311413"/>
                  </a:lnTo>
                  <a:lnTo>
                    <a:pt x="2670481" y="1342198"/>
                  </a:lnTo>
                  <a:lnTo>
                    <a:pt x="2639075" y="1370387"/>
                  </a:lnTo>
                  <a:lnTo>
                    <a:pt x="2603338" y="1395699"/>
                  </a:lnTo>
                  <a:lnTo>
                    <a:pt x="2563673" y="1417847"/>
                  </a:lnTo>
                  <a:lnTo>
                    <a:pt x="2520479" y="1436549"/>
                  </a:lnTo>
                  <a:lnTo>
                    <a:pt x="2474158" y="1451521"/>
                  </a:lnTo>
                  <a:lnTo>
                    <a:pt x="2425111" y="1462477"/>
                  </a:lnTo>
                  <a:lnTo>
                    <a:pt x="2373739" y="1469134"/>
                  </a:lnTo>
                  <a:lnTo>
                    <a:pt x="2320444" y="1471208"/>
                  </a:lnTo>
                  <a:lnTo>
                    <a:pt x="2273702" y="1469079"/>
                  </a:lnTo>
                  <a:lnTo>
                    <a:pt x="2227774" y="1463292"/>
                  </a:lnTo>
                  <a:lnTo>
                    <a:pt x="2183070" y="1453934"/>
                  </a:lnTo>
                  <a:lnTo>
                    <a:pt x="2139996" y="1441088"/>
                  </a:lnTo>
                  <a:lnTo>
                    <a:pt x="2098959" y="1424841"/>
                  </a:lnTo>
                  <a:lnTo>
                    <a:pt x="2080525" y="1461569"/>
                  </a:lnTo>
                  <a:lnTo>
                    <a:pt x="2057204" y="1495957"/>
                  </a:lnTo>
                  <a:lnTo>
                    <a:pt x="2029374" y="1527860"/>
                  </a:lnTo>
                  <a:lnTo>
                    <a:pt x="1997412" y="1557131"/>
                  </a:lnTo>
                  <a:lnTo>
                    <a:pt x="1961695" y="1583625"/>
                  </a:lnTo>
                  <a:lnTo>
                    <a:pt x="1922599" y="1607196"/>
                  </a:lnTo>
                  <a:lnTo>
                    <a:pt x="1880503" y="1627698"/>
                  </a:lnTo>
                  <a:lnTo>
                    <a:pt x="1835782" y="1644986"/>
                  </a:lnTo>
                  <a:lnTo>
                    <a:pt x="1788814" y="1658913"/>
                  </a:lnTo>
                  <a:lnTo>
                    <a:pt x="1739976" y="1669335"/>
                  </a:lnTo>
                  <a:lnTo>
                    <a:pt x="1689645" y="1676105"/>
                  </a:lnTo>
                  <a:lnTo>
                    <a:pt x="1638198" y="1679078"/>
                  </a:lnTo>
                  <a:lnTo>
                    <a:pt x="1586012" y="1678107"/>
                  </a:lnTo>
                  <a:lnTo>
                    <a:pt x="1533464" y="1673048"/>
                  </a:lnTo>
                  <a:lnTo>
                    <a:pt x="1480930" y="1663754"/>
                  </a:lnTo>
                  <a:lnTo>
                    <a:pt x="1427348" y="1649556"/>
                  </a:lnTo>
                  <a:lnTo>
                    <a:pt x="1376704" y="1631137"/>
                  </a:lnTo>
                  <a:lnTo>
                    <a:pt x="1329448" y="1608738"/>
                  </a:lnTo>
                  <a:lnTo>
                    <a:pt x="1286029" y="1582599"/>
                  </a:lnTo>
                  <a:lnTo>
                    <a:pt x="1246896" y="1552961"/>
                  </a:lnTo>
                  <a:lnTo>
                    <a:pt x="1212498" y="1520064"/>
                  </a:lnTo>
                  <a:lnTo>
                    <a:pt x="1167095" y="1537838"/>
                  </a:lnTo>
                  <a:lnTo>
                    <a:pt x="1120486" y="1552342"/>
                  </a:lnTo>
                  <a:lnTo>
                    <a:pt x="1072945" y="1563626"/>
                  </a:lnTo>
                  <a:lnTo>
                    <a:pt x="1024748" y="1571738"/>
                  </a:lnTo>
                  <a:lnTo>
                    <a:pt x="976170" y="1576729"/>
                  </a:lnTo>
                  <a:lnTo>
                    <a:pt x="927483" y="1578647"/>
                  </a:lnTo>
                  <a:lnTo>
                    <a:pt x="878964" y="1577543"/>
                  </a:lnTo>
                  <a:lnTo>
                    <a:pt x="830887" y="1573465"/>
                  </a:lnTo>
                  <a:lnTo>
                    <a:pt x="783525" y="1566463"/>
                  </a:lnTo>
                  <a:lnTo>
                    <a:pt x="737155" y="1556587"/>
                  </a:lnTo>
                  <a:lnTo>
                    <a:pt x="692049" y="1543886"/>
                  </a:lnTo>
                  <a:lnTo>
                    <a:pt x="648484" y="1528409"/>
                  </a:lnTo>
                  <a:lnTo>
                    <a:pt x="606733" y="1510206"/>
                  </a:lnTo>
                  <a:lnTo>
                    <a:pt x="567071" y="1489326"/>
                  </a:lnTo>
                  <a:lnTo>
                    <a:pt x="529772" y="1465819"/>
                  </a:lnTo>
                  <a:lnTo>
                    <a:pt x="495112" y="1439734"/>
                  </a:lnTo>
                  <a:lnTo>
                    <a:pt x="463364" y="1411120"/>
                  </a:lnTo>
                  <a:lnTo>
                    <a:pt x="434803" y="1380028"/>
                  </a:lnTo>
                  <a:lnTo>
                    <a:pt x="428813" y="1372651"/>
                  </a:lnTo>
                  <a:lnTo>
                    <a:pt x="376762" y="1374010"/>
                  </a:lnTo>
                  <a:lnTo>
                    <a:pt x="326435" y="1369481"/>
                  </a:lnTo>
                  <a:lnTo>
                    <a:pt x="278562" y="1359479"/>
                  </a:lnTo>
                  <a:lnTo>
                    <a:pt x="233876" y="1344420"/>
                  </a:lnTo>
                  <a:lnTo>
                    <a:pt x="193107" y="1324718"/>
                  </a:lnTo>
                  <a:lnTo>
                    <a:pt x="156987" y="1300789"/>
                  </a:lnTo>
                  <a:lnTo>
                    <a:pt x="126247" y="1273046"/>
                  </a:lnTo>
                  <a:lnTo>
                    <a:pt x="101618" y="1241906"/>
                  </a:lnTo>
                  <a:lnTo>
                    <a:pt x="83831" y="1207783"/>
                  </a:lnTo>
                  <a:lnTo>
                    <a:pt x="73089" y="1120943"/>
                  </a:lnTo>
                  <a:lnTo>
                    <a:pt x="87460" y="1072451"/>
                  </a:lnTo>
                  <a:lnTo>
                    <a:pt x="115963" y="1027298"/>
                  </a:lnTo>
                  <a:lnTo>
                    <a:pt x="157829" y="987165"/>
                  </a:lnTo>
                  <a:lnTo>
                    <a:pt x="110951" y="962973"/>
                  </a:lnTo>
                  <a:lnTo>
                    <a:pt x="71873" y="933967"/>
                  </a:lnTo>
                  <a:lnTo>
                    <a:pt x="40916" y="901040"/>
                  </a:lnTo>
                  <a:lnTo>
                    <a:pt x="18404" y="865085"/>
                  </a:lnTo>
                  <a:lnTo>
                    <a:pt x="4658" y="826995"/>
                  </a:lnTo>
                  <a:lnTo>
                    <a:pt x="0" y="787661"/>
                  </a:lnTo>
                  <a:lnTo>
                    <a:pt x="4752" y="747977"/>
                  </a:lnTo>
                  <a:lnTo>
                    <a:pt x="19236" y="708834"/>
                  </a:lnTo>
                  <a:lnTo>
                    <a:pt x="43775" y="671127"/>
                  </a:lnTo>
                  <a:lnTo>
                    <a:pt x="72552" y="641227"/>
                  </a:lnTo>
                  <a:lnTo>
                    <a:pt x="107013" y="615273"/>
                  </a:lnTo>
                  <a:lnTo>
                    <a:pt x="146387" y="593624"/>
                  </a:lnTo>
                  <a:lnTo>
                    <a:pt x="189906" y="576638"/>
                  </a:lnTo>
                  <a:lnTo>
                    <a:pt x="236800" y="564674"/>
                  </a:lnTo>
                  <a:lnTo>
                    <a:pt x="286300" y="558090"/>
                  </a:lnTo>
                  <a:lnTo>
                    <a:pt x="288972" y="552862"/>
                  </a:lnTo>
                  <a:close/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4156" y="4941376"/>
              <a:ext cx="93244" cy="932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3121" y="4865975"/>
              <a:ext cx="186490" cy="18649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0062" y="4927282"/>
              <a:ext cx="121431" cy="121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9027" y="4851881"/>
              <a:ext cx="214677" cy="2146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1161" y="3913698"/>
              <a:ext cx="3288665" cy="1428115"/>
            </a:xfrm>
            <a:custGeom>
              <a:avLst/>
              <a:gdLst/>
              <a:ahLst/>
              <a:cxnLst/>
              <a:rect l="l" t="t" r="r" b="b"/>
              <a:pathLst>
                <a:path w="3288665" h="1428114">
                  <a:moveTo>
                    <a:pt x="3288421" y="1003092"/>
                  </a:moveTo>
                  <a:lnTo>
                    <a:pt x="3281291" y="1047301"/>
                  </a:lnTo>
                  <a:lnTo>
                    <a:pt x="3261435" y="1085696"/>
                  </a:lnTo>
                  <a:lnTo>
                    <a:pt x="3231158" y="1115973"/>
                  </a:lnTo>
                  <a:lnTo>
                    <a:pt x="3192763" y="1135829"/>
                  </a:lnTo>
                  <a:lnTo>
                    <a:pt x="3148553" y="1142959"/>
                  </a:lnTo>
                  <a:lnTo>
                    <a:pt x="3104345" y="1135829"/>
                  </a:lnTo>
                  <a:lnTo>
                    <a:pt x="3065950" y="1115973"/>
                  </a:lnTo>
                  <a:lnTo>
                    <a:pt x="3035672" y="1085696"/>
                  </a:lnTo>
                  <a:lnTo>
                    <a:pt x="3015816" y="1047301"/>
                  </a:lnTo>
                  <a:lnTo>
                    <a:pt x="3008686" y="1003092"/>
                  </a:lnTo>
                  <a:lnTo>
                    <a:pt x="3015816" y="958882"/>
                  </a:lnTo>
                  <a:lnTo>
                    <a:pt x="3035672" y="920487"/>
                  </a:lnTo>
                  <a:lnTo>
                    <a:pt x="3065950" y="890210"/>
                  </a:lnTo>
                  <a:lnTo>
                    <a:pt x="3104345" y="870354"/>
                  </a:lnTo>
                  <a:lnTo>
                    <a:pt x="3148553" y="863223"/>
                  </a:lnTo>
                  <a:lnTo>
                    <a:pt x="3192763" y="870354"/>
                  </a:lnTo>
                  <a:lnTo>
                    <a:pt x="3231158" y="890210"/>
                  </a:lnTo>
                  <a:lnTo>
                    <a:pt x="3261435" y="920487"/>
                  </a:lnTo>
                  <a:lnTo>
                    <a:pt x="3281291" y="958882"/>
                  </a:lnTo>
                  <a:lnTo>
                    <a:pt x="3288421" y="1003092"/>
                  </a:lnTo>
                  <a:close/>
                </a:path>
                <a:path w="3288665" h="1428114">
                  <a:moveTo>
                    <a:pt x="185954" y="926109"/>
                  </a:moveTo>
                  <a:lnTo>
                    <a:pt x="137420" y="926165"/>
                  </a:lnTo>
                  <a:lnTo>
                    <a:pt x="89704" y="920932"/>
                  </a:lnTo>
                  <a:lnTo>
                    <a:pt x="43625" y="910546"/>
                  </a:lnTo>
                  <a:lnTo>
                    <a:pt x="0" y="895144"/>
                  </a:lnTo>
                </a:path>
                <a:path w="3288665" h="1428114">
                  <a:moveTo>
                    <a:pt x="350025" y="1264981"/>
                  </a:moveTo>
                  <a:lnTo>
                    <a:pt x="330227" y="1270123"/>
                  </a:lnTo>
                  <a:lnTo>
                    <a:pt x="310024" y="1274315"/>
                  </a:lnTo>
                  <a:lnTo>
                    <a:pt x="289482" y="1277545"/>
                  </a:lnTo>
                  <a:lnTo>
                    <a:pt x="268666" y="1279801"/>
                  </a:lnTo>
                </a:path>
                <a:path w="3288665" h="1428114">
                  <a:moveTo>
                    <a:pt x="1051086" y="1427812"/>
                  </a:moveTo>
                  <a:lnTo>
                    <a:pt x="1036968" y="1411638"/>
                  </a:lnTo>
                  <a:lnTo>
                    <a:pt x="1024074" y="1394956"/>
                  </a:lnTo>
                  <a:lnTo>
                    <a:pt x="1012431" y="1377800"/>
                  </a:lnTo>
                  <a:lnTo>
                    <a:pt x="1002064" y="1360208"/>
                  </a:lnTo>
                </a:path>
                <a:path w="3288665" h="1428114">
                  <a:moveTo>
                    <a:pt x="1957621" y="1259231"/>
                  </a:moveTo>
                  <a:lnTo>
                    <a:pt x="1954769" y="1278037"/>
                  </a:lnTo>
                  <a:lnTo>
                    <a:pt x="1950549" y="1296694"/>
                  </a:lnTo>
                  <a:lnTo>
                    <a:pt x="1944972" y="1315165"/>
                  </a:lnTo>
                  <a:lnTo>
                    <a:pt x="1938047" y="1333410"/>
                  </a:lnTo>
                </a:path>
                <a:path w="3288665" h="1428114">
                  <a:moveTo>
                    <a:pt x="2346838" y="800888"/>
                  </a:moveTo>
                  <a:lnTo>
                    <a:pt x="2399394" y="822780"/>
                  </a:lnTo>
                  <a:lnTo>
                    <a:pt x="2446393" y="849404"/>
                  </a:lnTo>
                  <a:lnTo>
                    <a:pt x="2487368" y="880218"/>
                  </a:lnTo>
                  <a:lnTo>
                    <a:pt x="2521852" y="914678"/>
                  </a:lnTo>
                  <a:lnTo>
                    <a:pt x="2549377" y="952242"/>
                  </a:lnTo>
                  <a:lnTo>
                    <a:pt x="2569475" y="992366"/>
                  </a:lnTo>
                  <a:lnTo>
                    <a:pt x="2581680" y="1034508"/>
                  </a:lnTo>
                  <a:lnTo>
                    <a:pt x="2585524" y="1078125"/>
                  </a:lnTo>
                </a:path>
                <a:path w="3288665" h="1428114">
                  <a:moveTo>
                    <a:pt x="2909816" y="505609"/>
                  </a:moveTo>
                  <a:lnTo>
                    <a:pt x="2889636" y="534799"/>
                  </a:lnTo>
                  <a:lnTo>
                    <a:pt x="2865018" y="562030"/>
                  </a:lnTo>
                  <a:lnTo>
                    <a:pt x="2836229" y="587040"/>
                  </a:lnTo>
                  <a:lnTo>
                    <a:pt x="2803536" y="609566"/>
                  </a:lnTo>
                </a:path>
                <a:path w="3288665" h="1428114">
                  <a:moveTo>
                    <a:pt x="2654791" y="119881"/>
                  </a:moveTo>
                  <a:lnTo>
                    <a:pt x="2657428" y="132071"/>
                  </a:lnTo>
                  <a:lnTo>
                    <a:pt x="2659243" y="144332"/>
                  </a:lnTo>
                  <a:lnTo>
                    <a:pt x="2660236" y="156641"/>
                  </a:lnTo>
                  <a:lnTo>
                    <a:pt x="2660403" y="168977"/>
                  </a:lnTo>
                </a:path>
                <a:path w="3288665" h="1428114">
                  <a:moveTo>
                    <a:pt x="1976047" y="62612"/>
                  </a:moveTo>
                  <a:lnTo>
                    <a:pt x="1987266" y="45927"/>
                  </a:lnTo>
                  <a:lnTo>
                    <a:pt x="2000115" y="29889"/>
                  </a:lnTo>
                  <a:lnTo>
                    <a:pt x="2014542" y="14559"/>
                  </a:lnTo>
                  <a:lnTo>
                    <a:pt x="2030493" y="0"/>
                  </a:lnTo>
                </a:path>
                <a:path w="3288665" h="1428114">
                  <a:moveTo>
                    <a:pt x="1466804" y="92451"/>
                  </a:moveTo>
                  <a:lnTo>
                    <a:pt x="1471640" y="78527"/>
                  </a:lnTo>
                  <a:lnTo>
                    <a:pt x="1477660" y="64860"/>
                  </a:lnTo>
                  <a:lnTo>
                    <a:pt x="1484845" y="51489"/>
                  </a:lnTo>
                  <a:lnTo>
                    <a:pt x="1493175" y="38452"/>
                  </a:lnTo>
                </a:path>
                <a:path w="3288665" h="1428114">
                  <a:moveTo>
                    <a:pt x="869177" y="110789"/>
                  </a:moveTo>
                  <a:lnTo>
                    <a:pt x="894656" y="122303"/>
                  </a:lnTo>
                  <a:lnTo>
                    <a:pt x="919097" y="134896"/>
                  </a:lnTo>
                  <a:lnTo>
                    <a:pt x="942434" y="148533"/>
                  </a:lnTo>
                  <a:lnTo>
                    <a:pt x="964600" y="163177"/>
                  </a:lnTo>
                </a:path>
                <a:path w="3288665" h="1428114">
                  <a:moveTo>
                    <a:pt x="144405" y="522509"/>
                  </a:moveTo>
                  <a:lnTo>
                    <a:pt x="139109" y="508916"/>
                  </a:lnTo>
                  <a:lnTo>
                    <a:pt x="134564" y="495187"/>
                  </a:lnTo>
                  <a:lnTo>
                    <a:pt x="130777" y="481340"/>
                  </a:lnTo>
                  <a:lnTo>
                    <a:pt x="127752" y="467391"/>
                  </a:lnTo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4320" y="4288535"/>
            <a:ext cx="2491105" cy="7543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-635" algn="ctr">
              <a:lnSpc>
                <a:spcPct val="90600"/>
              </a:lnSpc>
              <a:spcBef>
                <a:spcPts val="290"/>
              </a:spcBef>
            </a:pP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How does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a software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application</a:t>
            </a:r>
            <a:r>
              <a:rPr sz="1700" spc="-3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interact</a:t>
            </a:r>
            <a:r>
              <a:rPr sz="1700" spc="-4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with </a:t>
            </a:r>
            <a:r>
              <a:rPr sz="1700" spc="-49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the</a:t>
            </a:r>
            <a:r>
              <a:rPr sz="1700" spc="-1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database?</a:t>
            </a:r>
            <a:endParaRPr sz="170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14258" y="3062907"/>
            <a:ext cx="3199130" cy="3891279"/>
            <a:chOff x="3314258" y="3062907"/>
            <a:chExt cx="3199130" cy="3891279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93132" y="4433873"/>
              <a:ext cx="2519974" cy="25199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28545" y="3077195"/>
              <a:ext cx="2441575" cy="1041400"/>
            </a:xfrm>
            <a:custGeom>
              <a:avLst/>
              <a:gdLst/>
              <a:ahLst/>
              <a:cxnLst/>
              <a:rect l="l" t="t" r="r" b="b"/>
              <a:pathLst>
                <a:path w="2441575" h="1041400">
                  <a:moveTo>
                    <a:pt x="1491888" y="0"/>
                  </a:moveTo>
                  <a:lnTo>
                    <a:pt x="1437969" y="3259"/>
                  </a:lnTo>
                  <a:lnTo>
                    <a:pt x="1386794" y="13207"/>
                  </a:lnTo>
                  <a:lnTo>
                    <a:pt x="1340348" y="29459"/>
                  </a:lnTo>
                  <a:lnTo>
                    <a:pt x="1300613" y="51629"/>
                  </a:lnTo>
                  <a:lnTo>
                    <a:pt x="1269573" y="79332"/>
                  </a:lnTo>
                  <a:lnTo>
                    <a:pt x="1253513" y="70779"/>
                  </a:lnTo>
                  <a:lnTo>
                    <a:pt x="1218467" y="55825"/>
                  </a:lnTo>
                  <a:lnTo>
                    <a:pt x="1149560" y="37209"/>
                  </a:lnTo>
                  <a:lnTo>
                    <a:pt x="1098025" y="30496"/>
                  </a:lnTo>
                  <a:lnTo>
                    <a:pt x="1046166" y="29137"/>
                  </a:lnTo>
                  <a:lnTo>
                    <a:pt x="995131" y="32929"/>
                  </a:lnTo>
                  <a:lnTo>
                    <a:pt x="946071" y="41666"/>
                  </a:lnTo>
                  <a:lnTo>
                    <a:pt x="900135" y="55145"/>
                  </a:lnTo>
                  <a:lnTo>
                    <a:pt x="858473" y="73159"/>
                  </a:lnTo>
                  <a:lnTo>
                    <a:pt x="822234" y="95506"/>
                  </a:lnTo>
                  <a:lnTo>
                    <a:pt x="792568" y="121978"/>
                  </a:lnTo>
                  <a:lnTo>
                    <a:pt x="747038" y="108769"/>
                  </a:lnTo>
                  <a:lnTo>
                    <a:pt x="699206" y="99251"/>
                  </a:lnTo>
                  <a:lnTo>
                    <a:pt x="649733" y="93503"/>
                  </a:lnTo>
                  <a:lnTo>
                    <a:pt x="599280" y="91601"/>
                  </a:lnTo>
                  <a:lnTo>
                    <a:pt x="548506" y="93622"/>
                  </a:lnTo>
                  <a:lnTo>
                    <a:pt x="487915" y="101335"/>
                  </a:lnTo>
                  <a:lnTo>
                    <a:pt x="431745" y="114241"/>
                  </a:lnTo>
                  <a:lnTo>
                    <a:pt x="380669" y="131828"/>
                  </a:lnTo>
                  <a:lnTo>
                    <a:pt x="335358" y="153582"/>
                  </a:lnTo>
                  <a:lnTo>
                    <a:pt x="296485" y="178991"/>
                  </a:lnTo>
                  <a:lnTo>
                    <a:pt x="264720" y="207540"/>
                  </a:lnTo>
                  <a:lnTo>
                    <a:pt x="240737" y="238717"/>
                  </a:lnTo>
                  <a:lnTo>
                    <a:pt x="218800" y="306900"/>
                  </a:lnTo>
                  <a:lnTo>
                    <a:pt x="222190" y="342881"/>
                  </a:lnTo>
                  <a:lnTo>
                    <a:pt x="220136" y="346123"/>
                  </a:lnTo>
                  <a:lnTo>
                    <a:pt x="163760" y="353513"/>
                  </a:lnTo>
                  <a:lnTo>
                    <a:pt x="112557" y="368160"/>
                  </a:lnTo>
                  <a:lnTo>
                    <a:pt x="68524" y="389314"/>
                  </a:lnTo>
                  <a:lnTo>
                    <a:pt x="33658" y="416225"/>
                  </a:lnTo>
                  <a:lnTo>
                    <a:pt x="8271" y="451670"/>
                  </a:lnTo>
                  <a:lnTo>
                    <a:pt x="0" y="488495"/>
                  </a:lnTo>
                  <a:lnTo>
                    <a:pt x="8008" y="524830"/>
                  </a:lnTo>
                  <a:lnTo>
                    <a:pt x="31461" y="558809"/>
                  </a:lnTo>
                  <a:lnTo>
                    <a:pt x="69521" y="588562"/>
                  </a:lnTo>
                  <a:lnTo>
                    <a:pt x="121354" y="612221"/>
                  </a:lnTo>
                  <a:lnTo>
                    <a:pt x="89164" y="637110"/>
                  </a:lnTo>
                  <a:lnTo>
                    <a:pt x="67248" y="665112"/>
                  </a:lnTo>
                  <a:lnTo>
                    <a:pt x="56198" y="695185"/>
                  </a:lnTo>
                  <a:lnTo>
                    <a:pt x="56606" y="726286"/>
                  </a:lnTo>
                  <a:lnTo>
                    <a:pt x="94065" y="786879"/>
                  </a:lnTo>
                  <a:lnTo>
                    <a:pt x="128244" y="811212"/>
                  </a:lnTo>
                  <a:lnTo>
                    <a:pt x="170538" y="830570"/>
                  </a:lnTo>
                  <a:lnTo>
                    <a:pt x="219307" y="844202"/>
                  </a:lnTo>
                  <a:lnTo>
                    <a:pt x="272912" y="851357"/>
                  </a:lnTo>
                  <a:lnTo>
                    <a:pt x="329713" y="851286"/>
                  </a:lnTo>
                  <a:lnTo>
                    <a:pt x="334319" y="855861"/>
                  </a:lnTo>
                  <a:lnTo>
                    <a:pt x="365390" y="882152"/>
                  </a:lnTo>
                  <a:lnTo>
                    <a:pt x="401003" y="905473"/>
                  </a:lnTo>
                  <a:lnTo>
                    <a:pt x="440598" y="925743"/>
                  </a:lnTo>
                  <a:lnTo>
                    <a:pt x="483615" y="942880"/>
                  </a:lnTo>
                  <a:lnTo>
                    <a:pt x="529494" y="956802"/>
                  </a:lnTo>
                  <a:lnTo>
                    <a:pt x="577673" y="967430"/>
                  </a:lnTo>
                  <a:lnTo>
                    <a:pt x="627594" y="974680"/>
                  </a:lnTo>
                  <a:lnTo>
                    <a:pt x="678694" y="978472"/>
                  </a:lnTo>
                  <a:lnTo>
                    <a:pt x="730414" y="978724"/>
                  </a:lnTo>
                  <a:lnTo>
                    <a:pt x="782194" y="975355"/>
                  </a:lnTo>
                  <a:lnTo>
                    <a:pt x="833473" y="968283"/>
                  </a:lnTo>
                  <a:lnTo>
                    <a:pt x="883691" y="957428"/>
                  </a:lnTo>
                  <a:lnTo>
                    <a:pt x="932287" y="942707"/>
                  </a:lnTo>
                  <a:lnTo>
                    <a:pt x="964473" y="966951"/>
                  </a:lnTo>
                  <a:lnTo>
                    <a:pt x="1001803" y="988242"/>
                  </a:lnTo>
                  <a:lnTo>
                    <a:pt x="1043679" y="1006322"/>
                  </a:lnTo>
                  <a:lnTo>
                    <a:pt x="1089505" y="1020933"/>
                  </a:lnTo>
                  <a:lnTo>
                    <a:pt x="1138684" y="1031818"/>
                  </a:lnTo>
                  <a:lnTo>
                    <a:pt x="1193783" y="1039022"/>
                  </a:lnTo>
                  <a:lnTo>
                    <a:pt x="1248707" y="1041404"/>
                  </a:lnTo>
                  <a:lnTo>
                    <a:pt x="1302722" y="1039192"/>
                  </a:lnTo>
                  <a:lnTo>
                    <a:pt x="1355092" y="1032617"/>
                  </a:lnTo>
                  <a:lnTo>
                    <a:pt x="1405082" y="1021907"/>
                  </a:lnTo>
                  <a:lnTo>
                    <a:pt x="1451958" y="1007291"/>
                  </a:lnTo>
                  <a:lnTo>
                    <a:pt x="1494983" y="988999"/>
                  </a:lnTo>
                  <a:lnTo>
                    <a:pt x="1533424" y="967260"/>
                  </a:lnTo>
                  <a:lnTo>
                    <a:pt x="1566544" y="942303"/>
                  </a:lnTo>
                  <a:lnTo>
                    <a:pt x="1593610" y="914357"/>
                  </a:lnTo>
                  <a:lnTo>
                    <a:pt x="1613885" y="883652"/>
                  </a:lnTo>
                  <a:lnTo>
                    <a:pt x="1653583" y="895920"/>
                  </a:lnTo>
                  <a:lnTo>
                    <a:pt x="1695607" y="904870"/>
                  </a:lnTo>
                  <a:lnTo>
                    <a:pt x="1739344" y="910401"/>
                  </a:lnTo>
                  <a:lnTo>
                    <a:pt x="1784184" y="912407"/>
                  </a:lnTo>
                  <a:lnTo>
                    <a:pt x="1842919" y="909627"/>
                  </a:lnTo>
                  <a:lnTo>
                    <a:pt x="1898282" y="901079"/>
                  </a:lnTo>
                  <a:lnTo>
                    <a:pt x="1949343" y="887296"/>
                  </a:lnTo>
                  <a:lnTo>
                    <a:pt x="1995173" y="868807"/>
                  </a:lnTo>
                  <a:lnTo>
                    <a:pt x="2034843" y="846145"/>
                  </a:lnTo>
                  <a:lnTo>
                    <a:pt x="2067422" y="819840"/>
                  </a:lnTo>
                  <a:lnTo>
                    <a:pt x="2091982" y="790423"/>
                  </a:lnTo>
                  <a:lnTo>
                    <a:pt x="2113324" y="724379"/>
                  </a:lnTo>
                  <a:lnTo>
                    <a:pt x="2161387" y="718536"/>
                  </a:lnTo>
                  <a:lnTo>
                    <a:pt x="2207580" y="709209"/>
                  </a:lnTo>
                  <a:lnTo>
                    <a:pt x="2251347" y="696533"/>
                  </a:lnTo>
                  <a:lnTo>
                    <a:pt x="2292130" y="680645"/>
                  </a:lnTo>
                  <a:lnTo>
                    <a:pt x="2338274" y="656389"/>
                  </a:lnTo>
                  <a:lnTo>
                    <a:pt x="2376114" y="628891"/>
                  </a:lnTo>
                  <a:lnTo>
                    <a:pt x="2405504" y="598792"/>
                  </a:lnTo>
                  <a:lnTo>
                    <a:pt x="2426299" y="566733"/>
                  </a:lnTo>
                  <a:lnTo>
                    <a:pt x="2441526" y="499300"/>
                  </a:lnTo>
                  <a:lnTo>
                    <a:pt x="2435669" y="465210"/>
                  </a:lnTo>
                  <a:lnTo>
                    <a:pt x="2420637" y="431725"/>
                  </a:lnTo>
                  <a:lnTo>
                    <a:pt x="2396287" y="399488"/>
                  </a:lnTo>
                  <a:lnTo>
                    <a:pt x="2362473" y="369138"/>
                  </a:lnTo>
                  <a:lnTo>
                    <a:pt x="2366434" y="363490"/>
                  </a:lnTo>
                  <a:lnTo>
                    <a:pt x="2370054" y="357767"/>
                  </a:lnTo>
                  <a:lnTo>
                    <a:pt x="2373330" y="351974"/>
                  </a:lnTo>
                  <a:lnTo>
                    <a:pt x="2376258" y="346117"/>
                  </a:lnTo>
                  <a:lnTo>
                    <a:pt x="2386296" y="311104"/>
                  </a:lnTo>
                  <a:lnTo>
                    <a:pt x="2384217" y="276682"/>
                  </a:lnTo>
                  <a:lnTo>
                    <a:pt x="2347111" y="213069"/>
                  </a:lnTo>
                  <a:lnTo>
                    <a:pt x="2313783" y="185608"/>
                  </a:lnTo>
                  <a:lnTo>
                    <a:pt x="2271738" y="162198"/>
                  </a:lnTo>
                  <a:lnTo>
                    <a:pt x="2221827" y="143703"/>
                  </a:lnTo>
                  <a:lnTo>
                    <a:pt x="2164899" y="130989"/>
                  </a:lnTo>
                  <a:lnTo>
                    <a:pt x="2152506" y="104490"/>
                  </a:lnTo>
                  <a:lnTo>
                    <a:pt x="2105709" y="57437"/>
                  </a:lnTo>
                  <a:lnTo>
                    <a:pt x="2072356" y="37941"/>
                  </a:lnTo>
                  <a:lnTo>
                    <a:pt x="2026608" y="19697"/>
                  </a:lnTo>
                  <a:lnTo>
                    <a:pt x="1977022" y="7473"/>
                  </a:lnTo>
                  <a:lnTo>
                    <a:pt x="1925155" y="1196"/>
                  </a:lnTo>
                  <a:lnTo>
                    <a:pt x="1872558" y="791"/>
                  </a:lnTo>
                  <a:lnTo>
                    <a:pt x="1820787" y="6185"/>
                  </a:lnTo>
                  <a:lnTo>
                    <a:pt x="1771394" y="17302"/>
                  </a:lnTo>
                  <a:lnTo>
                    <a:pt x="1725934" y="34070"/>
                  </a:lnTo>
                  <a:lnTo>
                    <a:pt x="1685960" y="56412"/>
                  </a:lnTo>
                  <a:lnTo>
                    <a:pt x="1667637" y="43985"/>
                  </a:lnTo>
                  <a:lnTo>
                    <a:pt x="1647066" y="32888"/>
                  </a:lnTo>
                  <a:lnTo>
                    <a:pt x="1624458" y="23223"/>
                  </a:lnTo>
                  <a:lnTo>
                    <a:pt x="1600024" y="15091"/>
                  </a:lnTo>
                  <a:lnTo>
                    <a:pt x="1546567" y="3815"/>
                  </a:lnTo>
                  <a:lnTo>
                    <a:pt x="1491888" y="0"/>
                  </a:lnTo>
                  <a:close/>
                </a:path>
              </a:pathLst>
            </a:custGeom>
            <a:solidFill>
              <a:srgbClr val="EFE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10317" y="4062040"/>
              <a:ext cx="366584" cy="33062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28546" y="3077195"/>
              <a:ext cx="2441575" cy="1041400"/>
            </a:xfrm>
            <a:custGeom>
              <a:avLst/>
              <a:gdLst/>
              <a:ahLst/>
              <a:cxnLst/>
              <a:rect l="l" t="t" r="r" b="b"/>
              <a:pathLst>
                <a:path w="2441575" h="1041400">
                  <a:moveTo>
                    <a:pt x="222190" y="342881"/>
                  </a:moveTo>
                  <a:lnTo>
                    <a:pt x="225206" y="272008"/>
                  </a:lnTo>
                  <a:lnTo>
                    <a:pt x="264720" y="207540"/>
                  </a:lnTo>
                  <a:lnTo>
                    <a:pt x="296485" y="178991"/>
                  </a:lnTo>
                  <a:lnTo>
                    <a:pt x="335358" y="153583"/>
                  </a:lnTo>
                  <a:lnTo>
                    <a:pt x="380669" y="131828"/>
                  </a:lnTo>
                  <a:lnTo>
                    <a:pt x="431745" y="114242"/>
                  </a:lnTo>
                  <a:lnTo>
                    <a:pt x="487914" y="101335"/>
                  </a:lnTo>
                  <a:lnTo>
                    <a:pt x="548505" y="93622"/>
                  </a:lnTo>
                  <a:lnTo>
                    <a:pt x="599280" y="91602"/>
                  </a:lnTo>
                  <a:lnTo>
                    <a:pt x="649733" y="93504"/>
                  </a:lnTo>
                  <a:lnTo>
                    <a:pt x="699206" y="99252"/>
                  </a:lnTo>
                  <a:lnTo>
                    <a:pt x="747037" y="108769"/>
                  </a:lnTo>
                  <a:lnTo>
                    <a:pt x="792568" y="121979"/>
                  </a:lnTo>
                  <a:lnTo>
                    <a:pt x="822234" y="95506"/>
                  </a:lnTo>
                  <a:lnTo>
                    <a:pt x="858473" y="73160"/>
                  </a:lnTo>
                  <a:lnTo>
                    <a:pt x="900135" y="55145"/>
                  </a:lnTo>
                  <a:lnTo>
                    <a:pt x="946071" y="41667"/>
                  </a:lnTo>
                  <a:lnTo>
                    <a:pt x="995131" y="32929"/>
                  </a:lnTo>
                  <a:lnTo>
                    <a:pt x="1046165" y="29137"/>
                  </a:lnTo>
                  <a:lnTo>
                    <a:pt x="1098025" y="30495"/>
                  </a:lnTo>
                  <a:lnTo>
                    <a:pt x="1149560" y="37209"/>
                  </a:lnTo>
                  <a:lnTo>
                    <a:pt x="1199620" y="49482"/>
                  </a:lnTo>
                  <a:lnTo>
                    <a:pt x="1236454" y="62933"/>
                  </a:lnTo>
                  <a:lnTo>
                    <a:pt x="1269573" y="79331"/>
                  </a:lnTo>
                  <a:lnTo>
                    <a:pt x="1300613" y="51629"/>
                  </a:lnTo>
                  <a:lnTo>
                    <a:pt x="1340348" y="29459"/>
                  </a:lnTo>
                  <a:lnTo>
                    <a:pt x="1386794" y="13207"/>
                  </a:lnTo>
                  <a:lnTo>
                    <a:pt x="1437968" y="3259"/>
                  </a:lnTo>
                  <a:lnTo>
                    <a:pt x="1491887" y="0"/>
                  </a:lnTo>
                  <a:lnTo>
                    <a:pt x="1546566" y="3815"/>
                  </a:lnTo>
                  <a:lnTo>
                    <a:pt x="1600023" y="15091"/>
                  </a:lnTo>
                  <a:lnTo>
                    <a:pt x="1647066" y="32887"/>
                  </a:lnTo>
                  <a:lnTo>
                    <a:pt x="1685960" y="56412"/>
                  </a:lnTo>
                  <a:lnTo>
                    <a:pt x="1725934" y="34069"/>
                  </a:lnTo>
                  <a:lnTo>
                    <a:pt x="1771394" y="17302"/>
                  </a:lnTo>
                  <a:lnTo>
                    <a:pt x="1820787" y="6185"/>
                  </a:lnTo>
                  <a:lnTo>
                    <a:pt x="1872558" y="791"/>
                  </a:lnTo>
                  <a:lnTo>
                    <a:pt x="1925155" y="1196"/>
                  </a:lnTo>
                  <a:lnTo>
                    <a:pt x="1977022" y="7473"/>
                  </a:lnTo>
                  <a:lnTo>
                    <a:pt x="2026607" y="19696"/>
                  </a:lnTo>
                  <a:lnTo>
                    <a:pt x="2072356" y="37941"/>
                  </a:lnTo>
                  <a:lnTo>
                    <a:pt x="2105709" y="57437"/>
                  </a:lnTo>
                  <a:lnTo>
                    <a:pt x="2152506" y="104489"/>
                  </a:lnTo>
                  <a:lnTo>
                    <a:pt x="2164899" y="130989"/>
                  </a:lnTo>
                  <a:lnTo>
                    <a:pt x="2221827" y="143703"/>
                  </a:lnTo>
                  <a:lnTo>
                    <a:pt x="2271738" y="162198"/>
                  </a:lnTo>
                  <a:lnTo>
                    <a:pt x="2313782" y="185608"/>
                  </a:lnTo>
                  <a:lnTo>
                    <a:pt x="2347110" y="213069"/>
                  </a:lnTo>
                  <a:lnTo>
                    <a:pt x="2370872" y="243715"/>
                  </a:lnTo>
                  <a:lnTo>
                    <a:pt x="2386296" y="311104"/>
                  </a:lnTo>
                  <a:lnTo>
                    <a:pt x="2376259" y="346116"/>
                  </a:lnTo>
                  <a:lnTo>
                    <a:pt x="2373330" y="351974"/>
                  </a:lnTo>
                  <a:lnTo>
                    <a:pt x="2370054" y="357767"/>
                  </a:lnTo>
                  <a:lnTo>
                    <a:pt x="2366433" y="363490"/>
                  </a:lnTo>
                  <a:lnTo>
                    <a:pt x="2362472" y="369138"/>
                  </a:lnTo>
                  <a:lnTo>
                    <a:pt x="2396286" y="399487"/>
                  </a:lnTo>
                  <a:lnTo>
                    <a:pt x="2420637" y="431725"/>
                  </a:lnTo>
                  <a:lnTo>
                    <a:pt x="2435669" y="465210"/>
                  </a:lnTo>
                  <a:lnTo>
                    <a:pt x="2441526" y="499300"/>
                  </a:lnTo>
                  <a:lnTo>
                    <a:pt x="2438355" y="533355"/>
                  </a:lnTo>
                  <a:lnTo>
                    <a:pt x="2405504" y="598792"/>
                  </a:lnTo>
                  <a:lnTo>
                    <a:pt x="2376114" y="628891"/>
                  </a:lnTo>
                  <a:lnTo>
                    <a:pt x="2338275" y="656389"/>
                  </a:lnTo>
                  <a:lnTo>
                    <a:pt x="2292130" y="680645"/>
                  </a:lnTo>
                  <a:lnTo>
                    <a:pt x="2251347" y="696533"/>
                  </a:lnTo>
                  <a:lnTo>
                    <a:pt x="2207580" y="709209"/>
                  </a:lnTo>
                  <a:lnTo>
                    <a:pt x="2161386" y="718536"/>
                  </a:lnTo>
                  <a:lnTo>
                    <a:pt x="2113323" y="724379"/>
                  </a:lnTo>
                  <a:lnTo>
                    <a:pt x="2107592" y="758426"/>
                  </a:lnTo>
                  <a:lnTo>
                    <a:pt x="2067422" y="819840"/>
                  </a:lnTo>
                  <a:lnTo>
                    <a:pt x="2034842" y="846145"/>
                  </a:lnTo>
                  <a:lnTo>
                    <a:pt x="1995173" y="868808"/>
                  </a:lnTo>
                  <a:lnTo>
                    <a:pt x="1949343" y="887296"/>
                  </a:lnTo>
                  <a:lnTo>
                    <a:pt x="1898281" y="901079"/>
                  </a:lnTo>
                  <a:lnTo>
                    <a:pt x="1842919" y="909627"/>
                  </a:lnTo>
                  <a:lnTo>
                    <a:pt x="1784184" y="912408"/>
                  </a:lnTo>
                  <a:lnTo>
                    <a:pt x="1739344" y="910401"/>
                  </a:lnTo>
                  <a:lnTo>
                    <a:pt x="1695607" y="904871"/>
                  </a:lnTo>
                  <a:lnTo>
                    <a:pt x="1653583" y="895920"/>
                  </a:lnTo>
                  <a:lnTo>
                    <a:pt x="1613884" y="883652"/>
                  </a:lnTo>
                  <a:lnTo>
                    <a:pt x="1593609" y="914358"/>
                  </a:lnTo>
                  <a:lnTo>
                    <a:pt x="1566544" y="942303"/>
                  </a:lnTo>
                  <a:lnTo>
                    <a:pt x="1533424" y="967261"/>
                  </a:lnTo>
                  <a:lnTo>
                    <a:pt x="1494983" y="989000"/>
                  </a:lnTo>
                  <a:lnTo>
                    <a:pt x="1451958" y="1007292"/>
                  </a:lnTo>
                  <a:lnTo>
                    <a:pt x="1405082" y="1021907"/>
                  </a:lnTo>
                  <a:lnTo>
                    <a:pt x="1355092" y="1032617"/>
                  </a:lnTo>
                  <a:lnTo>
                    <a:pt x="1302722" y="1039193"/>
                  </a:lnTo>
                  <a:lnTo>
                    <a:pt x="1248707" y="1041404"/>
                  </a:lnTo>
                  <a:lnTo>
                    <a:pt x="1193783" y="1039022"/>
                  </a:lnTo>
                  <a:lnTo>
                    <a:pt x="1138683" y="1031818"/>
                  </a:lnTo>
                  <a:lnTo>
                    <a:pt x="1089505" y="1020933"/>
                  </a:lnTo>
                  <a:lnTo>
                    <a:pt x="1043678" y="1006322"/>
                  </a:lnTo>
                  <a:lnTo>
                    <a:pt x="1001802" y="988242"/>
                  </a:lnTo>
                  <a:lnTo>
                    <a:pt x="964473" y="966951"/>
                  </a:lnTo>
                  <a:lnTo>
                    <a:pt x="932287" y="942707"/>
                  </a:lnTo>
                  <a:lnTo>
                    <a:pt x="883691" y="957428"/>
                  </a:lnTo>
                  <a:lnTo>
                    <a:pt x="833473" y="968283"/>
                  </a:lnTo>
                  <a:lnTo>
                    <a:pt x="782194" y="975355"/>
                  </a:lnTo>
                  <a:lnTo>
                    <a:pt x="730414" y="978724"/>
                  </a:lnTo>
                  <a:lnTo>
                    <a:pt x="678694" y="978472"/>
                  </a:lnTo>
                  <a:lnTo>
                    <a:pt x="627593" y="974680"/>
                  </a:lnTo>
                  <a:lnTo>
                    <a:pt x="577673" y="967430"/>
                  </a:lnTo>
                  <a:lnTo>
                    <a:pt x="529493" y="956803"/>
                  </a:lnTo>
                  <a:lnTo>
                    <a:pt x="483615" y="942880"/>
                  </a:lnTo>
                  <a:lnTo>
                    <a:pt x="440598" y="925743"/>
                  </a:lnTo>
                  <a:lnTo>
                    <a:pt x="401003" y="905473"/>
                  </a:lnTo>
                  <a:lnTo>
                    <a:pt x="365389" y="882152"/>
                  </a:lnTo>
                  <a:lnTo>
                    <a:pt x="334319" y="855861"/>
                  </a:lnTo>
                  <a:lnTo>
                    <a:pt x="329713" y="851286"/>
                  </a:lnTo>
                  <a:lnTo>
                    <a:pt x="272912" y="851357"/>
                  </a:lnTo>
                  <a:lnTo>
                    <a:pt x="219307" y="844202"/>
                  </a:lnTo>
                  <a:lnTo>
                    <a:pt x="170538" y="830570"/>
                  </a:lnTo>
                  <a:lnTo>
                    <a:pt x="128244" y="811212"/>
                  </a:lnTo>
                  <a:lnTo>
                    <a:pt x="94064" y="786879"/>
                  </a:lnTo>
                  <a:lnTo>
                    <a:pt x="56605" y="726286"/>
                  </a:lnTo>
                  <a:lnTo>
                    <a:pt x="56198" y="695185"/>
                  </a:lnTo>
                  <a:lnTo>
                    <a:pt x="67248" y="665112"/>
                  </a:lnTo>
                  <a:lnTo>
                    <a:pt x="89164" y="637110"/>
                  </a:lnTo>
                  <a:lnTo>
                    <a:pt x="121354" y="612221"/>
                  </a:lnTo>
                  <a:lnTo>
                    <a:pt x="69521" y="588562"/>
                  </a:lnTo>
                  <a:lnTo>
                    <a:pt x="31460" y="558809"/>
                  </a:lnTo>
                  <a:lnTo>
                    <a:pt x="8008" y="524831"/>
                  </a:lnTo>
                  <a:lnTo>
                    <a:pt x="0" y="488495"/>
                  </a:lnTo>
                  <a:lnTo>
                    <a:pt x="8271" y="451670"/>
                  </a:lnTo>
                  <a:lnTo>
                    <a:pt x="33659" y="416224"/>
                  </a:lnTo>
                  <a:lnTo>
                    <a:pt x="68524" y="389314"/>
                  </a:lnTo>
                  <a:lnTo>
                    <a:pt x="112557" y="368160"/>
                  </a:lnTo>
                  <a:lnTo>
                    <a:pt x="163759" y="353512"/>
                  </a:lnTo>
                  <a:lnTo>
                    <a:pt x="220136" y="346123"/>
                  </a:lnTo>
                  <a:lnTo>
                    <a:pt x="222190" y="342881"/>
                  </a:lnTo>
                  <a:close/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6223" y="4047946"/>
              <a:ext cx="394771" cy="35881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452516" y="3685362"/>
              <a:ext cx="1505585" cy="330835"/>
            </a:xfrm>
            <a:custGeom>
              <a:avLst/>
              <a:gdLst/>
              <a:ahLst/>
              <a:cxnLst/>
              <a:rect l="l" t="t" r="r" b="b"/>
              <a:pathLst>
                <a:path w="1505585" h="330835">
                  <a:moveTo>
                    <a:pt x="142980" y="19203"/>
                  </a:moveTo>
                  <a:lnTo>
                    <a:pt x="105662" y="19238"/>
                  </a:lnTo>
                  <a:lnTo>
                    <a:pt x="68973" y="15992"/>
                  </a:lnTo>
                  <a:lnTo>
                    <a:pt x="33543" y="9551"/>
                  </a:lnTo>
                  <a:lnTo>
                    <a:pt x="0" y="0"/>
                  </a:lnTo>
                </a:path>
                <a:path w="1505585" h="330835">
                  <a:moveTo>
                    <a:pt x="269133" y="229360"/>
                  </a:moveTo>
                  <a:lnTo>
                    <a:pt x="253911" y="232549"/>
                  </a:lnTo>
                  <a:lnTo>
                    <a:pt x="238377" y="235149"/>
                  </a:lnTo>
                  <a:lnTo>
                    <a:pt x="222582" y="237152"/>
                  </a:lnTo>
                  <a:lnTo>
                    <a:pt x="206576" y="238551"/>
                  </a:lnTo>
                </a:path>
                <a:path w="1505585" h="330835">
                  <a:moveTo>
                    <a:pt x="808178" y="330343"/>
                  </a:moveTo>
                  <a:lnTo>
                    <a:pt x="797322" y="320312"/>
                  </a:lnTo>
                  <a:lnTo>
                    <a:pt x="787408" y="309966"/>
                  </a:lnTo>
                  <a:lnTo>
                    <a:pt x="778456" y="299327"/>
                  </a:lnTo>
                  <a:lnTo>
                    <a:pt x="770485" y="288417"/>
                  </a:lnTo>
                </a:path>
                <a:path w="1505585" h="330835">
                  <a:moveTo>
                    <a:pt x="1505210" y="225794"/>
                  </a:moveTo>
                  <a:lnTo>
                    <a:pt x="1503017" y="237457"/>
                  </a:lnTo>
                  <a:lnTo>
                    <a:pt x="1499772" y="249028"/>
                  </a:lnTo>
                  <a:lnTo>
                    <a:pt x="1495484" y="260483"/>
                  </a:lnTo>
                  <a:lnTo>
                    <a:pt x="1490159" y="271798"/>
                  </a:lnTo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42901" y="3612814"/>
              <a:ext cx="211710" cy="20011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50744" y="3130223"/>
              <a:ext cx="2139315" cy="378460"/>
            </a:xfrm>
            <a:custGeom>
              <a:avLst/>
              <a:gdLst/>
              <a:ahLst/>
              <a:cxnLst/>
              <a:rect l="l" t="t" r="r" b="b"/>
              <a:pathLst>
                <a:path w="2139315" h="378460">
                  <a:moveTo>
                    <a:pt x="2139123" y="313561"/>
                  </a:moveTo>
                  <a:lnTo>
                    <a:pt x="2123606" y="331665"/>
                  </a:lnTo>
                  <a:lnTo>
                    <a:pt x="2104677" y="348552"/>
                  </a:lnTo>
                  <a:lnTo>
                    <a:pt x="2082541" y="364062"/>
                  </a:lnTo>
                  <a:lnTo>
                    <a:pt x="2057403" y="378032"/>
                  </a:lnTo>
                </a:path>
                <a:path w="2139315" h="378460">
                  <a:moveTo>
                    <a:pt x="1943034" y="74346"/>
                  </a:moveTo>
                  <a:lnTo>
                    <a:pt x="1945061" y="81906"/>
                  </a:lnTo>
                  <a:lnTo>
                    <a:pt x="1946457" y="89510"/>
                  </a:lnTo>
                  <a:lnTo>
                    <a:pt x="1947220" y="97143"/>
                  </a:lnTo>
                  <a:lnTo>
                    <a:pt x="1947349" y="104794"/>
                  </a:lnTo>
                </a:path>
                <a:path w="2139315" h="378460">
                  <a:moveTo>
                    <a:pt x="1421149" y="38830"/>
                  </a:moveTo>
                  <a:lnTo>
                    <a:pt x="1429776" y="28482"/>
                  </a:lnTo>
                  <a:lnTo>
                    <a:pt x="1439655" y="18536"/>
                  </a:lnTo>
                  <a:lnTo>
                    <a:pt x="1450748" y="9029"/>
                  </a:lnTo>
                  <a:lnTo>
                    <a:pt x="1463013" y="0"/>
                  </a:lnTo>
                </a:path>
                <a:path w="2139315" h="378460">
                  <a:moveTo>
                    <a:pt x="1029594" y="57335"/>
                  </a:moveTo>
                  <a:lnTo>
                    <a:pt x="1033312" y="48700"/>
                  </a:lnTo>
                  <a:lnTo>
                    <a:pt x="1037941" y="40224"/>
                  </a:lnTo>
                  <a:lnTo>
                    <a:pt x="1043465" y="31931"/>
                  </a:lnTo>
                  <a:lnTo>
                    <a:pt x="1049870" y="23846"/>
                  </a:lnTo>
                </a:path>
                <a:path w="2139315" h="378460">
                  <a:moveTo>
                    <a:pt x="570080" y="68708"/>
                  </a:moveTo>
                  <a:lnTo>
                    <a:pt x="589671" y="75848"/>
                  </a:lnTo>
                  <a:lnTo>
                    <a:pt x="608463" y="83658"/>
                  </a:lnTo>
                  <a:lnTo>
                    <a:pt x="626407" y="92115"/>
                  </a:lnTo>
                  <a:lnTo>
                    <a:pt x="643450" y="101197"/>
                  </a:lnTo>
                </a:path>
                <a:path w="2139315" h="378460">
                  <a:moveTo>
                    <a:pt x="12804" y="324043"/>
                  </a:moveTo>
                  <a:lnTo>
                    <a:pt x="8732" y="315612"/>
                  </a:lnTo>
                  <a:lnTo>
                    <a:pt x="5238" y="307099"/>
                  </a:lnTo>
                  <a:lnTo>
                    <a:pt x="2326" y="298511"/>
                  </a:lnTo>
                  <a:lnTo>
                    <a:pt x="0" y="289860"/>
                  </a:lnTo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064756" y="7034783"/>
            <a:ext cx="27273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5" dirty="0">
                <a:solidFill>
                  <a:srgbClr val="292934"/>
                </a:solidFill>
                <a:latin typeface="Verdana"/>
                <a:cs typeface="Verdana"/>
              </a:rPr>
              <a:t>[Ref:</a:t>
            </a:r>
            <a:r>
              <a:rPr sz="1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00" spc="-15" dirty="0">
                <a:solidFill>
                  <a:srgbClr val="292934"/>
                </a:solidFill>
                <a:latin typeface="Verdana"/>
                <a:cs typeface="Verdana"/>
              </a:rPr>
              <a:t>emoji</a:t>
            </a:r>
            <a:r>
              <a:rPr sz="1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1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292934"/>
                </a:solidFill>
                <a:latin typeface="Verdana"/>
                <a:cs typeface="Verdana"/>
              </a:rPr>
              <a:t>Ekarin</a:t>
            </a:r>
            <a:r>
              <a:rPr sz="1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292934"/>
                </a:solidFill>
                <a:latin typeface="Verdana"/>
                <a:cs typeface="Verdana"/>
              </a:rPr>
              <a:t>Apirakthanakorn]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12132" y="3316223"/>
            <a:ext cx="1421130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635" marR="5080" indent="-242570">
              <a:lnSpc>
                <a:spcPts val="1900"/>
              </a:lnSpc>
              <a:spcBef>
                <a:spcPts val="280"/>
              </a:spcBef>
            </a:pP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How</a:t>
            </a:r>
            <a:r>
              <a:rPr sz="1700" spc="-3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secure</a:t>
            </a:r>
            <a:r>
              <a:rPr sz="1700" spc="-4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is </a:t>
            </a:r>
            <a:r>
              <a:rPr sz="1700" spc="-49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my</a:t>
            </a:r>
            <a:r>
              <a:rPr sz="1700" spc="-1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data?</a:t>
            </a:r>
            <a:endParaRPr sz="1700">
              <a:latin typeface="Comic Sans MS"/>
              <a:cs typeface="Comic Sans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014950" y="1369432"/>
            <a:ext cx="2631440" cy="1515745"/>
            <a:chOff x="3014950" y="1369432"/>
            <a:chExt cx="2631440" cy="1515745"/>
          </a:xfrm>
        </p:grpSpPr>
        <p:sp>
          <p:nvSpPr>
            <p:cNvPr id="34" name="object 34"/>
            <p:cNvSpPr/>
            <p:nvPr/>
          </p:nvSpPr>
          <p:spPr>
            <a:xfrm>
              <a:off x="3029043" y="1383525"/>
              <a:ext cx="2603500" cy="1376680"/>
            </a:xfrm>
            <a:custGeom>
              <a:avLst/>
              <a:gdLst/>
              <a:ahLst/>
              <a:cxnLst/>
              <a:rect l="l" t="t" r="r" b="b"/>
              <a:pathLst>
                <a:path w="2603500" h="1376680">
                  <a:moveTo>
                    <a:pt x="2021610" y="0"/>
                  </a:moveTo>
                  <a:lnTo>
                    <a:pt x="1971935" y="2942"/>
                  </a:lnTo>
                  <a:lnTo>
                    <a:pt x="1923537" y="11906"/>
                  </a:lnTo>
                  <a:lnTo>
                    <a:pt x="1877581" y="26823"/>
                  </a:lnTo>
                  <a:lnTo>
                    <a:pt x="1835229" y="47623"/>
                  </a:lnTo>
                  <a:lnTo>
                    <a:pt x="1797648" y="74237"/>
                  </a:lnTo>
                  <a:lnTo>
                    <a:pt x="1778103" y="57810"/>
                  </a:lnTo>
                  <a:lnTo>
                    <a:pt x="1732044" y="30365"/>
                  </a:lnTo>
                  <a:lnTo>
                    <a:pt x="1656204" y="6025"/>
                  </a:lnTo>
                  <a:lnTo>
                    <a:pt x="1605224" y="32"/>
                  </a:lnTo>
                  <a:lnTo>
                    <a:pt x="1554461" y="1297"/>
                  </a:lnTo>
                  <a:lnTo>
                    <a:pt x="1505332" y="9478"/>
                  </a:lnTo>
                  <a:lnTo>
                    <a:pt x="1459254" y="24234"/>
                  </a:lnTo>
                  <a:lnTo>
                    <a:pt x="1417645" y="45223"/>
                  </a:lnTo>
                  <a:lnTo>
                    <a:pt x="1381922" y="72103"/>
                  </a:lnTo>
                  <a:lnTo>
                    <a:pt x="1353502" y="104534"/>
                  </a:lnTo>
                  <a:lnTo>
                    <a:pt x="1336371" y="93228"/>
                  </a:lnTo>
                  <a:lnTo>
                    <a:pt x="1298989" y="73462"/>
                  </a:lnTo>
                  <a:lnTo>
                    <a:pt x="1230918" y="50141"/>
                  </a:lnTo>
                  <a:lnTo>
                    <a:pt x="1181578" y="41179"/>
                  </a:lnTo>
                  <a:lnTo>
                    <a:pt x="1131758" y="37995"/>
                  </a:lnTo>
                  <a:lnTo>
                    <a:pt x="1082354" y="40392"/>
                  </a:lnTo>
                  <a:lnTo>
                    <a:pt x="1034258" y="48171"/>
                  </a:lnTo>
                  <a:lnTo>
                    <a:pt x="988364" y="61136"/>
                  </a:lnTo>
                  <a:lnTo>
                    <a:pt x="945567" y="79090"/>
                  </a:lnTo>
                  <a:lnTo>
                    <a:pt x="906761" y="101835"/>
                  </a:lnTo>
                  <a:lnTo>
                    <a:pt x="872839" y="129173"/>
                  </a:lnTo>
                  <a:lnTo>
                    <a:pt x="844696" y="160908"/>
                  </a:lnTo>
                  <a:lnTo>
                    <a:pt x="796130" y="143447"/>
                  </a:lnTo>
                  <a:lnTo>
                    <a:pt x="745110" y="130866"/>
                  </a:lnTo>
                  <a:lnTo>
                    <a:pt x="692339" y="123268"/>
                  </a:lnTo>
                  <a:lnTo>
                    <a:pt x="638522" y="120754"/>
                  </a:lnTo>
                  <a:lnTo>
                    <a:pt x="584362" y="123425"/>
                  </a:lnTo>
                  <a:lnTo>
                    <a:pt x="530195" y="131426"/>
                  </a:lnTo>
                  <a:lnTo>
                    <a:pt x="479221" y="144273"/>
                  </a:lnTo>
                  <a:lnTo>
                    <a:pt x="431853" y="161574"/>
                  </a:lnTo>
                  <a:lnTo>
                    <a:pt x="388508" y="182936"/>
                  </a:lnTo>
                  <a:lnTo>
                    <a:pt x="349598" y="207966"/>
                  </a:lnTo>
                  <a:lnTo>
                    <a:pt x="315540" y="236272"/>
                  </a:lnTo>
                  <a:lnTo>
                    <a:pt x="286748" y="267461"/>
                  </a:lnTo>
                  <a:lnTo>
                    <a:pt x="263637" y="301141"/>
                  </a:lnTo>
                  <a:lnTo>
                    <a:pt x="246621" y="336919"/>
                  </a:lnTo>
                  <a:lnTo>
                    <a:pt x="236115" y="374402"/>
                  </a:lnTo>
                  <a:lnTo>
                    <a:pt x="232534" y="413198"/>
                  </a:lnTo>
                  <a:lnTo>
                    <a:pt x="236292" y="452914"/>
                  </a:lnTo>
                  <a:lnTo>
                    <a:pt x="234101" y="457199"/>
                  </a:lnTo>
                  <a:lnTo>
                    <a:pt x="185620" y="464215"/>
                  </a:lnTo>
                  <a:lnTo>
                    <a:pt x="140398" y="477497"/>
                  </a:lnTo>
                  <a:lnTo>
                    <a:pt x="99526" y="496538"/>
                  </a:lnTo>
                  <a:lnTo>
                    <a:pt x="64094" y="520830"/>
                  </a:lnTo>
                  <a:lnTo>
                    <a:pt x="35193" y="549865"/>
                  </a:lnTo>
                  <a:lnTo>
                    <a:pt x="10843" y="589857"/>
                  </a:lnTo>
                  <a:lnTo>
                    <a:pt x="0" y="631448"/>
                  </a:lnTo>
                  <a:lnTo>
                    <a:pt x="2102" y="673082"/>
                  </a:lnTo>
                  <a:lnTo>
                    <a:pt x="16588" y="713204"/>
                  </a:lnTo>
                  <a:lnTo>
                    <a:pt x="42896" y="750260"/>
                  </a:lnTo>
                  <a:lnTo>
                    <a:pt x="80466" y="782693"/>
                  </a:lnTo>
                  <a:lnTo>
                    <a:pt x="128734" y="808949"/>
                  </a:lnTo>
                  <a:lnTo>
                    <a:pt x="94398" y="841848"/>
                  </a:lnTo>
                  <a:lnTo>
                    <a:pt x="71021" y="878864"/>
                  </a:lnTo>
                  <a:lnTo>
                    <a:pt x="59234" y="918616"/>
                  </a:lnTo>
                  <a:lnTo>
                    <a:pt x="59669" y="959728"/>
                  </a:lnTo>
                  <a:lnTo>
                    <a:pt x="71133" y="997010"/>
                  </a:lnTo>
                  <a:lnTo>
                    <a:pt x="92068" y="1030871"/>
                  </a:lnTo>
                  <a:lnTo>
                    <a:pt x="121304" y="1060645"/>
                  </a:lnTo>
                  <a:lnTo>
                    <a:pt x="157668" y="1085668"/>
                  </a:lnTo>
                  <a:lnTo>
                    <a:pt x="199990" y="1105276"/>
                  </a:lnTo>
                  <a:lnTo>
                    <a:pt x="247098" y="1118804"/>
                  </a:lnTo>
                  <a:lnTo>
                    <a:pt x="297820" y="1125587"/>
                  </a:lnTo>
                  <a:lnTo>
                    <a:pt x="350984" y="1124963"/>
                  </a:lnTo>
                  <a:lnTo>
                    <a:pt x="355897" y="1131010"/>
                  </a:lnTo>
                  <a:lnTo>
                    <a:pt x="384327" y="1161355"/>
                  </a:lnTo>
                  <a:lnTo>
                    <a:pt x="416456" y="1188761"/>
                  </a:lnTo>
                  <a:lnTo>
                    <a:pt x="451896" y="1213159"/>
                  </a:lnTo>
                  <a:lnTo>
                    <a:pt x="490256" y="1234479"/>
                  </a:lnTo>
                  <a:lnTo>
                    <a:pt x="531149" y="1252650"/>
                  </a:lnTo>
                  <a:lnTo>
                    <a:pt x="574184" y="1267604"/>
                  </a:lnTo>
                  <a:lnTo>
                    <a:pt x="618973" y="1279269"/>
                  </a:lnTo>
                  <a:lnTo>
                    <a:pt x="665127" y="1287576"/>
                  </a:lnTo>
                  <a:lnTo>
                    <a:pt x="712257" y="1292455"/>
                  </a:lnTo>
                  <a:lnTo>
                    <a:pt x="759972" y="1293835"/>
                  </a:lnTo>
                  <a:lnTo>
                    <a:pt x="807886" y="1291647"/>
                  </a:lnTo>
                  <a:lnTo>
                    <a:pt x="855607" y="1285820"/>
                  </a:lnTo>
                  <a:lnTo>
                    <a:pt x="902748" y="1276285"/>
                  </a:lnTo>
                  <a:lnTo>
                    <a:pt x="948918" y="1262972"/>
                  </a:lnTo>
                  <a:lnTo>
                    <a:pt x="993730" y="1245809"/>
                  </a:lnTo>
                  <a:lnTo>
                    <a:pt x="1028061" y="1277857"/>
                  </a:lnTo>
                  <a:lnTo>
                    <a:pt x="1067879" y="1306001"/>
                  </a:lnTo>
                  <a:lnTo>
                    <a:pt x="1112547" y="1329901"/>
                  </a:lnTo>
                  <a:lnTo>
                    <a:pt x="1161428" y="1349215"/>
                  </a:lnTo>
                  <a:lnTo>
                    <a:pt x="1213886" y="1363603"/>
                  </a:lnTo>
                  <a:lnTo>
                    <a:pt x="1267757" y="1372580"/>
                  </a:lnTo>
                  <a:lnTo>
                    <a:pt x="1321526" y="1376179"/>
                  </a:lnTo>
                  <a:lnTo>
                    <a:pt x="1374590" y="1374635"/>
                  </a:lnTo>
                  <a:lnTo>
                    <a:pt x="1426344" y="1368179"/>
                  </a:lnTo>
                  <a:lnTo>
                    <a:pt x="1476185" y="1357046"/>
                  </a:lnTo>
                  <a:lnTo>
                    <a:pt x="1523509" y="1341469"/>
                  </a:lnTo>
                  <a:lnTo>
                    <a:pt x="1567712" y="1321681"/>
                  </a:lnTo>
                  <a:lnTo>
                    <a:pt x="1608189" y="1297915"/>
                  </a:lnTo>
                  <a:lnTo>
                    <a:pt x="1644337" y="1270406"/>
                  </a:lnTo>
                  <a:lnTo>
                    <a:pt x="1675552" y="1239386"/>
                  </a:lnTo>
                  <a:lnTo>
                    <a:pt x="1701230" y="1205088"/>
                  </a:lnTo>
                  <a:lnTo>
                    <a:pt x="1720767" y="1167746"/>
                  </a:lnTo>
                  <a:lnTo>
                    <a:pt x="1763112" y="1183963"/>
                  </a:lnTo>
                  <a:lnTo>
                    <a:pt x="1807937" y="1195794"/>
                  </a:lnTo>
                  <a:lnTo>
                    <a:pt x="1854590" y="1203105"/>
                  </a:lnTo>
                  <a:lnTo>
                    <a:pt x="1902419" y="1205757"/>
                  </a:lnTo>
                  <a:lnTo>
                    <a:pt x="1958950" y="1202804"/>
                  </a:lnTo>
                  <a:lnTo>
                    <a:pt x="2012648" y="1193619"/>
                  </a:lnTo>
                  <a:lnTo>
                    <a:pt x="2062790" y="1178714"/>
                  </a:lnTo>
                  <a:lnTo>
                    <a:pt x="2108653" y="1158601"/>
                  </a:lnTo>
                  <a:lnTo>
                    <a:pt x="2149515" y="1133791"/>
                  </a:lnTo>
                  <a:lnTo>
                    <a:pt x="2184652" y="1104797"/>
                  </a:lnTo>
                  <a:lnTo>
                    <a:pt x="2213342" y="1072130"/>
                  </a:lnTo>
                  <a:lnTo>
                    <a:pt x="2234863" y="1036301"/>
                  </a:lnTo>
                  <a:lnTo>
                    <a:pt x="2248490" y="997823"/>
                  </a:lnTo>
                  <a:lnTo>
                    <a:pt x="2253502" y="957207"/>
                  </a:lnTo>
                  <a:lnTo>
                    <a:pt x="2304769" y="949483"/>
                  </a:lnTo>
                  <a:lnTo>
                    <a:pt x="2354042" y="937154"/>
                  </a:lnTo>
                  <a:lnTo>
                    <a:pt x="2400727" y="920398"/>
                  </a:lnTo>
                  <a:lnTo>
                    <a:pt x="2444229" y="899397"/>
                  </a:lnTo>
                  <a:lnTo>
                    <a:pt x="2489339" y="870438"/>
                  </a:lnTo>
                  <a:lnTo>
                    <a:pt x="2527139" y="837874"/>
                  </a:lnTo>
                  <a:lnTo>
                    <a:pt x="2557514" y="802340"/>
                  </a:lnTo>
                  <a:lnTo>
                    <a:pt x="2580347" y="764475"/>
                  </a:lnTo>
                  <a:lnTo>
                    <a:pt x="2595522" y="724914"/>
                  </a:lnTo>
                  <a:lnTo>
                    <a:pt x="2602924" y="684295"/>
                  </a:lnTo>
                  <a:lnTo>
                    <a:pt x="2602435" y="643255"/>
                  </a:lnTo>
                  <a:lnTo>
                    <a:pt x="2593940" y="602431"/>
                  </a:lnTo>
                  <a:lnTo>
                    <a:pt x="2577324" y="562459"/>
                  </a:lnTo>
                  <a:lnTo>
                    <a:pt x="2552469" y="523977"/>
                  </a:lnTo>
                  <a:lnTo>
                    <a:pt x="2519260" y="487622"/>
                  </a:lnTo>
                  <a:lnTo>
                    <a:pt x="2523486" y="480157"/>
                  </a:lnTo>
                  <a:lnTo>
                    <a:pt x="2527348" y="472592"/>
                  </a:lnTo>
                  <a:lnTo>
                    <a:pt x="2530842" y="464934"/>
                  </a:lnTo>
                  <a:lnTo>
                    <a:pt x="2533966" y="457192"/>
                  </a:lnTo>
                  <a:lnTo>
                    <a:pt x="2544138" y="416034"/>
                  </a:lnTo>
                  <a:lnTo>
                    <a:pt x="2544018" y="375393"/>
                  </a:lnTo>
                  <a:lnTo>
                    <a:pt x="2534244" y="336071"/>
                  </a:lnTo>
                  <a:lnTo>
                    <a:pt x="2515453" y="298872"/>
                  </a:lnTo>
                  <a:lnTo>
                    <a:pt x="2488281" y="264598"/>
                  </a:lnTo>
                  <a:lnTo>
                    <a:pt x="2453364" y="234052"/>
                  </a:lnTo>
                  <a:lnTo>
                    <a:pt x="2411340" y="208039"/>
                  </a:lnTo>
                  <a:lnTo>
                    <a:pt x="2362845" y="187360"/>
                  </a:lnTo>
                  <a:lnTo>
                    <a:pt x="2308515" y="172819"/>
                  </a:lnTo>
                  <a:lnTo>
                    <a:pt x="2295297" y="137790"/>
                  </a:lnTo>
                  <a:lnTo>
                    <a:pt x="2274064" y="105148"/>
                  </a:lnTo>
                  <a:lnTo>
                    <a:pt x="2245379" y="75592"/>
                  </a:lnTo>
                  <a:lnTo>
                    <a:pt x="2209802" y="49821"/>
                  </a:lnTo>
                  <a:lnTo>
                    <a:pt x="2166658" y="27989"/>
                  </a:lnTo>
                  <a:lnTo>
                    <a:pt x="2120136" y="12454"/>
                  </a:lnTo>
                  <a:lnTo>
                    <a:pt x="2071398" y="3147"/>
                  </a:lnTo>
                  <a:lnTo>
                    <a:pt x="2021610" y="0"/>
                  </a:lnTo>
                  <a:close/>
                </a:path>
              </a:pathLst>
            </a:custGeom>
            <a:solidFill>
              <a:srgbClr val="E8E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90998" y="2557195"/>
              <a:ext cx="385199" cy="31361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29043" y="1383525"/>
              <a:ext cx="2603500" cy="1376680"/>
            </a:xfrm>
            <a:custGeom>
              <a:avLst/>
              <a:gdLst/>
              <a:ahLst/>
              <a:cxnLst/>
              <a:rect l="l" t="t" r="r" b="b"/>
              <a:pathLst>
                <a:path w="2603500" h="1376680">
                  <a:moveTo>
                    <a:pt x="236292" y="452914"/>
                  </a:moveTo>
                  <a:lnTo>
                    <a:pt x="232534" y="413197"/>
                  </a:lnTo>
                  <a:lnTo>
                    <a:pt x="236115" y="374401"/>
                  </a:lnTo>
                  <a:lnTo>
                    <a:pt x="246621" y="336918"/>
                  </a:lnTo>
                  <a:lnTo>
                    <a:pt x="263637" y="301140"/>
                  </a:lnTo>
                  <a:lnTo>
                    <a:pt x="286749" y="267461"/>
                  </a:lnTo>
                  <a:lnTo>
                    <a:pt x="315541" y="236272"/>
                  </a:lnTo>
                  <a:lnTo>
                    <a:pt x="349599" y="207966"/>
                  </a:lnTo>
                  <a:lnTo>
                    <a:pt x="388508" y="182936"/>
                  </a:lnTo>
                  <a:lnTo>
                    <a:pt x="431854" y="161574"/>
                  </a:lnTo>
                  <a:lnTo>
                    <a:pt x="479221" y="144274"/>
                  </a:lnTo>
                  <a:lnTo>
                    <a:pt x="530196" y="131426"/>
                  </a:lnTo>
                  <a:lnTo>
                    <a:pt x="584362" y="123425"/>
                  </a:lnTo>
                  <a:lnTo>
                    <a:pt x="638522" y="120754"/>
                  </a:lnTo>
                  <a:lnTo>
                    <a:pt x="692339" y="123268"/>
                  </a:lnTo>
                  <a:lnTo>
                    <a:pt x="745109" y="130866"/>
                  </a:lnTo>
                  <a:lnTo>
                    <a:pt x="796130" y="143447"/>
                  </a:lnTo>
                  <a:lnTo>
                    <a:pt x="844696" y="160909"/>
                  </a:lnTo>
                  <a:lnTo>
                    <a:pt x="872840" y="129173"/>
                  </a:lnTo>
                  <a:lnTo>
                    <a:pt x="906761" y="101835"/>
                  </a:lnTo>
                  <a:lnTo>
                    <a:pt x="945568" y="79090"/>
                  </a:lnTo>
                  <a:lnTo>
                    <a:pt x="988365" y="61136"/>
                  </a:lnTo>
                  <a:lnTo>
                    <a:pt x="1034258" y="48171"/>
                  </a:lnTo>
                  <a:lnTo>
                    <a:pt x="1082354" y="40391"/>
                  </a:lnTo>
                  <a:lnTo>
                    <a:pt x="1131759" y="37995"/>
                  </a:lnTo>
                  <a:lnTo>
                    <a:pt x="1181578" y="41179"/>
                  </a:lnTo>
                  <a:lnTo>
                    <a:pt x="1230918" y="50141"/>
                  </a:lnTo>
                  <a:lnTo>
                    <a:pt x="1278885" y="65078"/>
                  </a:lnTo>
                  <a:lnTo>
                    <a:pt x="1318175" y="82858"/>
                  </a:lnTo>
                  <a:lnTo>
                    <a:pt x="1353502" y="104534"/>
                  </a:lnTo>
                  <a:lnTo>
                    <a:pt x="1381922" y="72103"/>
                  </a:lnTo>
                  <a:lnTo>
                    <a:pt x="1417645" y="45223"/>
                  </a:lnTo>
                  <a:lnTo>
                    <a:pt x="1459254" y="24234"/>
                  </a:lnTo>
                  <a:lnTo>
                    <a:pt x="1505332" y="9478"/>
                  </a:lnTo>
                  <a:lnTo>
                    <a:pt x="1554461" y="1297"/>
                  </a:lnTo>
                  <a:lnTo>
                    <a:pt x="1605224" y="32"/>
                  </a:lnTo>
                  <a:lnTo>
                    <a:pt x="1656203" y="6025"/>
                  </a:lnTo>
                  <a:lnTo>
                    <a:pt x="1705982" y="19616"/>
                  </a:lnTo>
                  <a:lnTo>
                    <a:pt x="1756160" y="43141"/>
                  </a:lnTo>
                  <a:lnTo>
                    <a:pt x="1797648" y="74237"/>
                  </a:lnTo>
                  <a:lnTo>
                    <a:pt x="1835229" y="47623"/>
                  </a:lnTo>
                  <a:lnTo>
                    <a:pt x="1877580" y="26823"/>
                  </a:lnTo>
                  <a:lnTo>
                    <a:pt x="1923537" y="11906"/>
                  </a:lnTo>
                  <a:lnTo>
                    <a:pt x="1971935" y="2942"/>
                  </a:lnTo>
                  <a:lnTo>
                    <a:pt x="2021610" y="0"/>
                  </a:lnTo>
                  <a:lnTo>
                    <a:pt x="2071398" y="3147"/>
                  </a:lnTo>
                  <a:lnTo>
                    <a:pt x="2120136" y="12454"/>
                  </a:lnTo>
                  <a:lnTo>
                    <a:pt x="2166659" y="27989"/>
                  </a:lnTo>
                  <a:lnTo>
                    <a:pt x="2209802" y="49821"/>
                  </a:lnTo>
                  <a:lnTo>
                    <a:pt x="2245379" y="75592"/>
                  </a:lnTo>
                  <a:lnTo>
                    <a:pt x="2274064" y="105148"/>
                  </a:lnTo>
                  <a:lnTo>
                    <a:pt x="2295297" y="137790"/>
                  </a:lnTo>
                  <a:lnTo>
                    <a:pt x="2308516" y="172819"/>
                  </a:lnTo>
                  <a:lnTo>
                    <a:pt x="2362845" y="187360"/>
                  </a:lnTo>
                  <a:lnTo>
                    <a:pt x="2411340" y="208039"/>
                  </a:lnTo>
                  <a:lnTo>
                    <a:pt x="2453364" y="234052"/>
                  </a:lnTo>
                  <a:lnTo>
                    <a:pt x="2488281" y="264598"/>
                  </a:lnTo>
                  <a:lnTo>
                    <a:pt x="2515453" y="298872"/>
                  </a:lnTo>
                  <a:lnTo>
                    <a:pt x="2534244" y="336071"/>
                  </a:lnTo>
                  <a:lnTo>
                    <a:pt x="2544018" y="375393"/>
                  </a:lnTo>
                  <a:lnTo>
                    <a:pt x="2544137" y="416034"/>
                  </a:lnTo>
                  <a:lnTo>
                    <a:pt x="2533966" y="457191"/>
                  </a:lnTo>
                  <a:lnTo>
                    <a:pt x="2530842" y="464934"/>
                  </a:lnTo>
                  <a:lnTo>
                    <a:pt x="2527347" y="472591"/>
                  </a:lnTo>
                  <a:lnTo>
                    <a:pt x="2523486" y="480157"/>
                  </a:lnTo>
                  <a:lnTo>
                    <a:pt x="2519260" y="487622"/>
                  </a:lnTo>
                  <a:lnTo>
                    <a:pt x="2552469" y="523977"/>
                  </a:lnTo>
                  <a:lnTo>
                    <a:pt x="2577324" y="562459"/>
                  </a:lnTo>
                  <a:lnTo>
                    <a:pt x="2593941" y="602431"/>
                  </a:lnTo>
                  <a:lnTo>
                    <a:pt x="2602435" y="643255"/>
                  </a:lnTo>
                  <a:lnTo>
                    <a:pt x="2602924" y="684295"/>
                  </a:lnTo>
                  <a:lnTo>
                    <a:pt x="2595522" y="724914"/>
                  </a:lnTo>
                  <a:lnTo>
                    <a:pt x="2580347" y="764474"/>
                  </a:lnTo>
                  <a:lnTo>
                    <a:pt x="2557514" y="802340"/>
                  </a:lnTo>
                  <a:lnTo>
                    <a:pt x="2527139" y="837873"/>
                  </a:lnTo>
                  <a:lnTo>
                    <a:pt x="2489338" y="870438"/>
                  </a:lnTo>
                  <a:lnTo>
                    <a:pt x="2444228" y="899396"/>
                  </a:lnTo>
                  <a:lnTo>
                    <a:pt x="2400726" y="920398"/>
                  </a:lnTo>
                  <a:lnTo>
                    <a:pt x="2354042" y="937154"/>
                  </a:lnTo>
                  <a:lnTo>
                    <a:pt x="2304769" y="949483"/>
                  </a:lnTo>
                  <a:lnTo>
                    <a:pt x="2253502" y="957207"/>
                  </a:lnTo>
                  <a:lnTo>
                    <a:pt x="2248490" y="997823"/>
                  </a:lnTo>
                  <a:lnTo>
                    <a:pt x="2234863" y="1036301"/>
                  </a:lnTo>
                  <a:lnTo>
                    <a:pt x="2213343" y="1072130"/>
                  </a:lnTo>
                  <a:lnTo>
                    <a:pt x="2184652" y="1104797"/>
                  </a:lnTo>
                  <a:lnTo>
                    <a:pt x="2149515" y="1133792"/>
                  </a:lnTo>
                  <a:lnTo>
                    <a:pt x="2108653" y="1158601"/>
                  </a:lnTo>
                  <a:lnTo>
                    <a:pt x="2062790" y="1178714"/>
                  </a:lnTo>
                  <a:lnTo>
                    <a:pt x="2012648" y="1193619"/>
                  </a:lnTo>
                  <a:lnTo>
                    <a:pt x="1958951" y="1202804"/>
                  </a:lnTo>
                  <a:lnTo>
                    <a:pt x="1902420" y="1205758"/>
                  </a:lnTo>
                  <a:lnTo>
                    <a:pt x="1854591" y="1203105"/>
                  </a:lnTo>
                  <a:lnTo>
                    <a:pt x="1807937" y="1195795"/>
                  </a:lnTo>
                  <a:lnTo>
                    <a:pt x="1763112" y="1183963"/>
                  </a:lnTo>
                  <a:lnTo>
                    <a:pt x="1720767" y="1167747"/>
                  </a:lnTo>
                  <a:lnTo>
                    <a:pt x="1701230" y="1205088"/>
                  </a:lnTo>
                  <a:lnTo>
                    <a:pt x="1675552" y="1239386"/>
                  </a:lnTo>
                  <a:lnTo>
                    <a:pt x="1644337" y="1270406"/>
                  </a:lnTo>
                  <a:lnTo>
                    <a:pt x="1608188" y="1297915"/>
                  </a:lnTo>
                  <a:lnTo>
                    <a:pt x="1567711" y="1321681"/>
                  </a:lnTo>
                  <a:lnTo>
                    <a:pt x="1523509" y="1341469"/>
                  </a:lnTo>
                  <a:lnTo>
                    <a:pt x="1476185" y="1357046"/>
                  </a:lnTo>
                  <a:lnTo>
                    <a:pt x="1426344" y="1368179"/>
                  </a:lnTo>
                  <a:lnTo>
                    <a:pt x="1374590" y="1374635"/>
                  </a:lnTo>
                  <a:lnTo>
                    <a:pt x="1321526" y="1376180"/>
                  </a:lnTo>
                  <a:lnTo>
                    <a:pt x="1267757" y="1372581"/>
                  </a:lnTo>
                  <a:lnTo>
                    <a:pt x="1213886" y="1363604"/>
                  </a:lnTo>
                  <a:lnTo>
                    <a:pt x="1161428" y="1349216"/>
                  </a:lnTo>
                  <a:lnTo>
                    <a:pt x="1112547" y="1329901"/>
                  </a:lnTo>
                  <a:lnTo>
                    <a:pt x="1067879" y="1306001"/>
                  </a:lnTo>
                  <a:lnTo>
                    <a:pt x="1028061" y="1277857"/>
                  </a:lnTo>
                  <a:lnTo>
                    <a:pt x="993730" y="1245810"/>
                  </a:lnTo>
                  <a:lnTo>
                    <a:pt x="948918" y="1262972"/>
                  </a:lnTo>
                  <a:lnTo>
                    <a:pt x="902748" y="1276285"/>
                  </a:lnTo>
                  <a:lnTo>
                    <a:pt x="855607" y="1285820"/>
                  </a:lnTo>
                  <a:lnTo>
                    <a:pt x="807886" y="1291647"/>
                  </a:lnTo>
                  <a:lnTo>
                    <a:pt x="759972" y="1293835"/>
                  </a:lnTo>
                  <a:lnTo>
                    <a:pt x="712257" y="1292455"/>
                  </a:lnTo>
                  <a:lnTo>
                    <a:pt x="665127" y="1287576"/>
                  </a:lnTo>
                  <a:lnTo>
                    <a:pt x="618973" y="1279269"/>
                  </a:lnTo>
                  <a:lnTo>
                    <a:pt x="574184" y="1267604"/>
                  </a:lnTo>
                  <a:lnTo>
                    <a:pt x="531149" y="1252650"/>
                  </a:lnTo>
                  <a:lnTo>
                    <a:pt x="490256" y="1234479"/>
                  </a:lnTo>
                  <a:lnTo>
                    <a:pt x="451896" y="1213159"/>
                  </a:lnTo>
                  <a:lnTo>
                    <a:pt x="416456" y="1188761"/>
                  </a:lnTo>
                  <a:lnTo>
                    <a:pt x="384327" y="1161354"/>
                  </a:lnTo>
                  <a:lnTo>
                    <a:pt x="355897" y="1131010"/>
                  </a:lnTo>
                  <a:lnTo>
                    <a:pt x="350984" y="1124963"/>
                  </a:lnTo>
                  <a:lnTo>
                    <a:pt x="297819" y="1125588"/>
                  </a:lnTo>
                  <a:lnTo>
                    <a:pt x="247097" y="1118804"/>
                  </a:lnTo>
                  <a:lnTo>
                    <a:pt x="199990" y="1105276"/>
                  </a:lnTo>
                  <a:lnTo>
                    <a:pt x="157668" y="1085668"/>
                  </a:lnTo>
                  <a:lnTo>
                    <a:pt x="121304" y="1060645"/>
                  </a:lnTo>
                  <a:lnTo>
                    <a:pt x="92068" y="1030871"/>
                  </a:lnTo>
                  <a:lnTo>
                    <a:pt x="71133" y="997011"/>
                  </a:lnTo>
                  <a:lnTo>
                    <a:pt x="59669" y="959728"/>
                  </a:lnTo>
                  <a:lnTo>
                    <a:pt x="59234" y="918616"/>
                  </a:lnTo>
                  <a:lnTo>
                    <a:pt x="71021" y="878864"/>
                  </a:lnTo>
                  <a:lnTo>
                    <a:pt x="94398" y="841848"/>
                  </a:lnTo>
                  <a:lnTo>
                    <a:pt x="128734" y="808948"/>
                  </a:lnTo>
                  <a:lnTo>
                    <a:pt x="80466" y="782692"/>
                  </a:lnTo>
                  <a:lnTo>
                    <a:pt x="42896" y="750259"/>
                  </a:lnTo>
                  <a:lnTo>
                    <a:pt x="16588" y="713204"/>
                  </a:lnTo>
                  <a:lnTo>
                    <a:pt x="2102" y="673082"/>
                  </a:lnTo>
                  <a:lnTo>
                    <a:pt x="0" y="631448"/>
                  </a:lnTo>
                  <a:lnTo>
                    <a:pt x="10843" y="589857"/>
                  </a:lnTo>
                  <a:lnTo>
                    <a:pt x="35193" y="549865"/>
                  </a:lnTo>
                  <a:lnTo>
                    <a:pt x="64094" y="520830"/>
                  </a:lnTo>
                  <a:lnTo>
                    <a:pt x="99526" y="496538"/>
                  </a:lnTo>
                  <a:lnTo>
                    <a:pt x="140398" y="477497"/>
                  </a:lnTo>
                  <a:lnTo>
                    <a:pt x="185620" y="464215"/>
                  </a:lnTo>
                  <a:lnTo>
                    <a:pt x="234101" y="457199"/>
                  </a:lnTo>
                  <a:lnTo>
                    <a:pt x="236292" y="452914"/>
                  </a:lnTo>
                  <a:close/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62714" y="2683432"/>
              <a:ext cx="227576" cy="20146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160568" y="1453291"/>
              <a:ext cx="2386965" cy="1333500"/>
            </a:xfrm>
            <a:custGeom>
              <a:avLst/>
              <a:gdLst/>
              <a:ahLst/>
              <a:cxnLst/>
              <a:rect l="l" t="t" r="r" b="b"/>
              <a:pathLst>
                <a:path w="2386965" h="1333500">
                  <a:moveTo>
                    <a:pt x="2159753" y="1218566"/>
                  </a:moveTo>
                  <a:lnTo>
                    <a:pt x="2150743" y="1263198"/>
                  </a:lnTo>
                  <a:lnTo>
                    <a:pt x="2126169" y="1299645"/>
                  </a:lnTo>
                  <a:lnTo>
                    <a:pt x="2089723" y="1324218"/>
                  </a:lnTo>
                  <a:lnTo>
                    <a:pt x="2045091" y="1333228"/>
                  </a:lnTo>
                  <a:lnTo>
                    <a:pt x="2000459" y="1324218"/>
                  </a:lnTo>
                  <a:lnTo>
                    <a:pt x="1964012" y="1299645"/>
                  </a:lnTo>
                  <a:lnTo>
                    <a:pt x="1939439" y="1263198"/>
                  </a:lnTo>
                  <a:lnTo>
                    <a:pt x="1930429" y="1218566"/>
                  </a:lnTo>
                  <a:lnTo>
                    <a:pt x="1939439" y="1173934"/>
                  </a:lnTo>
                  <a:lnTo>
                    <a:pt x="1964012" y="1137488"/>
                  </a:lnTo>
                  <a:lnTo>
                    <a:pt x="2000459" y="1112914"/>
                  </a:lnTo>
                  <a:lnTo>
                    <a:pt x="2045091" y="1103904"/>
                  </a:lnTo>
                  <a:lnTo>
                    <a:pt x="2089723" y="1112914"/>
                  </a:lnTo>
                  <a:lnTo>
                    <a:pt x="2126169" y="1137488"/>
                  </a:lnTo>
                  <a:lnTo>
                    <a:pt x="2150743" y="1173934"/>
                  </a:lnTo>
                  <a:lnTo>
                    <a:pt x="2159753" y="1218566"/>
                  </a:lnTo>
                  <a:close/>
                </a:path>
                <a:path w="2386965" h="1333500">
                  <a:moveTo>
                    <a:pt x="152512" y="759209"/>
                  </a:moveTo>
                  <a:lnTo>
                    <a:pt x="112706" y="759254"/>
                  </a:lnTo>
                  <a:lnTo>
                    <a:pt x="73572" y="754964"/>
                  </a:lnTo>
                  <a:lnTo>
                    <a:pt x="35780" y="746450"/>
                  </a:lnTo>
                  <a:lnTo>
                    <a:pt x="0" y="733824"/>
                  </a:lnTo>
                </a:path>
                <a:path w="2386965" h="1333500">
                  <a:moveTo>
                    <a:pt x="287075" y="1037010"/>
                  </a:moveTo>
                  <a:lnTo>
                    <a:pt x="270838" y="1041225"/>
                  </a:lnTo>
                  <a:lnTo>
                    <a:pt x="254269" y="1044662"/>
                  </a:lnTo>
                  <a:lnTo>
                    <a:pt x="237420" y="1047310"/>
                  </a:lnTo>
                  <a:lnTo>
                    <a:pt x="220348" y="1049159"/>
                  </a:lnTo>
                </a:path>
                <a:path w="2386965" h="1333500">
                  <a:moveTo>
                    <a:pt x="862056" y="1170496"/>
                  </a:moveTo>
                  <a:lnTo>
                    <a:pt x="850477" y="1157238"/>
                  </a:lnTo>
                  <a:lnTo>
                    <a:pt x="839902" y="1143562"/>
                  </a:lnTo>
                  <a:lnTo>
                    <a:pt x="830353" y="1129498"/>
                  </a:lnTo>
                  <a:lnTo>
                    <a:pt x="821850" y="1115076"/>
                  </a:lnTo>
                </a:path>
                <a:path w="2386965" h="1333500">
                  <a:moveTo>
                    <a:pt x="1605557" y="1032296"/>
                  </a:moveTo>
                  <a:lnTo>
                    <a:pt x="1603218" y="1047713"/>
                  </a:lnTo>
                  <a:lnTo>
                    <a:pt x="1599757" y="1063008"/>
                  </a:lnTo>
                  <a:lnTo>
                    <a:pt x="1595183" y="1078151"/>
                  </a:lnTo>
                  <a:lnTo>
                    <a:pt x="1589503" y="1093108"/>
                  </a:lnTo>
                </a:path>
                <a:path w="2386965" h="1333500">
                  <a:moveTo>
                    <a:pt x="1924777" y="656554"/>
                  </a:moveTo>
                  <a:lnTo>
                    <a:pt x="1973676" y="677392"/>
                  </a:lnTo>
                  <a:lnTo>
                    <a:pt x="2016550" y="703214"/>
                  </a:lnTo>
                  <a:lnTo>
                    <a:pt x="2052829" y="733355"/>
                  </a:lnTo>
                  <a:lnTo>
                    <a:pt x="2081939" y="767151"/>
                  </a:lnTo>
                  <a:lnTo>
                    <a:pt x="2103308" y="803939"/>
                  </a:lnTo>
                  <a:lnTo>
                    <a:pt x="2116365" y="843053"/>
                  </a:lnTo>
                  <a:lnTo>
                    <a:pt x="2120536" y="883829"/>
                  </a:lnTo>
                </a:path>
                <a:path w="2386965" h="1333500">
                  <a:moveTo>
                    <a:pt x="2386508" y="414489"/>
                  </a:moveTo>
                  <a:lnTo>
                    <a:pt x="2369957" y="438420"/>
                  </a:lnTo>
                  <a:lnTo>
                    <a:pt x="2349766" y="460743"/>
                  </a:lnTo>
                  <a:lnTo>
                    <a:pt x="2326154" y="481245"/>
                  </a:lnTo>
                  <a:lnTo>
                    <a:pt x="2299341" y="499712"/>
                  </a:lnTo>
                </a:path>
                <a:path w="2386965" h="1333500">
                  <a:moveTo>
                    <a:pt x="2177347" y="98276"/>
                  </a:moveTo>
                  <a:lnTo>
                    <a:pt x="2179509" y="108270"/>
                  </a:lnTo>
                  <a:lnTo>
                    <a:pt x="2180998" y="118321"/>
                  </a:lnTo>
                  <a:lnTo>
                    <a:pt x="2181812" y="128411"/>
                  </a:lnTo>
                  <a:lnTo>
                    <a:pt x="2181949" y="138524"/>
                  </a:lnTo>
                </a:path>
                <a:path w="2386965" h="1333500">
                  <a:moveTo>
                    <a:pt x="1620670" y="51328"/>
                  </a:moveTo>
                  <a:lnTo>
                    <a:pt x="1629871" y="37650"/>
                  </a:lnTo>
                  <a:lnTo>
                    <a:pt x="1640410" y="24503"/>
                  </a:lnTo>
                  <a:lnTo>
                    <a:pt x="1652242" y="11935"/>
                  </a:lnTo>
                  <a:lnTo>
                    <a:pt x="1665324" y="0"/>
                  </a:lnTo>
                </a:path>
                <a:path w="2386965" h="1333500">
                  <a:moveTo>
                    <a:pt x="1203010" y="75790"/>
                  </a:moveTo>
                  <a:lnTo>
                    <a:pt x="1206977" y="64375"/>
                  </a:lnTo>
                  <a:lnTo>
                    <a:pt x="1211914" y="53171"/>
                  </a:lnTo>
                  <a:lnTo>
                    <a:pt x="1217807" y="42210"/>
                  </a:lnTo>
                  <a:lnTo>
                    <a:pt x="1224639" y="31522"/>
                  </a:lnTo>
                </a:path>
                <a:path w="2386965" h="1333500">
                  <a:moveTo>
                    <a:pt x="712862" y="90823"/>
                  </a:moveTo>
                  <a:lnTo>
                    <a:pt x="733759" y="100262"/>
                  </a:lnTo>
                  <a:lnTo>
                    <a:pt x="753804" y="110586"/>
                  </a:lnTo>
                  <a:lnTo>
                    <a:pt x="772944" y="121765"/>
                  </a:lnTo>
                  <a:lnTo>
                    <a:pt x="791124" y="133770"/>
                  </a:lnTo>
                </a:path>
                <a:path w="2386965" h="1333500">
                  <a:moveTo>
                    <a:pt x="118434" y="428344"/>
                  </a:moveTo>
                  <a:lnTo>
                    <a:pt x="114091" y="417201"/>
                  </a:lnTo>
                  <a:lnTo>
                    <a:pt x="110364" y="405946"/>
                  </a:lnTo>
                  <a:lnTo>
                    <a:pt x="107258" y="394595"/>
                  </a:lnTo>
                  <a:lnTo>
                    <a:pt x="104776" y="383159"/>
                  </a:lnTo>
                </a:path>
              </a:pathLst>
            </a:custGeom>
            <a:ln w="2818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502983" y="1554479"/>
            <a:ext cx="1678305" cy="99821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065" marR="5080" indent="1270" algn="ctr">
              <a:lnSpc>
                <a:spcPct val="91800"/>
              </a:lnSpc>
              <a:spcBef>
                <a:spcPts val="265"/>
              </a:spcBef>
            </a:pP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How does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the </a:t>
            </a:r>
            <a:r>
              <a:rPr sz="1700" spc="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software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know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 where</a:t>
            </a:r>
            <a:r>
              <a:rPr sz="1700" spc="-4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each</a:t>
            </a:r>
            <a:r>
              <a:rPr sz="1700" spc="-3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user </a:t>
            </a:r>
            <a:r>
              <a:rPr sz="1700" spc="-490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dirty="0">
                <a:solidFill>
                  <a:srgbClr val="292934"/>
                </a:solidFill>
                <a:latin typeface="Comic Sans MS"/>
                <a:cs typeface="Comic Sans MS"/>
              </a:rPr>
              <a:t>left</a:t>
            </a:r>
            <a:r>
              <a:rPr sz="1700" spc="-15" dirty="0">
                <a:solidFill>
                  <a:srgbClr val="292934"/>
                </a:solidFill>
                <a:latin typeface="Comic Sans MS"/>
                <a:cs typeface="Comic Sans MS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Comic Sans MS"/>
                <a:cs typeface="Comic Sans MS"/>
              </a:rPr>
              <a:t>off?</a:t>
            </a:r>
            <a:endParaRPr sz="1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173" y="319023"/>
            <a:ext cx="772668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What</a:t>
            </a:r>
            <a:r>
              <a:rPr spc="-265" dirty="0"/>
              <a:t> </a:t>
            </a:r>
            <a:r>
              <a:rPr spc="-100" dirty="0"/>
              <a:t>This</a:t>
            </a:r>
            <a:r>
              <a:rPr spc="-260" dirty="0"/>
              <a:t> </a:t>
            </a:r>
            <a:r>
              <a:rPr spc="-105" dirty="0"/>
              <a:t>Course</a:t>
            </a:r>
            <a:r>
              <a:rPr spc="-265" dirty="0"/>
              <a:t> </a:t>
            </a:r>
            <a:r>
              <a:rPr spc="-65" dirty="0"/>
              <a:t>is</a:t>
            </a:r>
            <a:r>
              <a:rPr spc="-260" dirty="0"/>
              <a:t> </a:t>
            </a:r>
            <a:r>
              <a:rPr spc="-105" dirty="0"/>
              <a:t>About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400" y="5827776"/>
            <a:ext cx="9629140" cy="1676400"/>
            <a:chOff x="152400" y="5827776"/>
            <a:chExt cx="9629140" cy="1676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5833872"/>
              <a:ext cx="9628632" cy="1670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1" y="5827776"/>
              <a:ext cx="9113520" cy="130759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7259" y="5909230"/>
            <a:ext cx="8797925" cy="1147445"/>
          </a:xfrm>
          <a:prstGeom prst="rect">
            <a:avLst/>
          </a:prstGeom>
          <a:solidFill>
            <a:srgbClr val="FFFED6"/>
          </a:solidFill>
        </p:spPr>
        <p:txBody>
          <a:bodyPr vert="horz" wrap="square" lIns="0" tIns="90805" rIns="0" bIns="0" rtlCol="0">
            <a:spAutoFit/>
          </a:bodyPr>
          <a:lstStyle/>
          <a:p>
            <a:pPr marL="1064260" marR="1041400" indent="346075">
              <a:lnSpc>
                <a:spcPts val="2110"/>
              </a:lnSpc>
              <a:spcBef>
                <a:spcPts val="71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Instead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designing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databases,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focus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how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good</a:t>
            </a:r>
            <a:r>
              <a:rPr sz="19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1900">
              <a:latin typeface="Verdana"/>
              <a:cs typeface="Verdana"/>
            </a:endParaRPr>
          </a:p>
          <a:p>
            <a:pPr marL="669290">
              <a:lnSpc>
                <a:spcPct val="100000"/>
              </a:lnSpc>
              <a:spcBef>
                <a:spcPts val="106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Implement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software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utilizing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provide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services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396" y="1367417"/>
            <a:ext cx="9056044" cy="41331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7439" y="319023"/>
            <a:ext cx="53054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Focu</a:t>
            </a:r>
            <a:r>
              <a:rPr dirty="0"/>
              <a:t>s</a:t>
            </a:r>
            <a:r>
              <a:rPr spc="-250" dirty="0"/>
              <a:t> </a:t>
            </a:r>
            <a:r>
              <a:rPr dirty="0"/>
              <a:t>/</a:t>
            </a:r>
            <a:r>
              <a:rPr spc="-250" dirty="0"/>
              <a:t> </a:t>
            </a:r>
            <a:r>
              <a:rPr spc="-140" dirty="0"/>
              <a:t>N</a:t>
            </a:r>
            <a:r>
              <a:rPr spc="-130" dirty="0"/>
              <a:t>o</a:t>
            </a:r>
            <a:r>
              <a:rPr dirty="0"/>
              <a:t>t</a:t>
            </a:r>
            <a:r>
              <a:rPr spc="-245" dirty="0"/>
              <a:t> </a:t>
            </a:r>
            <a:r>
              <a:rPr spc="-130" dirty="0"/>
              <a:t>Focus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331" y="1173479"/>
            <a:ext cx="8926195" cy="527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we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will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focus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/</a:t>
            </a:r>
            <a:r>
              <a:rPr sz="23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learn</a:t>
            </a:r>
            <a:endParaRPr sz="2300">
              <a:latin typeface="Verdana"/>
              <a:cs typeface="Verdana"/>
            </a:endParaRPr>
          </a:p>
          <a:p>
            <a:pPr marL="637540" lvl="1" indent="-244475">
              <a:lnSpc>
                <a:spcPct val="100000"/>
              </a:lnSpc>
              <a:spcBef>
                <a:spcPts val="1735"/>
              </a:spcBef>
              <a:buSzPct val="85714"/>
              <a:buFont typeface="Arial MT"/>
              <a:buChar char="•"/>
              <a:tabLst>
                <a:tab pos="637540" algn="l"/>
                <a:tab pos="638175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Relational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2100">
              <a:latin typeface="Verdana"/>
              <a:cs typeface="Verdana"/>
            </a:endParaRPr>
          </a:p>
          <a:p>
            <a:pPr marL="1061085" lvl="2" indent="-227965">
              <a:lnSpc>
                <a:spcPct val="100000"/>
              </a:lnSpc>
              <a:spcBef>
                <a:spcPts val="680"/>
              </a:spcBef>
              <a:buSzPct val="89473"/>
              <a:buFont typeface="Arial MT"/>
              <a:buChar char="•"/>
              <a:tabLst>
                <a:tab pos="1061085" algn="l"/>
                <a:tab pos="1061720" algn="l"/>
              </a:tabLst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Focus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centralized,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brief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overview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distributed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1900">
              <a:latin typeface="Verdana"/>
              <a:cs typeface="Verdana"/>
            </a:endParaRPr>
          </a:p>
          <a:p>
            <a:pPr marL="1061085" lvl="2" indent="-227965">
              <a:lnSpc>
                <a:spcPct val="100000"/>
              </a:lnSpc>
              <a:spcBef>
                <a:spcPts val="625"/>
              </a:spcBef>
              <a:buSzPct val="89473"/>
              <a:buFont typeface="Arial MT"/>
              <a:buChar char="•"/>
              <a:tabLst>
                <a:tab pos="1061085" algn="l"/>
                <a:tab pos="106172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Brief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overview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semi-structured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NoSQL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1900">
              <a:latin typeface="Verdana"/>
              <a:cs typeface="Verdana"/>
            </a:endParaRPr>
          </a:p>
          <a:p>
            <a:pPr marL="637540" lvl="1" indent="-244475">
              <a:lnSpc>
                <a:spcPct val="100000"/>
              </a:lnSpc>
              <a:spcBef>
                <a:spcPts val="1720"/>
              </a:spcBef>
              <a:buSzPct val="85714"/>
              <a:buFont typeface="Arial MT"/>
              <a:buChar char="•"/>
              <a:tabLst>
                <a:tab pos="637540" algn="l"/>
                <a:tab pos="63817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Writing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good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lead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better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performance</a:t>
            </a:r>
            <a:endParaRPr sz="2100">
              <a:latin typeface="Verdana"/>
              <a:cs typeface="Verdana"/>
            </a:endParaRPr>
          </a:p>
          <a:p>
            <a:pPr marL="628650" lvl="1" indent="-23622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628650" algn="l"/>
                <a:tab pos="62928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Designing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developing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effective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scalable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2100">
              <a:latin typeface="Verdana"/>
              <a:cs typeface="Verdana"/>
            </a:endParaRPr>
          </a:p>
          <a:p>
            <a:pPr marL="628650" lvl="1" indent="-23622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628650" algn="l"/>
                <a:tab pos="62928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Management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(DBMS)</a:t>
            </a:r>
            <a:endParaRPr sz="2100">
              <a:latin typeface="Verdana"/>
              <a:cs typeface="Verdana"/>
            </a:endParaRPr>
          </a:p>
          <a:p>
            <a:pPr marL="628650" lvl="1" indent="-23622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628650" algn="l"/>
                <a:tab pos="629285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Integrating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software</a:t>
            </a:r>
            <a:endParaRPr sz="2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315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not</a:t>
            </a: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focus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learn</a:t>
            </a:r>
            <a:endParaRPr sz="2300">
              <a:latin typeface="Verdana"/>
              <a:cs typeface="Verdana"/>
            </a:endParaRPr>
          </a:p>
          <a:p>
            <a:pPr marL="637540" lvl="1" indent="-266700">
              <a:lnSpc>
                <a:spcPct val="100000"/>
              </a:lnSpc>
              <a:spcBef>
                <a:spcPts val="1135"/>
              </a:spcBef>
              <a:buSzPct val="85714"/>
              <a:buFont typeface="Arial MT"/>
              <a:buChar char="•"/>
              <a:tabLst>
                <a:tab pos="637540" algn="l"/>
                <a:tab pos="63817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build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such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Oracle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SQL-database</a:t>
            </a:r>
            <a:endParaRPr sz="2100">
              <a:latin typeface="Verdana"/>
              <a:cs typeface="Verdana"/>
            </a:endParaRPr>
          </a:p>
          <a:p>
            <a:pPr marL="637540" lvl="1" indent="-266700">
              <a:lnSpc>
                <a:spcPct val="100000"/>
              </a:lnSpc>
              <a:spcBef>
                <a:spcPts val="600"/>
              </a:spcBef>
              <a:buSzPct val="85714"/>
              <a:buFont typeface="Arial MT"/>
              <a:buChar char="•"/>
              <a:tabLst>
                <a:tab pos="637540" algn="l"/>
                <a:tab pos="63817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programs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228600"/>
            <a:ext cx="9753600" cy="908685"/>
            <a:chOff x="152400" y="228600"/>
            <a:chExt cx="9753600" cy="908685"/>
          </a:xfrm>
        </p:grpSpPr>
        <p:sp>
          <p:nvSpPr>
            <p:cNvPr id="3" name="object 3"/>
            <p:cNvSpPr/>
            <p:nvPr/>
          </p:nvSpPr>
          <p:spPr>
            <a:xfrm>
              <a:off x="152400" y="1121718"/>
              <a:ext cx="9753600" cy="0"/>
            </a:xfrm>
            <a:custGeom>
              <a:avLst/>
              <a:gdLst/>
              <a:ahLst/>
              <a:cxnLst/>
              <a:rect l="l" t="t" r="r" b="b"/>
              <a:pathLst>
                <a:path w="9753600">
                  <a:moveTo>
                    <a:pt x="0" y="0"/>
                  </a:moveTo>
                  <a:lnTo>
                    <a:pt x="9753599" y="1"/>
                  </a:lnTo>
                </a:path>
              </a:pathLst>
            </a:custGeom>
            <a:ln w="30479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" y="228600"/>
              <a:ext cx="9753600" cy="878205"/>
            </a:xfrm>
            <a:custGeom>
              <a:avLst/>
              <a:gdLst/>
              <a:ahLst/>
              <a:cxnLst/>
              <a:rect l="l" t="t" r="r" b="b"/>
              <a:pathLst>
                <a:path w="9753600" h="878205">
                  <a:moveTo>
                    <a:pt x="9753600" y="0"/>
                  </a:moveTo>
                  <a:lnTo>
                    <a:pt x="0" y="0"/>
                  </a:lnTo>
                  <a:lnTo>
                    <a:pt x="0" y="877824"/>
                  </a:lnTo>
                  <a:lnTo>
                    <a:pt x="9753600" y="877824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6E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59752" y="319023"/>
            <a:ext cx="555498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pc="-250" dirty="0"/>
              <a:t> </a:t>
            </a:r>
            <a:r>
              <a:rPr spc="-140" dirty="0"/>
              <a:t>H</a:t>
            </a:r>
            <a:r>
              <a:rPr spc="-125" dirty="0"/>
              <a:t>o</a:t>
            </a:r>
            <a:r>
              <a:rPr spc="-130" dirty="0"/>
              <a:t>p</a:t>
            </a:r>
            <a:r>
              <a:rPr dirty="0"/>
              <a:t>e</a:t>
            </a:r>
            <a:r>
              <a:rPr spc="-250" dirty="0"/>
              <a:t> </a:t>
            </a:r>
            <a:r>
              <a:rPr spc="-120" dirty="0"/>
              <a:t>t</a:t>
            </a:r>
            <a:r>
              <a:rPr dirty="0"/>
              <a:t>o</a:t>
            </a:r>
            <a:r>
              <a:rPr spc="-250" dirty="0"/>
              <a:t> </a:t>
            </a:r>
            <a:r>
              <a:rPr spc="-140" dirty="0"/>
              <a:t>H</a:t>
            </a:r>
            <a:r>
              <a:rPr spc="-125" dirty="0"/>
              <a:t>e</a:t>
            </a:r>
            <a:r>
              <a:rPr spc="-130" dirty="0"/>
              <a:t>l</a:t>
            </a:r>
            <a:r>
              <a:rPr dirty="0"/>
              <a:t>p</a:t>
            </a:r>
            <a:r>
              <a:rPr spc="-254" dirty="0"/>
              <a:t> </a:t>
            </a:r>
            <a:r>
              <a:rPr spc="-130" dirty="0"/>
              <a:t>Y</a:t>
            </a:r>
            <a:r>
              <a:rPr spc="-125" dirty="0"/>
              <a:t>o</a:t>
            </a:r>
            <a:r>
              <a:rPr dirty="0"/>
              <a:t>u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067327" y="4130671"/>
            <a:ext cx="1044575" cy="951230"/>
            <a:chOff x="3067327" y="4130671"/>
            <a:chExt cx="1044575" cy="951230"/>
          </a:xfrm>
        </p:grpSpPr>
        <p:sp>
          <p:nvSpPr>
            <p:cNvPr id="7" name="object 7"/>
            <p:cNvSpPr/>
            <p:nvPr/>
          </p:nvSpPr>
          <p:spPr>
            <a:xfrm>
              <a:off x="3081421" y="4144764"/>
              <a:ext cx="1016000" cy="922655"/>
            </a:xfrm>
            <a:custGeom>
              <a:avLst/>
              <a:gdLst/>
              <a:ahLst/>
              <a:cxnLst/>
              <a:rect l="l" t="t" r="r" b="b"/>
              <a:pathLst>
                <a:path w="1016000" h="922654">
                  <a:moveTo>
                    <a:pt x="195206" y="0"/>
                  </a:moveTo>
                  <a:lnTo>
                    <a:pt x="0" y="0"/>
                  </a:lnTo>
                  <a:lnTo>
                    <a:pt x="0" y="348992"/>
                  </a:lnTo>
                  <a:lnTo>
                    <a:pt x="2834" y="398126"/>
                  </a:lnTo>
                  <a:lnTo>
                    <a:pt x="11127" y="445596"/>
                  </a:lnTo>
                  <a:lnTo>
                    <a:pt x="24562" y="491085"/>
                  </a:lnTo>
                  <a:lnTo>
                    <a:pt x="42823" y="534277"/>
                  </a:lnTo>
                  <a:lnTo>
                    <a:pt x="65594" y="574856"/>
                  </a:lnTo>
                  <a:lnTo>
                    <a:pt x="92559" y="612505"/>
                  </a:lnTo>
                  <a:lnTo>
                    <a:pt x="123401" y="646909"/>
                  </a:lnTo>
                  <a:lnTo>
                    <a:pt x="157805" y="677751"/>
                  </a:lnTo>
                  <a:lnTo>
                    <a:pt x="195455" y="704716"/>
                  </a:lnTo>
                  <a:lnTo>
                    <a:pt x="236033" y="727487"/>
                  </a:lnTo>
                  <a:lnTo>
                    <a:pt x="279225" y="745748"/>
                  </a:lnTo>
                  <a:lnTo>
                    <a:pt x="324714" y="759183"/>
                  </a:lnTo>
                  <a:lnTo>
                    <a:pt x="372184" y="767476"/>
                  </a:lnTo>
                  <a:lnTo>
                    <a:pt x="421318" y="770310"/>
                  </a:lnTo>
                  <a:lnTo>
                    <a:pt x="749943" y="770310"/>
                  </a:lnTo>
                  <a:lnTo>
                    <a:pt x="749943" y="922528"/>
                  </a:lnTo>
                  <a:lnTo>
                    <a:pt x="1016000" y="672707"/>
                  </a:lnTo>
                  <a:lnTo>
                    <a:pt x="749943" y="422887"/>
                  </a:lnTo>
                  <a:lnTo>
                    <a:pt x="749943" y="575102"/>
                  </a:lnTo>
                  <a:lnTo>
                    <a:pt x="421318" y="575102"/>
                  </a:lnTo>
                  <a:lnTo>
                    <a:pt x="375749" y="570509"/>
                  </a:lnTo>
                  <a:lnTo>
                    <a:pt x="333306" y="557334"/>
                  </a:lnTo>
                  <a:lnTo>
                    <a:pt x="294898" y="536486"/>
                  </a:lnTo>
                  <a:lnTo>
                    <a:pt x="261434" y="508876"/>
                  </a:lnTo>
                  <a:lnTo>
                    <a:pt x="233824" y="475413"/>
                  </a:lnTo>
                  <a:lnTo>
                    <a:pt x="212976" y="437004"/>
                  </a:lnTo>
                  <a:lnTo>
                    <a:pt x="199801" y="394561"/>
                  </a:lnTo>
                  <a:lnTo>
                    <a:pt x="195207" y="348992"/>
                  </a:lnTo>
                  <a:lnTo>
                    <a:pt x="195206" y="0"/>
                  </a:lnTo>
                  <a:close/>
                </a:path>
              </a:pathLst>
            </a:custGeom>
            <a:solidFill>
              <a:srgbClr val="5887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1421" y="4144764"/>
              <a:ext cx="1016000" cy="922655"/>
            </a:xfrm>
            <a:custGeom>
              <a:avLst/>
              <a:gdLst/>
              <a:ahLst/>
              <a:cxnLst/>
              <a:rect l="l" t="t" r="r" b="b"/>
              <a:pathLst>
                <a:path w="1016000" h="922654">
                  <a:moveTo>
                    <a:pt x="0" y="0"/>
                  </a:moveTo>
                  <a:lnTo>
                    <a:pt x="0" y="348992"/>
                  </a:lnTo>
                  <a:lnTo>
                    <a:pt x="2834" y="398126"/>
                  </a:lnTo>
                  <a:lnTo>
                    <a:pt x="11127" y="445596"/>
                  </a:lnTo>
                  <a:lnTo>
                    <a:pt x="24562" y="491085"/>
                  </a:lnTo>
                  <a:lnTo>
                    <a:pt x="42823" y="534277"/>
                  </a:lnTo>
                  <a:lnTo>
                    <a:pt x="65594" y="574856"/>
                  </a:lnTo>
                  <a:lnTo>
                    <a:pt x="92559" y="612505"/>
                  </a:lnTo>
                  <a:lnTo>
                    <a:pt x="123401" y="646909"/>
                  </a:lnTo>
                  <a:lnTo>
                    <a:pt x="157805" y="677752"/>
                  </a:lnTo>
                  <a:lnTo>
                    <a:pt x="195454" y="704716"/>
                  </a:lnTo>
                  <a:lnTo>
                    <a:pt x="236033" y="727487"/>
                  </a:lnTo>
                  <a:lnTo>
                    <a:pt x="279225" y="745748"/>
                  </a:lnTo>
                  <a:lnTo>
                    <a:pt x="324714" y="759183"/>
                  </a:lnTo>
                  <a:lnTo>
                    <a:pt x="372184" y="767476"/>
                  </a:lnTo>
                  <a:lnTo>
                    <a:pt x="421318" y="770311"/>
                  </a:lnTo>
                  <a:lnTo>
                    <a:pt x="749943" y="770311"/>
                  </a:lnTo>
                  <a:lnTo>
                    <a:pt x="749943" y="922527"/>
                  </a:lnTo>
                  <a:lnTo>
                    <a:pt x="1015999" y="672707"/>
                  </a:lnTo>
                  <a:lnTo>
                    <a:pt x="749943" y="422886"/>
                  </a:lnTo>
                  <a:lnTo>
                    <a:pt x="749943" y="575103"/>
                  </a:lnTo>
                  <a:lnTo>
                    <a:pt x="421318" y="575103"/>
                  </a:lnTo>
                  <a:lnTo>
                    <a:pt x="375749" y="570509"/>
                  </a:lnTo>
                  <a:lnTo>
                    <a:pt x="333306" y="557334"/>
                  </a:lnTo>
                  <a:lnTo>
                    <a:pt x="294898" y="536487"/>
                  </a:lnTo>
                  <a:lnTo>
                    <a:pt x="261434" y="508877"/>
                  </a:lnTo>
                  <a:lnTo>
                    <a:pt x="233824" y="475413"/>
                  </a:lnTo>
                  <a:lnTo>
                    <a:pt x="212976" y="437004"/>
                  </a:lnTo>
                  <a:lnTo>
                    <a:pt x="199801" y="394561"/>
                  </a:lnTo>
                  <a:lnTo>
                    <a:pt x="195207" y="348992"/>
                  </a:lnTo>
                  <a:lnTo>
                    <a:pt x="195206" y="0"/>
                  </a:lnTo>
                  <a:lnTo>
                    <a:pt x="0" y="0"/>
                  </a:lnTo>
                  <a:close/>
                </a:path>
              </a:pathLst>
            </a:custGeom>
            <a:ln w="28186">
              <a:solidFill>
                <a:srgbClr val="5C69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49" y="1448094"/>
            <a:ext cx="4233061" cy="25761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4236" y="2577448"/>
            <a:ext cx="5364480" cy="43463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" y="228600"/>
            <a:ext cx="9784080" cy="5879465"/>
            <a:chOff x="137160" y="228600"/>
            <a:chExt cx="9784080" cy="5879465"/>
          </a:xfrm>
        </p:grpSpPr>
        <p:sp>
          <p:nvSpPr>
            <p:cNvPr id="3" name="object 3"/>
            <p:cNvSpPr/>
            <p:nvPr/>
          </p:nvSpPr>
          <p:spPr>
            <a:xfrm>
              <a:off x="152400" y="1121718"/>
              <a:ext cx="9753600" cy="0"/>
            </a:xfrm>
            <a:custGeom>
              <a:avLst/>
              <a:gdLst/>
              <a:ahLst/>
              <a:cxnLst/>
              <a:rect l="l" t="t" r="r" b="b"/>
              <a:pathLst>
                <a:path w="9753600">
                  <a:moveTo>
                    <a:pt x="0" y="0"/>
                  </a:moveTo>
                  <a:lnTo>
                    <a:pt x="9753599" y="1"/>
                  </a:lnTo>
                </a:path>
              </a:pathLst>
            </a:custGeom>
            <a:ln w="30479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" y="228600"/>
              <a:ext cx="9753600" cy="878205"/>
            </a:xfrm>
            <a:custGeom>
              <a:avLst/>
              <a:gdLst/>
              <a:ahLst/>
              <a:cxnLst/>
              <a:rect l="l" t="t" r="r" b="b"/>
              <a:pathLst>
                <a:path w="9753600" h="878205">
                  <a:moveTo>
                    <a:pt x="9753600" y="0"/>
                  </a:moveTo>
                  <a:lnTo>
                    <a:pt x="0" y="0"/>
                  </a:lnTo>
                  <a:lnTo>
                    <a:pt x="0" y="877824"/>
                  </a:lnTo>
                  <a:lnTo>
                    <a:pt x="9753600" y="877824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E6E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657" y="1322202"/>
              <a:ext cx="8388096" cy="478573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52400" y="6239255"/>
            <a:ext cx="9753600" cy="1304925"/>
            <a:chOff x="152400" y="6239255"/>
            <a:chExt cx="9753600" cy="13049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6370319"/>
              <a:ext cx="9753600" cy="11734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76" y="6239255"/>
              <a:ext cx="9668256" cy="9387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1878" y="6300191"/>
              <a:ext cx="9461500" cy="819785"/>
            </a:xfrm>
            <a:custGeom>
              <a:avLst/>
              <a:gdLst/>
              <a:ahLst/>
              <a:cxnLst/>
              <a:rect l="l" t="t" r="r" b="b"/>
              <a:pathLst>
                <a:path w="9461500" h="819784">
                  <a:moveTo>
                    <a:pt x="9461161" y="0"/>
                  </a:moveTo>
                  <a:lnTo>
                    <a:pt x="0" y="0"/>
                  </a:lnTo>
                  <a:lnTo>
                    <a:pt x="0" y="819302"/>
                  </a:lnTo>
                  <a:lnTo>
                    <a:pt x="9461161" y="819302"/>
                  </a:lnTo>
                  <a:lnTo>
                    <a:pt x="9461161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05285" y="300735"/>
            <a:ext cx="50653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Pr</a:t>
            </a:r>
            <a:r>
              <a:rPr spc="-130" dirty="0"/>
              <a:t>o</a:t>
            </a:r>
            <a:r>
              <a:rPr spc="-125" dirty="0"/>
              <a:t>je</a:t>
            </a:r>
            <a:r>
              <a:rPr spc="-135" dirty="0"/>
              <a:t>c</a:t>
            </a:r>
            <a:r>
              <a:rPr dirty="0"/>
              <a:t>t</a:t>
            </a:r>
            <a:r>
              <a:rPr spc="-245" dirty="0"/>
              <a:t> </a:t>
            </a:r>
            <a:r>
              <a:rPr spc="-135" dirty="0"/>
              <a:t>O</a:t>
            </a:r>
            <a:r>
              <a:rPr spc="-130" dirty="0"/>
              <a:t>v</a:t>
            </a:r>
            <a:r>
              <a:rPr spc="-125" dirty="0"/>
              <a:t>e</a:t>
            </a:r>
            <a:r>
              <a:rPr spc="-130" dirty="0"/>
              <a:t>rv</a:t>
            </a:r>
            <a:r>
              <a:rPr spc="-125" dirty="0"/>
              <a:t>i</a:t>
            </a:r>
            <a:r>
              <a:rPr spc="-120" dirty="0"/>
              <a:t>e</a:t>
            </a:r>
            <a:r>
              <a:rPr dirty="0"/>
              <a:t>w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91878" y="6300191"/>
            <a:ext cx="9461500" cy="2863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1765">
              <a:lnSpc>
                <a:spcPts val="1814"/>
              </a:lnSpc>
              <a:spcBef>
                <a:spcPts val="434"/>
              </a:spcBef>
            </a:pPr>
            <a:r>
              <a:rPr sz="1700" spc="-50" dirty="0">
                <a:solidFill>
                  <a:srgbClr val="292934"/>
                </a:solidFill>
                <a:latin typeface="Trebuchet MS"/>
                <a:cs typeface="Trebuchet MS"/>
              </a:rPr>
              <a:t>This</a:t>
            </a:r>
            <a:r>
              <a:rPr sz="1700" spc="6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92934"/>
                </a:solidFill>
                <a:latin typeface="Trebuchet MS"/>
                <a:cs typeface="Trebuchet MS"/>
              </a:rPr>
              <a:t>image</a:t>
            </a:r>
            <a:r>
              <a:rPr sz="1700" spc="6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40" dirty="0">
                <a:solidFill>
                  <a:srgbClr val="292934"/>
                </a:solidFill>
                <a:latin typeface="Trebuchet MS"/>
                <a:cs typeface="Trebuchet MS"/>
              </a:rPr>
              <a:t>shows</a:t>
            </a:r>
            <a:r>
              <a:rPr sz="1700" spc="6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the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292934"/>
                </a:solidFill>
                <a:latin typeface="Trebuchet MS"/>
                <a:cs typeface="Trebuchet MS"/>
              </a:rPr>
              <a:t>order</a:t>
            </a:r>
            <a:r>
              <a:rPr sz="1700" spc="7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92934"/>
                </a:solidFill>
                <a:latin typeface="Trebuchet MS"/>
                <a:cs typeface="Trebuchet MS"/>
              </a:rPr>
              <a:t>and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the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92934"/>
                </a:solidFill>
                <a:latin typeface="Trebuchet MS"/>
                <a:cs typeface="Trebuchet MS"/>
              </a:rPr>
              <a:t>specific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75" dirty="0">
                <a:solidFill>
                  <a:srgbClr val="292934"/>
                </a:solidFill>
                <a:latin typeface="Trebuchet MS"/>
                <a:cs typeface="Trebuchet MS"/>
              </a:rPr>
              <a:t>concepts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92934"/>
                </a:solidFill>
                <a:latin typeface="Trebuchet MS"/>
                <a:cs typeface="Trebuchet MS"/>
              </a:rPr>
              <a:t>you</a:t>
            </a:r>
            <a:r>
              <a:rPr sz="1700" spc="7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92934"/>
                </a:solidFill>
                <a:latin typeface="Trebuchet MS"/>
                <a:cs typeface="Trebuchet MS"/>
              </a:rPr>
              <a:t>will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92934"/>
                </a:solidFill>
                <a:latin typeface="Trebuchet MS"/>
                <a:cs typeface="Trebuchet MS"/>
              </a:rPr>
              <a:t>implement.</a:t>
            </a:r>
            <a:r>
              <a:rPr sz="1700" spc="-10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92934"/>
                </a:solidFill>
                <a:latin typeface="Trebuchet MS"/>
                <a:cs typeface="Trebuchet MS"/>
              </a:rPr>
              <a:t>It</a:t>
            </a:r>
            <a:r>
              <a:rPr sz="1700" spc="7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55" dirty="0">
                <a:solidFill>
                  <a:srgbClr val="292934"/>
                </a:solidFill>
                <a:latin typeface="Trebuchet MS"/>
                <a:cs typeface="Trebuchet MS"/>
              </a:rPr>
              <a:t>does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55" dirty="0">
                <a:solidFill>
                  <a:srgbClr val="292934"/>
                </a:solidFill>
                <a:latin typeface="Trebuchet MS"/>
                <a:cs typeface="Trebuchet MS"/>
              </a:rPr>
              <a:t>not</a:t>
            </a:r>
            <a:r>
              <a:rPr sz="1700" spc="7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40" dirty="0">
                <a:solidFill>
                  <a:srgbClr val="292934"/>
                </a:solidFill>
                <a:latin typeface="Trebuchet MS"/>
                <a:cs typeface="Trebuchet MS"/>
              </a:rPr>
              <a:t>show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the</a:t>
            </a:r>
            <a:r>
              <a:rPr sz="1700" spc="6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92934"/>
                </a:solidFill>
                <a:latin typeface="Trebuchet MS"/>
                <a:cs typeface="Trebuchet MS"/>
              </a:rPr>
              <a:t>design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1878" y="6585976"/>
            <a:ext cx="9461500" cy="184785"/>
          </a:xfrm>
          <a:prstGeom prst="rect">
            <a:avLst/>
          </a:prstGeom>
          <a:solidFill>
            <a:srgbClr val="FFFED6"/>
          </a:solidFill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ts val="1450"/>
              </a:lnSpc>
            </a:pPr>
            <a:r>
              <a:rPr sz="1700" spc="20" dirty="0">
                <a:solidFill>
                  <a:srgbClr val="292934"/>
                </a:solidFill>
                <a:latin typeface="Trebuchet MS"/>
                <a:cs typeface="Trebuchet MS"/>
              </a:rPr>
              <a:t>or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92934"/>
                </a:solidFill>
                <a:latin typeface="Trebuchet MS"/>
                <a:cs typeface="Trebuchet MS"/>
              </a:rPr>
              <a:t>architecture</a:t>
            </a:r>
            <a:r>
              <a:rPr sz="1700" spc="19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92934"/>
                </a:solidFill>
                <a:latin typeface="Trebuchet MS"/>
                <a:cs typeface="Trebuchet MS"/>
              </a:rPr>
              <a:t>of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the</a:t>
            </a:r>
            <a:r>
              <a:rPr sz="1700" spc="19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92934"/>
                </a:solidFill>
                <a:latin typeface="Trebuchet MS"/>
                <a:cs typeface="Trebuchet MS"/>
              </a:rPr>
              <a:t>system.</a:t>
            </a:r>
            <a:r>
              <a:rPr sz="1700" spc="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92934"/>
                </a:solidFill>
                <a:latin typeface="Trebuchet MS"/>
                <a:cs typeface="Trebuchet MS"/>
              </a:rPr>
              <a:t>You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45" dirty="0">
                <a:solidFill>
                  <a:srgbClr val="292934"/>
                </a:solidFill>
                <a:latin typeface="Trebuchet MS"/>
                <a:cs typeface="Trebuchet MS"/>
              </a:rPr>
              <a:t>may</a:t>
            </a:r>
            <a:r>
              <a:rPr sz="1700" spc="19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92934"/>
                </a:solidFill>
                <a:latin typeface="Trebuchet MS"/>
                <a:cs typeface="Trebuchet MS"/>
              </a:rPr>
              <a:t>design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45" dirty="0">
                <a:solidFill>
                  <a:srgbClr val="292934"/>
                </a:solidFill>
                <a:latin typeface="Trebuchet MS"/>
                <a:cs typeface="Trebuchet MS"/>
              </a:rPr>
              <a:t>your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92934"/>
                </a:solidFill>
                <a:latin typeface="Trebuchet MS"/>
                <a:cs typeface="Trebuchet MS"/>
              </a:rPr>
              <a:t>system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as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70" dirty="0">
                <a:solidFill>
                  <a:srgbClr val="292934"/>
                </a:solidFill>
                <a:latin typeface="Trebuchet MS"/>
                <a:cs typeface="Trebuchet MS"/>
              </a:rPr>
              <a:t>a</a:t>
            </a:r>
            <a:r>
              <a:rPr sz="1700" spc="-13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web</a:t>
            </a:r>
            <a:r>
              <a:rPr sz="1700" spc="19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92934"/>
                </a:solidFill>
                <a:latin typeface="Trebuchet MS"/>
                <a:cs typeface="Trebuchet MS"/>
              </a:rPr>
              <a:t>app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20" dirty="0">
                <a:solidFill>
                  <a:srgbClr val="292934"/>
                </a:solidFill>
                <a:latin typeface="Trebuchet MS"/>
                <a:cs typeface="Trebuchet MS"/>
              </a:rPr>
              <a:t>or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75" dirty="0">
                <a:solidFill>
                  <a:srgbClr val="292934"/>
                </a:solidFill>
                <a:latin typeface="Trebuchet MS"/>
                <a:cs typeface="Trebuchet MS"/>
              </a:rPr>
              <a:t>non-web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70" dirty="0">
                <a:solidFill>
                  <a:srgbClr val="292934"/>
                </a:solidFill>
                <a:latin typeface="Trebuchet MS"/>
                <a:cs typeface="Trebuchet MS"/>
              </a:rPr>
              <a:t>app,</a:t>
            </a:r>
            <a:r>
              <a:rPr sz="1700" spc="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92934"/>
                </a:solidFill>
                <a:latin typeface="Trebuchet MS"/>
                <a:cs typeface="Trebuchet MS"/>
              </a:rPr>
              <a:t>using</a:t>
            </a:r>
            <a:r>
              <a:rPr sz="1700" spc="20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92934"/>
                </a:solidFill>
                <a:latin typeface="Trebuchet MS"/>
                <a:cs typeface="Trebuchet MS"/>
              </a:rPr>
              <a:t>any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1878" y="6770379"/>
            <a:ext cx="9461500" cy="349250"/>
          </a:xfrm>
          <a:prstGeom prst="rect">
            <a:avLst/>
          </a:prstGeom>
          <a:solidFill>
            <a:srgbClr val="FFFED6"/>
          </a:solidFill>
        </p:spPr>
        <p:txBody>
          <a:bodyPr vert="horz" wrap="square" lIns="0" tIns="0" rIns="0" bIns="0" rtlCol="0">
            <a:spAutoFit/>
          </a:bodyPr>
          <a:lstStyle/>
          <a:p>
            <a:pPr marL="151765">
              <a:lnSpc>
                <a:spcPts val="1680"/>
              </a:lnSpc>
            </a:pPr>
            <a:r>
              <a:rPr sz="1700" spc="-85" dirty="0">
                <a:solidFill>
                  <a:srgbClr val="292934"/>
                </a:solidFill>
                <a:latin typeface="Trebuchet MS"/>
                <a:cs typeface="Trebuchet MS"/>
              </a:rPr>
              <a:t>software</a:t>
            </a:r>
            <a:r>
              <a:rPr sz="1700" spc="-3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architectural</a:t>
            </a:r>
            <a:r>
              <a:rPr sz="1700" spc="-3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92934"/>
                </a:solidFill>
                <a:latin typeface="Trebuchet MS"/>
                <a:cs typeface="Trebuchet MS"/>
              </a:rPr>
              <a:t>style(s)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92934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45" dirty="0">
                <a:solidFill>
                  <a:srgbClr val="292934"/>
                </a:solidFill>
                <a:latin typeface="Trebuchet MS"/>
                <a:cs typeface="Trebuchet MS"/>
              </a:rPr>
              <a:t>your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92934"/>
                </a:solidFill>
                <a:latin typeface="Trebuchet MS"/>
                <a:cs typeface="Trebuchet MS"/>
              </a:rPr>
              <a:t>choice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as</a:t>
            </a:r>
            <a:r>
              <a:rPr sz="1700" spc="-3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92934"/>
                </a:solidFill>
                <a:latin typeface="Trebuchet MS"/>
                <a:cs typeface="Trebuchet MS"/>
              </a:rPr>
              <a:t>long</a:t>
            </a:r>
            <a:r>
              <a:rPr sz="1700" spc="-2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as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70" dirty="0">
                <a:solidFill>
                  <a:srgbClr val="292934"/>
                </a:solidFill>
                <a:latin typeface="Trebuchet MS"/>
                <a:cs typeface="Trebuchet MS"/>
              </a:rPr>
              <a:t>a</a:t>
            </a:r>
            <a:r>
              <a:rPr sz="1700" spc="-2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relational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92934"/>
                </a:solidFill>
                <a:latin typeface="Trebuchet MS"/>
                <a:cs typeface="Trebuchet MS"/>
              </a:rPr>
              <a:t>database</a:t>
            </a:r>
            <a:r>
              <a:rPr sz="1700" spc="-3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75" dirty="0">
                <a:solidFill>
                  <a:srgbClr val="292934"/>
                </a:solidFill>
                <a:latin typeface="Trebuchet MS"/>
                <a:cs typeface="Trebuchet MS"/>
              </a:rPr>
              <a:t>is</a:t>
            </a:r>
            <a:r>
              <a:rPr sz="1700" spc="-3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92934"/>
                </a:solidFill>
                <a:latin typeface="Trebuchet MS"/>
                <a:cs typeface="Trebuchet MS"/>
              </a:rPr>
              <a:t>integrated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92934"/>
                </a:solidFill>
                <a:latin typeface="Trebuchet MS"/>
                <a:cs typeface="Trebuchet MS"/>
              </a:rPr>
              <a:t>into</a:t>
            </a:r>
            <a:r>
              <a:rPr sz="1700" spc="-2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45" dirty="0">
                <a:solidFill>
                  <a:srgbClr val="292934"/>
                </a:solidFill>
                <a:latin typeface="Trebuchet MS"/>
                <a:cs typeface="Trebuchet MS"/>
              </a:rPr>
              <a:t>your</a:t>
            </a:r>
            <a:r>
              <a:rPr sz="1700" spc="-2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700" spc="-170" dirty="0">
                <a:solidFill>
                  <a:srgbClr val="292934"/>
                </a:solidFill>
                <a:latin typeface="Trebuchet MS"/>
                <a:cs typeface="Trebuchet MS"/>
              </a:rPr>
              <a:t>app.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55208" y="1106424"/>
            <a:ext cx="4051300" cy="1152525"/>
            <a:chOff x="5855208" y="1106424"/>
            <a:chExt cx="4051300" cy="115252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5208" y="1106424"/>
              <a:ext cx="4050791" cy="11521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87440" y="1155192"/>
              <a:ext cx="3694175" cy="80467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290161" y="1229739"/>
            <a:ext cx="3488690" cy="655320"/>
          </a:xfrm>
          <a:prstGeom prst="rect">
            <a:avLst/>
          </a:prstGeom>
          <a:solidFill>
            <a:srgbClr val="FFFED6"/>
          </a:solidFill>
        </p:spPr>
        <p:txBody>
          <a:bodyPr vert="horz" wrap="square" lIns="0" tIns="0" rIns="0" bIns="0" rtlCol="0">
            <a:spAutoFit/>
          </a:bodyPr>
          <a:lstStyle/>
          <a:p>
            <a:pPr marL="97155">
              <a:lnSpc>
                <a:spcPts val="1570"/>
              </a:lnSpc>
            </a:pPr>
            <a:r>
              <a:rPr sz="1600" spc="-75" dirty="0">
                <a:solidFill>
                  <a:srgbClr val="292934"/>
                </a:solidFill>
                <a:latin typeface="Trebuchet MS"/>
                <a:cs typeface="Trebuchet MS"/>
              </a:rPr>
              <a:t>Optional:</a:t>
            </a:r>
            <a:r>
              <a:rPr sz="1600" spc="-210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292934"/>
                </a:solidFill>
                <a:latin typeface="Trebuchet MS"/>
                <a:cs typeface="Trebuchet MS"/>
              </a:rPr>
              <a:t>web</a:t>
            </a:r>
            <a:r>
              <a:rPr sz="1600" spc="-4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600" spc="-90" dirty="0">
                <a:solidFill>
                  <a:srgbClr val="292934"/>
                </a:solidFill>
                <a:latin typeface="Trebuchet MS"/>
                <a:cs typeface="Trebuchet MS"/>
              </a:rPr>
              <a:t>service,</a:t>
            </a:r>
            <a:r>
              <a:rPr sz="1600" spc="-204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600" spc="-100" dirty="0">
                <a:solidFill>
                  <a:srgbClr val="292934"/>
                </a:solidFill>
                <a:latin typeface="Trebuchet MS"/>
                <a:cs typeface="Trebuchet MS"/>
              </a:rPr>
              <a:t>web</a:t>
            </a:r>
            <a:r>
              <a:rPr sz="1600" spc="-4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292934"/>
                </a:solidFill>
                <a:latin typeface="Trebuchet MS"/>
                <a:cs typeface="Trebuchet MS"/>
              </a:rPr>
              <a:t>scraping,</a:t>
            </a:r>
            <a:endParaRPr sz="1600">
              <a:latin typeface="Trebuchet MS"/>
              <a:cs typeface="Trebuchet MS"/>
            </a:endParaRPr>
          </a:p>
          <a:p>
            <a:pPr marL="1082675" marR="123189">
              <a:lnSpc>
                <a:spcPct val="77500"/>
              </a:lnSpc>
              <a:spcBef>
                <a:spcPts val="180"/>
              </a:spcBef>
            </a:pPr>
            <a:r>
              <a:rPr sz="1600" spc="-110" dirty="0">
                <a:solidFill>
                  <a:srgbClr val="292934"/>
                </a:solidFill>
                <a:latin typeface="Trebuchet MS"/>
                <a:cs typeface="Trebuchet MS"/>
              </a:rPr>
              <a:t>In</a:t>
            </a:r>
            <a:r>
              <a:rPr sz="1600" spc="-120" dirty="0">
                <a:solidFill>
                  <a:srgbClr val="292934"/>
                </a:solidFill>
                <a:latin typeface="Trebuchet MS"/>
                <a:cs typeface="Trebuchet MS"/>
              </a:rPr>
              <a:t>f</a:t>
            </a:r>
            <a:r>
              <a:rPr sz="1600" spc="15" dirty="0">
                <a:solidFill>
                  <a:srgbClr val="292934"/>
                </a:solidFill>
                <a:latin typeface="Trebuchet MS"/>
                <a:cs typeface="Trebuchet MS"/>
              </a:rPr>
              <a:t>or</a:t>
            </a:r>
            <a:r>
              <a:rPr sz="1600" spc="-90" dirty="0">
                <a:solidFill>
                  <a:srgbClr val="292934"/>
                </a:solidFill>
                <a:latin typeface="Trebuchet MS"/>
                <a:cs typeface="Trebuchet MS"/>
              </a:rPr>
              <a:t>m</a:t>
            </a:r>
            <a:r>
              <a:rPr sz="1600" spc="-165" dirty="0">
                <a:solidFill>
                  <a:srgbClr val="292934"/>
                </a:solidFill>
                <a:latin typeface="Trebuchet MS"/>
                <a:cs typeface="Trebuchet MS"/>
              </a:rPr>
              <a:t>a</a:t>
            </a:r>
            <a:r>
              <a:rPr sz="1600" spc="-105" dirty="0">
                <a:solidFill>
                  <a:srgbClr val="292934"/>
                </a:solidFill>
                <a:latin typeface="Trebuchet MS"/>
                <a:cs typeface="Trebuchet MS"/>
              </a:rPr>
              <a:t>t</a:t>
            </a:r>
            <a:r>
              <a:rPr sz="1600" spc="-114" dirty="0">
                <a:solidFill>
                  <a:srgbClr val="292934"/>
                </a:solidFill>
                <a:latin typeface="Trebuchet MS"/>
                <a:cs typeface="Trebuchet MS"/>
              </a:rPr>
              <a:t>i</a:t>
            </a:r>
            <a:r>
              <a:rPr sz="1600" spc="15" dirty="0">
                <a:solidFill>
                  <a:srgbClr val="292934"/>
                </a:solidFill>
                <a:latin typeface="Trebuchet MS"/>
                <a:cs typeface="Trebuchet MS"/>
              </a:rPr>
              <a:t>o</a:t>
            </a:r>
            <a:r>
              <a:rPr sz="1600" spc="-75" dirty="0">
                <a:solidFill>
                  <a:srgbClr val="292934"/>
                </a:solidFill>
                <a:latin typeface="Trebuchet MS"/>
                <a:cs typeface="Trebuchet MS"/>
              </a:rPr>
              <a:t>n</a:t>
            </a:r>
            <a:r>
              <a:rPr sz="1600" spc="-4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292934"/>
                </a:solidFill>
                <a:latin typeface="Trebuchet MS"/>
                <a:cs typeface="Trebuchet MS"/>
              </a:rPr>
              <a:t>v</a:t>
            </a:r>
            <a:r>
              <a:rPr sz="1600" spc="-114" dirty="0">
                <a:solidFill>
                  <a:srgbClr val="292934"/>
                </a:solidFill>
                <a:latin typeface="Trebuchet MS"/>
                <a:cs typeface="Trebuchet MS"/>
              </a:rPr>
              <a:t>i</a:t>
            </a:r>
            <a:r>
              <a:rPr sz="1600" spc="-40" dirty="0">
                <a:solidFill>
                  <a:srgbClr val="292934"/>
                </a:solidFill>
                <a:latin typeface="Trebuchet MS"/>
                <a:cs typeface="Trebuchet MS"/>
              </a:rPr>
              <a:t>s</a:t>
            </a:r>
            <a:r>
              <a:rPr sz="1600" spc="-120" dirty="0">
                <a:solidFill>
                  <a:srgbClr val="292934"/>
                </a:solidFill>
                <a:latin typeface="Trebuchet MS"/>
                <a:cs typeface="Trebuchet MS"/>
              </a:rPr>
              <a:t>ua</a:t>
            </a:r>
            <a:r>
              <a:rPr sz="1600" spc="-130" dirty="0">
                <a:solidFill>
                  <a:srgbClr val="292934"/>
                </a:solidFill>
                <a:latin typeface="Trebuchet MS"/>
                <a:cs typeface="Trebuchet MS"/>
              </a:rPr>
              <a:t>l</a:t>
            </a:r>
            <a:r>
              <a:rPr sz="1600" spc="-114" dirty="0">
                <a:solidFill>
                  <a:srgbClr val="292934"/>
                </a:solidFill>
                <a:latin typeface="Trebuchet MS"/>
                <a:cs typeface="Trebuchet MS"/>
              </a:rPr>
              <a:t>i</a:t>
            </a:r>
            <a:r>
              <a:rPr sz="1600" spc="-100" dirty="0">
                <a:solidFill>
                  <a:srgbClr val="292934"/>
                </a:solidFill>
                <a:latin typeface="Trebuchet MS"/>
                <a:cs typeface="Trebuchet MS"/>
              </a:rPr>
              <a:t>z</a:t>
            </a:r>
            <a:r>
              <a:rPr sz="1600" spc="-165" dirty="0">
                <a:solidFill>
                  <a:srgbClr val="292934"/>
                </a:solidFill>
                <a:latin typeface="Trebuchet MS"/>
                <a:cs typeface="Trebuchet MS"/>
              </a:rPr>
              <a:t>a</a:t>
            </a:r>
            <a:r>
              <a:rPr sz="1600" spc="-105" dirty="0">
                <a:solidFill>
                  <a:srgbClr val="292934"/>
                </a:solidFill>
                <a:latin typeface="Trebuchet MS"/>
                <a:cs typeface="Trebuchet MS"/>
              </a:rPr>
              <a:t>t</a:t>
            </a:r>
            <a:r>
              <a:rPr sz="1600" spc="-114" dirty="0">
                <a:solidFill>
                  <a:srgbClr val="292934"/>
                </a:solidFill>
                <a:latin typeface="Trebuchet MS"/>
                <a:cs typeface="Trebuchet MS"/>
              </a:rPr>
              <a:t>i</a:t>
            </a:r>
            <a:r>
              <a:rPr sz="1600" spc="15" dirty="0">
                <a:solidFill>
                  <a:srgbClr val="292934"/>
                </a:solidFill>
                <a:latin typeface="Trebuchet MS"/>
                <a:cs typeface="Trebuchet MS"/>
              </a:rPr>
              <a:t>o</a:t>
            </a:r>
            <a:r>
              <a:rPr sz="1600" spc="-130" dirty="0">
                <a:solidFill>
                  <a:srgbClr val="292934"/>
                </a:solidFill>
                <a:latin typeface="Trebuchet MS"/>
                <a:cs typeface="Trebuchet MS"/>
              </a:rPr>
              <a:t>n,  </a:t>
            </a:r>
            <a:r>
              <a:rPr sz="1600" spc="-165" dirty="0">
                <a:solidFill>
                  <a:srgbClr val="292934"/>
                </a:solidFill>
                <a:latin typeface="Trebuchet MS"/>
                <a:cs typeface="Trebuchet MS"/>
              </a:rPr>
              <a:t>a</a:t>
            </a:r>
            <a:r>
              <a:rPr sz="1600" spc="-40" dirty="0">
                <a:solidFill>
                  <a:srgbClr val="292934"/>
                </a:solidFill>
                <a:latin typeface="Trebuchet MS"/>
                <a:cs typeface="Trebuchet MS"/>
              </a:rPr>
              <a:t>s</a:t>
            </a:r>
            <a:r>
              <a:rPr sz="1600" spc="-85" dirty="0">
                <a:solidFill>
                  <a:srgbClr val="292934"/>
                </a:solidFill>
                <a:latin typeface="Trebuchet MS"/>
                <a:cs typeface="Trebuchet MS"/>
              </a:rPr>
              <a:t>y</a:t>
            </a:r>
            <a:r>
              <a:rPr sz="1600" spc="-90" dirty="0">
                <a:solidFill>
                  <a:srgbClr val="292934"/>
                </a:solidFill>
                <a:latin typeface="Trebuchet MS"/>
                <a:cs typeface="Trebuchet MS"/>
              </a:rPr>
              <a:t>n</a:t>
            </a:r>
            <a:r>
              <a:rPr sz="1600" spc="-75" dirty="0">
                <a:solidFill>
                  <a:srgbClr val="292934"/>
                </a:solidFill>
                <a:latin typeface="Trebuchet MS"/>
                <a:cs typeface="Trebuchet MS"/>
              </a:rPr>
              <a:t>c</a:t>
            </a:r>
            <a:r>
              <a:rPr sz="1600" spc="-40" dirty="0">
                <a:solidFill>
                  <a:srgbClr val="292934"/>
                </a:solidFill>
                <a:latin typeface="Trebuchet MS"/>
                <a:cs typeface="Trebuchet MS"/>
              </a:rPr>
              <a:t>h</a:t>
            </a:r>
            <a:r>
              <a:rPr sz="1600" spc="-65" dirty="0">
                <a:solidFill>
                  <a:srgbClr val="292934"/>
                </a:solidFill>
                <a:latin typeface="Trebuchet MS"/>
                <a:cs typeface="Trebuchet MS"/>
              </a:rPr>
              <a:t>r</a:t>
            </a:r>
            <a:r>
              <a:rPr sz="1600" spc="15" dirty="0">
                <a:solidFill>
                  <a:srgbClr val="292934"/>
                </a:solidFill>
                <a:latin typeface="Trebuchet MS"/>
                <a:cs typeface="Trebuchet MS"/>
              </a:rPr>
              <a:t>o</a:t>
            </a:r>
            <a:r>
              <a:rPr sz="1600" spc="-30" dirty="0">
                <a:solidFill>
                  <a:srgbClr val="292934"/>
                </a:solidFill>
                <a:latin typeface="Trebuchet MS"/>
                <a:cs typeface="Trebuchet MS"/>
              </a:rPr>
              <a:t>no</a:t>
            </a:r>
            <a:r>
              <a:rPr sz="1600" spc="-55" dirty="0">
                <a:solidFill>
                  <a:srgbClr val="292934"/>
                </a:solidFill>
                <a:latin typeface="Trebuchet MS"/>
                <a:cs typeface="Trebuchet MS"/>
              </a:rPr>
              <a:t>us</a:t>
            </a:r>
            <a:r>
              <a:rPr sz="1600" spc="-45" dirty="0">
                <a:solidFill>
                  <a:srgbClr val="292934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292934"/>
                </a:solidFill>
                <a:latin typeface="Trebuchet MS"/>
                <a:cs typeface="Trebuchet MS"/>
              </a:rPr>
              <a:t>p</a:t>
            </a:r>
            <a:r>
              <a:rPr sz="1600" spc="-70" dirty="0">
                <a:solidFill>
                  <a:srgbClr val="292934"/>
                </a:solidFill>
                <a:latin typeface="Trebuchet MS"/>
                <a:cs typeface="Trebuchet MS"/>
              </a:rPr>
              <a:t>r</a:t>
            </a:r>
            <a:r>
              <a:rPr sz="1600" spc="15" dirty="0">
                <a:solidFill>
                  <a:srgbClr val="292934"/>
                </a:solidFill>
                <a:latin typeface="Trebuchet MS"/>
                <a:cs typeface="Trebuchet MS"/>
              </a:rPr>
              <a:t>o</a:t>
            </a:r>
            <a:r>
              <a:rPr sz="1600" spc="-130" dirty="0">
                <a:solidFill>
                  <a:srgbClr val="292934"/>
                </a:solidFill>
                <a:latin typeface="Trebuchet MS"/>
                <a:cs typeface="Trebuchet MS"/>
              </a:rPr>
              <a:t>g</a:t>
            </a:r>
            <a:r>
              <a:rPr sz="1600" spc="15" dirty="0">
                <a:solidFill>
                  <a:srgbClr val="292934"/>
                </a:solidFill>
                <a:latin typeface="Trebuchet MS"/>
                <a:cs typeface="Trebuchet MS"/>
              </a:rPr>
              <a:t>r</a:t>
            </a:r>
            <a:r>
              <a:rPr sz="1600" spc="-165" dirty="0">
                <a:solidFill>
                  <a:srgbClr val="292934"/>
                </a:solidFill>
                <a:latin typeface="Trebuchet MS"/>
                <a:cs typeface="Trebuchet MS"/>
              </a:rPr>
              <a:t>a</a:t>
            </a:r>
            <a:r>
              <a:rPr sz="1600" spc="-90" dirty="0">
                <a:solidFill>
                  <a:srgbClr val="292934"/>
                </a:solidFill>
                <a:latin typeface="Trebuchet MS"/>
                <a:cs typeface="Trebuchet MS"/>
              </a:rPr>
              <a:t>mm</a:t>
            </a:r>
            <a:r>
              <a:rPr sz="1600" spc="-114" dirty="0">
                <a:solidFill>
                  <a:srgbClr val="292934"/>
                </a:solidFill>
                <a:latin typeface="Trebuchet MS"/>
                <a:cs typeface="Trebuchet MS"/>
              </a:rPr>
              <a:t>i</a:t>
            </a:r>
            <a:r>
              <a:rPr sz="1600" spc="-100" dirty="0">
                <a:solidFill>
                  <a:srgbClr val="292934"/>
                </a:solidFill>
                <a:latin typeface="Trebuchet MS"/>
                <a:cs typeface="Trebuchet MS"/>
              </a:rPr>
              <a:t>ng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313" y="282447"/>
            <a:ext cx="82759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</a:t>
            </a:r>
            <a:r>
              <a:rPr spc="-125" dirty="0"/>
              <a:t>o</a:t>
            </a:r>
            <a:r>
              <a:rPr spc="-130" dirty="0"/>
              <a:t>r</a:t>
            </a:r>
            <a:r>
              <a:rPr dirty="0"/>
              <a:t>e</a:t>
            </a:r>
            <a:r>
              <a:rPr spc="-250" dirty="0"/>
              <a:t> 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spc="-125" dirty="0"/>
              <a:t>f</a:t>
            </a:r>
            <a:r>
              <a:rPr dirty="0"/>
              <a:t>o</a:t>
            </a:r>
            <a:r>
              <a:rPr spc="-250" dirty="0"/>
              <a:t> </a:t>
            </a:r>
            <a:r>
              <a:rPr spc="-120" dirty="0"/>
              <a:t>t</a:t>
            </a:r>
            <a:r>
              <a:rPr dirty="0"/>
              <a:t>o</a:t>
            </a:r>
            <a:r>
              <a:rPr spc="-250" dirty="0"/>
              <a:t> </a:t>
            </a:r>
            <a:r>
              <a:rPr spc="-140" dirty="0"/>
              <a:t>H</a:t>
            </a:r>
            <a:r>
              <a:rPr spc="-125" dirty="0"/>
              <a:t>e</a:t>
            </a:r>
            <a:r>
              <a:rPr spc="-130" dirty="0"/>
              <a:t>l</a:t>
            </a:r>
            <a:r>
              <a:rPr dirty="0"/>
              <a:t>p</a:t>
            </a:r>
            <a:r>
              <a:rPr spc="-254" dirty="0"/>
              <a:t> </a:t>
            </a:r>
            <a:r>
              <a:rPr spc="-130" dirty="0"/>
              <a:t>Y</a:t>
            </a:r>
            <a:r>
              <a:rPr spc="-125" dirty="0"/>
              <a:t>o</a:t>
            </a:r>
            <a:r>
              <a:rPr dirty="0"/>
              <a:t>u</a:t>
            </a:r>
            <a:r>
              <a:rPr spc="-260" dirty="0"/>
              <a:t> </a:t>
            </a:r>
            <a:r>
              <a:rPr spc="-130" dirty="0"/>
              <a:t>L</a:t>
            </a:r>
            <a:r>
              <a:rPr spc="-125" dirty="0"/>
              <a:t>e</a:t>
            </a:r>
            <a:r>
              <a:rPr spc="-130" dirty="0"/>
              <a:t>ar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489" y="1049527"/>
            <a:ext cx="8244840" cy="514243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100" spc="-10" dirty="0">
                <a:solidFill>
                  <a:srgbClr val="C00000"/>
                </a:solidFill>
                <a:latin typeface="Verdana"/>
                <a:cs typeface="Verdana"/>
              </a:rPr>
              <a:t>Textbook: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text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required,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additional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references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provided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587" y="4990591"/>
            <a:ext cx="9151620" cy="511037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Style: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002060"/>
                </a:solidFill>
                <a:latin typeface="Verdana"/>
                <a:cs typeface="Verdana"/>
              </a:rPr>
              <a:t>In-person,</a:t>
            </a:r>
            <a:r>
              <a:rPr sz="1900" spc="1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Hands-on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activities,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lab-style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endParaRPr sz="1900" dirty="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0162" y="2196979"/>
            <a:ext cx="2127845" cy="26334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054827" y="2186819"/>
            <a:ext cx="2156460" cy="2652395"/>
            <a:chOff x="5054827" y="2186819"/>
            <a:chExt cx="2156460" cy="26523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4987" y="2196979"/>
              <a:ext cx="2136037" cy="26315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059907" y="2191899"/>
              <a:ext cx="2146300" cy="2642235"/>
            </a:xfrm>
            <a:custGeom>
              <a:avLst/>
              <a:gdLst/>
              <a:ahLst/>
              <a:cxnLst/>
              <a:rect l="l" t="t" r="r" b="b"/>
              <a:pathLst>
                <a:path w="2146300" h="2642235">
                  <a:moveTo>
                    <a:pt x="0" y="0"/>
                  </a:moveTo>
                  <a:lnTo>
                    <a:pt x="2146198" y="0"/>
                  </a:lnTo>
                  <a:lnTo>
                    <a:pt x="2146198" y="2641758"/>
                  </a:lnTo>
                  <a:lnTo>
                    <a:pt x="0" y="2641758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E8E8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012" y="319023"/>
            <a:ext cx="21570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563" y="1207008"/>
            <a:ext cx="8158480" cy="2573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Management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(DBMS)</a:t>
            </a:r>
            <a:endParaRPr sz="23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63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Why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endParaRPr sz="23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53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Why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learn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endParaRPr sz="23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53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Roles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environment</a:t>
            </a:r>
            <a:endParaRPr sz="23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56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Common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features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system</a:t>
            </a:r>
            <a:endParaRPr sz="2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7440" y="319023"/>
            <a:ext cx="27793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233" y="1173479"/>
            <a:ext cx="33966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database?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450" y="1767931"/>
            <a:ext cx="8562340" cy="12211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243204" algn="l"/>
              </a:tabLst>
            </a:pP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Organized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collection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related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364490" indent="-213995">
              <a:lnSpc>
                <a:spcPct val="104000"/>
              </a:lnSpc>
              <a:spcBef>
                <a:spcPts val="2070"/>
              </a:spcBef>
            </a:pPr>
            <a:r>
              <a:rPr sz="1600" spc="1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0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0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simple</a:t>
            </a:r>
            <a:r>
              <a:rPr sz="20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text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20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csv</a:t>
            </a:r>
            <a:r>
              <a:rPr sz="20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file</a:t>
            </a:r>
            <a:r>
              <a:rPr sz="20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complex</a:t>
            </a:r>
            <a:r>
              <a:rPr sz="20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0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large</a:t>
            </a:r>
            <a:r>
              <a:rPr sz="20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relational,</a:t>
            </a:r>
            <a:r>
              <a:rPr sz="20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integrated</a:t>
            </a:r>
            <a:r>
              <a:rPr sz="20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collection</a:t>
            </a:r>
            <a:r>
              <a:rPr sz="20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233" y="3840479"/>
            <a:ext cx="46913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Give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examples</a:t>
            </a: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 of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645" y="4373971"/>
            <a:ext cx="7989570" cy="97091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36854" indent="-237490">
              <a:lnSpc>
                <a:spcPct val="100000"/>
              </a:lnSpc>
              <a:spcBef>
                <a:spcPts val="10"/>
              </a:spcBef>
              <a:tabLst>
                <a:tab pos="236854" algn="l"/>
              </a:tabLst>
            </a:pP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Bank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account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database;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payroll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database;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UVA’s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endParaRPr sz="2100">
              <a:latin typeface="Verdana"/>
              <a:cs typeface="Verdana"/>
            </a:endParaRPr>
          </a:p>
          <a:p>
            <a:pPr marL="236854">
              <a:lnSpc>
                <a:spcPts val="2500"/>
              </a:lnSpc>
              <a:spcBef>
                <a:spcPts val="11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Amazon’s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Hotel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reservation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database;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your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class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233" y="5721096"/>
            <a:ext cx="68814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Why</a:t>
            </a:r>
            <a:r>
              <a:rPr sz="23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3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3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3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10" dirty="0">
                <a:solidFill>
                  <a:srgbClr val="292934"/>
                </a:solidFill>
                <a:latin typeface="Verdana"/>
                <a:cs typeface="Verdana"/>
              </a:rPr>
              <a:t>(in</a:t>
            </a:r>
            <a:r>
              <a:rPr sz="23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general)?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0645" y="6239347"/>
            <a:ext cx="8471535" cy="705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236854" algn="l"/>
              </a:tabLst>
            </a:pP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Contain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details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organization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domain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application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tabLst>
                <a:tab pos="236854" algn="l"/>
              </a:tabLst>
            </a:pP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large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amounts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deal 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“big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data”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240" y="2069592"/>
            <a:ext cx="9509760" cy="1399540"/>
            <a:chOff x="396240" y="2069592"/>
            <a:chExt cx="9509760" cy="13995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" y="2069592"/>
              <a:ext cx="9509760" cy="11765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528" y="2200656"/>
              <a:ext cx="9433560" cy="1267968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94108" y="1621000"/>
            <a:ext cx="9263380" cy="1964689"/>
            <a:chOff x="394108" y="1621000"/>
            <a:chExt cx="9263380" cy="1964689"/>
          </a:xfrm>
        </p:grpSpPr>
        <p:sp>
          <p:nvSpPr>
            <p:cNvPr id="13" name="object 13"/>
            <p:cNvSpPr/>
            <p:nvPr/>
          </p:nvSpPr>
          <p:spPr>
            <a:xfrm>
              <a:off x="400882" y="1627774"/>
              <a:ext cx="9250045" cy="1950720"/>
            </a:xfrm>
            <a:custGeom>
              <a:avLst/>
              <a:gdLst/>
              <a:ahLst/>
              <a:cxnLst/>
              <a:rect l="l" t="t" r="r" b="b"/>
              <a:pathLst>
                <a:path w="9250045" h="1950720">
                  <a:moveTo>
                    <a:pt x="9249665" y="0"/>
                  </a:moveTo>
                  <a:lnTo>
                    <a:pt x="0" y="0"/>
                  </a:lnTo>
                  <a:lnTo>
                    <a:pt x="0" y="1950720"/>
                  </a:lnTo>
                  <a:lnTo>
                    <a:pt x="9249665" y="1950720"/>
                  </a:lnTo>
                  <a:lnTo>
                    <a:pt x="92496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0882" y="1627774"/>
              <a:ext cx="9250045" cy="1950720"/>
            </a:xfrm>
            <a:custGeom>
              <a:avLst/>
              <a:gdLst/>
              <a:ahLst/>
              <a:cxnLst/>
              <a:rect l="l" t="t" r="r" b="b"/>
              <a:pathLst>
                <a:path w="9250045" h="1950720">
                  <a:moveTo>
                    <a:pt x="0" y="0"/>
                  </a:moveTo>
                  <a:lnTo>
                    <a:pt x="9249664" y="0"/>
                  </a:lnTo>
                  <a:lnTo>
                    <a:pt x="9249664" y="1950719"/>
                  </a:lnTo>
                  <a:lnTo>
                    <a:pt x="0" y="1950719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94107" y="4303239"/>
            <a:ext cx="9263380" cy="1233170"/>
            <a:chOff x="394107" y="4303239"/>
            <a:chExt cx="9263380" cy="1233170"/>
          </a:xfrm>
        </p:grpSpPr>
        <p:sp>
          <p:nvSpPr>
            <p:cNvPr id="16" name="object 16"/>
            <p:cNvSpPr/>
            <p:nvPr/>
          </p:nvSpPr>
          <p:spPr>
            <a:xfrm>
              <a:off x="400881" y="4310012"/>
              <a:ext cx="9250045" cy="1219200"/>
            </a:xfrm>
            <a:custGeom>
              <a:avLst/>
              <a:gdLst/>
              <a:ahLst/>
              <a:cxnLst/>
              <a:rect l="l" t="t" r="r" b="b"/>
              <a:pathLst>
                <a:path w="9250045" h="1219200">
                  <a:moveTo>
                    <a:pt x="9249664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249664" y="1219200"/>
                  </a:lnTo>
                  <a:lnTo>
                    <a:pt x="9249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881" y="4310012"/>
              <a:ext cx="9250045" cy="1219200"/>
            </a:xfrm>
            <a:custGeom>
              <a:avLst/>
              <a:gdLst/>
              <a:ahLst/>
              <a:cxnLst/>
              <a:rect l="l" t="t" r="r" b="b"/>
              <a:pathLst>
                <a:path w="9250045" h="1219200">
                  <a:moveTo>
                    <a:pt x="0" y="0"/>
                  </a:moveTo>
                  <a:lnTo>
                    <a:pt x="9249664" y="0"/>
                  </a:lnTo>
                  <a:lnTo>
                    <a:pt x="9249664" y="1219199"/>
                  </a:lnTo>
                  <a:lnTo>
                    <a:pt x="0" y="1219199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94107" y="6166875"/>
            <a:ext cx="9263380" cy="954405"/>
            <a:chOff x="394107" y="6166875"/>
            <a:chExt cx="9263380" cy="954405"/>
          </a:xfrm>
        </p:grpSpPr>
        <p:sp>
          <p:nvSpPr>
            <p:cNvPr id="19" name="object 19"/>
            <p:cNvSpPr/>
            <p:nvPr/>
          </p:nvSpPr>
          <p:spPr>
            <a:xfrm>
              <a:off x="400881" y="6173649"/>
              <a:ext cx="9250045" cy="941069"/>
            </a:xfrm>
            <a:custGeom>
              <a:avLst/>
              <a:gdLst/>
              <a:ahLst/>
              <a:cxnLst/>
              <a:rect l="l" t="t" r="r" b="b"/>
              <a:pathLst>
                <a:path w="9250045" h="941070">
                  <a:moveTo>
                    <a:pt x="9249664" y="0"/>
                  </a:moveTo>
                  <a:lnTo>
                    <a:pt x="0" y="0"/>
                  </a:lnTo>
                  <a:lnTo>
                    <a:pt x="0" y="940526"/>
                  </a:lnTo>
                  <a:lnTo>
                    <a:pt x="9249664" y="940526"/>
                  </a:lnTo>
                  <a:lnTo>
                    <a:pt x="9249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0881" y="6173649"/>
              <a:ext cx="9250045" cy="941069"/>
            </a:xfrm>
            <a:custGeom>
              <a:avLst/>
              <a:gdLst/>
              <a:ahLst/>
              <a:cxnLst/>
              <a:rect l="l" t="t" r="r" b="b"/>
              <a:pathLst>
                <a:path w="9250045" h="941070">
                  <a:moveTo>
                    <a:pt x="0" y="0"/>
                  </a:moveTo>
                  <a:lnTo>
                    <a:pt x="9249664" y="0"/>
                  </a:lnTo>
                  <a:lnTo>
                    <a:pt x="9249664" y="940525"/>
                  </a:lnTo>
                  <a:lnTo>
                    <a:pt x="0" y="940525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627" y="319023"/>
            <a:ext cx="57219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Ty</a:t>
            </a:r>
            <a:r>
              <a:rPr spc="-125" dirty="0"/>
              <a:t>p</a:t>
            </a:r>
            <a:r>
              <a:rPr spc="-120" dirty="0"/>
              <a:t>e</a:t>
            </a:r>
            <a:r>
              <a:rPr dirty="0"/>
              <a:t>s</a:t>
            </a:r>
            <a:r>
              <a:rPr spc="-250" dirty="0"/>
              <a:t> </a:t>
            </a:r>
            <a:r>
              <a:rPr spc="-130" dirty="0"/>
              <a:t>o</a:t>
            </a:r>
            <a:r>
              <a:rPr dirty="0"/>
              <a:t>f</a:t>
            </a:r>
            <a:r>
              <a:rPr spc="-245" dirty="0"/>
              <a:t> </a:t>
            </a:r>
            <a:r>
              <a:rPr spc="-130" dirty="0"/>
              <a:t>D</a:t>
            </a:r>
            <a:r>
              <a:rPr spc="-125" dirty="0"/>
              <a:t>a</a:t>
            </a:r>
            <a:r>
              <a:rPr spc="-120" dirty="0"/>
              <a:t>t</a:t>
            </a:r>
            <a:r>
              <a:rPr spc="-125" dirty="0"/>
              <a:t>abas</a:t>
            </a:r>
            <a:r>
              <a:rPr spc="-12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728" y="1173479"/>
            <a:ext cx="8218805" cy="965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49800" algn="l"/>
              </a:tabLst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Operational</a:t>
            </a:r>
            <a:r>
              <a:rPr sz="23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databases	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Analytical</a:t>
            </a:r>
            <a:r>
              <a:rPr sz="2300" b="1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endParaRPr sz="2300">
              <a:latin typeface="Verdana"/>
              <a:cs typeface="Verdana"/>
            </a:endParaRPr>
          </a:p>
          <a:p>
            <a:pPr marL="501015" indent="-244475">
              <a:lnSpc>
                <a:spcPct val="100000"/>
              </a:lnSpc>
              <a:spcBef>
                <a:spcPts val="2245"/>
              </a:spcBef>
              <a:buClr>
                <a:srgbClr val="292934"/>
              </a:buClr>
              <a:buSzPct val="85000"/>
              <a:buFont typeface="Arial MT"/>
              <a:buChar char="•"/>
              <a:tabLst>
                <a:tab pos="500380" algn="l"/>
                <a:tab pos="501650" algn="l"/>
              </a:tabLst>
            </a:pP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Collect,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Verdana"/>
                <a:cs typeface="Verdana"/>
              </a:rPr>
              <a:t>modify,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maintain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246" y="2394203"/>
            <a:ext cx="4118610" cy="152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00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Backbone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companies</a:t>
            </a:r>
            <a:endParaRPr sz="2000">
              <a:latin typeface="Verdana"/>
              <a:cs typeface="Verdana"/>
            </a:endParaRPr>
          </a:p>
          <a:p>
            <a:pPr marL="255904" marR="5080" indent="-243840">
              <a:lnSpc>
                <a:spcPct val="102000"/>
              </a:lnSpc>
              <a:spcBef>
                <a:spcPts val="2039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dynamic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(i.e.,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change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constantly,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reflect up-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to-the-minute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info)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9707" y="1808988"/>
            <a:ext cx="40932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marR="5080" indent="-243840">
              <a:lnSpc>
                <a:spcPct val="100000"/>
              </a:lnSpc>
              <a:spcBef>
                <a:spcPts val="100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5" dirty="0">
                <a:solidFill>
                  <a:srgbClr val="C00000"/>
                </a:solidFill>
                <a:latin typeface="Verdana"/>
                <a:cs typeface="Verdana"/>
              </a:rPr>
              <a:t>Store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20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track</a:t>
            </a:r>
            <a:r>
              <a:rPr sz="20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historical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time-dependent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9707" y="2699003"/>
            <a:ext cx="4282440" cy="27686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56540" marR="156845" indent="-243840">
              <a:lnSpc>
                <a:spcPct val="101299"/>
              </a:lnSpc>
              <a:spcBef>
                <a:spcPts val="65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Asset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tracking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trends,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viewing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statistical data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over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long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period, making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strategic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business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projections</a:t>
            </a:r>
            <a:endParaRPr sz="2000">
              <a:latin typeface="Verdana"/>
              <a:cs typeface="Verdana"/>
            </a:endParaRPr>
          </a:p>
          <a:p>
            <a:pPr marL="256540" marR="5080" indent="-243840">
              <a:lnSpc>
                <a:spcPct val="101699"/>
              </a:lnSpc>
              <a:spcBef>
                <a:spcPts val="2145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Verdana"/>
                <a:cs typeface="Verdana"/>
              </a:rPr>
              <a:t>static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(i.e.,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never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or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very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rarely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change,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reflect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point-in-time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snapshot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 the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data,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up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date)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6946" y="1256210"/>
            <a:ext cx="0" cy="5887085"/>
          </a:xfrm>
          <a:custGeom>
            <a:avLst/>
            <a:gdLst/>
            <a:ahLst/>
            <a:cxnLst/>
            <a:rect l="l" t="t" r="r" b="b"/>
            <a:pathLst>
              <a:path h="5887084">
                <a:moveTo>
                  <a:pt x="0" y="0"/>
                </a:moveTo>
                <a:lnTo>
                  <a:pt x="1" y="5886994"/>
                </a:lnTo>
              </a:path>
            </a:pathLst>
          </a:custGeom>
          <a:ln w="1015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679723" y="5753158"/>
            <a:ext cx="1857375" cy="533400"/>
            <a:chOff x="1679723" y="5753158"/>
            <a:chExt cx="1857375" cy="533400"/>
          </a:xfrm>
        </p:grpSpPr>
        <p:sp>
          <p:nvSpPr>
            <p:cNvPr id="9" name="object 9"/>
            <p:cNvSpPr/>
            <p:nvPr/>
          </p:nvSpPr>
          <p:spPr>
            <a:xfrm>
              <a:off x="1693816" y="5767251"/>
              <a:ext cx="1828800" cy="505459"/>
            </a:xfrm>
            <a:custGeom>
              <a:avLst/>
              <a:gdLst/>
              <a:ahLst/>
              <a:cxnLst/>
              <a:rect l="l" t="t" r="r" b="b"/>
              <a:pathLst>
                <a:path w="1828800" h="505460">
                  <a:moveTo>
                    <a:pt x="1744615" y="0"/>
                  </a:moveTo>
                  <a:lnTo>
                    <a:pt x="84183" y="0"/>
                  </a:lnTo>
                  <a:lnTo>
                    <a:pt x="51415" y="6615"/>
                  </a:lnTo>
                  <a:lnTo>
                    <a:pt x="24656" y="24657"/>
                  </a:lnTo>
                  <a:lnTo>
                    <a:pt x="6615" y="51416"/>
                  </a:lnTo>
                  <a:lnTo>
                    <a:pt x="0" y="84181"/>
                  </a:lnTo>
                  <a:lnTo>
                    <a:pt x="0" y="420912"/>
                  </a:lnTo>
                  <a:lnTo>
                    <a:pt x="6615" y="453680"/>
                  </a:lnTo>
                  <a:lnTo>
                    <a:pt x="24656" y="480439"/>
                  </a:lnTo>
                  <a:lnTo>
                    <a:pt x="51415" y="498481"/>
                  </a:lnTo>
                  <a:lnTo>
                    <a:pt x="84183" y="505096"/>
                  </a:lnTo>
                  <a:lnTo>
                    <a:pt x="1744615" y="505096"/>
                  </a:lnTo>
                  <a:lnTo>
                    <a:pt x="1777383" y="498481"/>
                  </a:lnTo>
                  <a:lnTo>
                    <a:pt x="1804142" y="480439"/>
                  </a:lnTo>
                  <a:lnTo>
                    <a:pt x="1822184" y="453680"/>
                  </a:lnTo>
                  <a:lnTo>
                    <a:pt x="1828800" y="420912"/>
                  </a:lnTo>
                  <a:lnTo>
                    <a:pt x="1828799" y="84181"/>
                  </a:lnTo>
                  <a:lnTo>
                    <a:pt x="1822184" y="51416"/>
                  </a:lnTo>
                  <a:lnTo>
                    <a:pt x="1804142" y="24657"/>
                  </a:lnTo>
                  <a:lnTo>
                    <a:pt x="1777383" y="6615"/>
                  </a:lnTo>
                  <a:lnTo>
                    <a:pt x="1744615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93816" y="5767251"/>
              <a:ext cx="1828800" cy="505459"/>
            </a:xfrm>
            <a:custGeom>
              <a:avLst/>
              <a:gdLst/>
              <a:ahLst/>
              <a:cxnLst/>
              <a:rect l="l" t="t" r="r" b="b"/>
              <a:pathLst>
                <a:path w="1828800" h="505460">
                  <a:moveTo>
                    <a:pt x="0" y="84184"/>
                  </a:moveTo>
                  <a:lnTo>
                    <a:pt x="6615" y="51415"/>
                  </a:lnTo>
                  <a:lnTo>
                    <a:pt x="24656" y="24656"/>
                  </a:lnTo>
                  <a:lnTo>
                    <a:pt x="51415" y="6615"/>
                  </a:lnTo>
                  <a:lnTo>
                    <a:pt x="84183" y="0"/>
                  </a:lnTo>
                  <a:lnTo>
                    <a:pt x="304799" y="0"/>
                  </a:lnTo>
                  <a:lnTo>
                    <a:pt x="829507" y="0"/>
                  </a:lnTo>
                  <a:lnTo>
                    <a:pt x="761999" y="0"/>
                  </a:lnTo>
                  <a:lnTo>
                    <a:pt x="1744616" y="0"/>
                  </a:lnTo>
                  <a:lnTo>
                    <a:pt x="1777384" y="6615"/>
                  </a:lnTo>
                  <a:lnTo>
                    <a:pt x="1804143" y="24656"/>
                  </a:lnTo>
                  <a:lnTo>
                    <a:pt x="1822184" y="51415"/>
                  </a:lnTo>
                  <a:lnTo>
                    <a:pt x="1828799" y="84184"/>
                  </a:lnTo>
                  <a:lnTo>
                    <a:pt x="1828799" y="210456"/>
                  </a:lnTo>
                  <a:lnTo>
                    <a:pt x="1828799" y="420912"/>
                  </a:lnTo>
                  <a:lnTo>
                    <a:pt x="1822184" y="453680"/>
                  </a:lnTo>
                  <a:lnTo>
                    <a:pt x="1804143" y="480439"/>
                  </a:lnTo>
                  <a:lnTo>
                    <a:pt x="1777384" y="498480"/>
                  </a:lnTo>
                  <a:lnTo>
                    <a:pt x="1744616" y="505096"/>
                  </a:lnTo>
                  <a:lnTo>
                    <a:pt x="761999" y="505096"/>
                  </a:lnTo>
                  <a:lnTo>
                    <a:pt x="304799" y="505096"/>
                  </a:lnTo>
                  <a:lnTo>
                    <a:pt x="84183" y="505096"/>
                  </a:lnTo>
                  <a:lnTo>
                    <a:pt x="51415" y="498480"/>
                  </a:lnTo>
                  <a:lnTo>
                    <a:pt x="24656" y="480439"/>
                  </a:lnTo>
                  <a:lnTo>
                    <a:pt x="6615" y="453680"/>
                  </a:lnTo>
                  <a:lnTo>
                    <a:pt x="0" y="420912"/>
                  </a:lnTo>
                  <a:lnTo>
                    <a:pt x="0" y="210456"/>
                  </a:lnTo>
                  <a:lnTo>
                    <a:pt x="0" y="84182"/>
                  </a:lnTo>
                  <a:close/>
                </a:path>
              </a:pathLst>
            </a:custGeom>
            <a:ln w="28186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07082" y="5860288"/>
            <a:ext cx="12026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Our</a:t>
            </a:r>
            <a:r>
              <a:rPr sz="19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FFFFFF"/>
                </a:solidFill>
                <a:latin typeface="Verdana"/>
                <a:cs typeface="Verdana"/>
              </a:rPr>
              <a:t>focus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499" y="319023"/>
            <a:ext cx="84232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N</a:t>
            </a:r>
            <a:r>
              <a:rPr spc="-125" dirty="0"/>
              <a:t>ee</a:t>
            </a:r>
            <a:r>
              <a:rPr spc="-130" dirty="0"/>
              <a:t>d</a:t>
            </a:r>
            <a:r>
              <a:rPr dirty="0"/>
              <a:t>s</a:t>
            </a:r>
            <a:r>
              <a:rPr spc="-250" dirty="0"/>
              <a:t> </a:t>
            </a:r>
            <a:r>
              <a:rPr spc="-125" dirty="0"/>
              <a:t>fo</a:t>
            </a:r>
            <a:r>
              <a:rPr dirty="0"/>
              <a:t>r</a:t>
            </a:r>
            <a:r>
              <a:rPr spc="-245" dirty="0"/>
              <a:t> </a:t>
            </a:r>
            <a:r>
              <a:rPr spc="-130" dirty="0"/>
              <a:t>Da</a:t>
            </a:r>
            <a:r>
              <a:rPr spc="-125" dirty="0"/>
              <a:t>t</a:t>
            </a:r>
            <a:r>
              <a:rPr dirty="0"/>
              <a:t>a</a:t>
            </a:r>
            <a:r>
              <a:rPr spc="-250" dirty="0"/>
              <a:t> </a:t>
            </a:r>
            <a:r>
              <a:rPr spc="-140" dirty="0"/>
              <a:t>m</a:t>
            </a:r>
            <a:r>
              <a:rPr spc="-130" dirty="0"/>
              <a:t>anag</a:t>
            </a:r>
            <a:r>
              <a:rPr spc="-125" dirty="0"/>
              <a:t>e</a:t>
            </a:r>
            <a:r>
              <a:rPr spc="-140" dirty="0"/>
              <a:t>m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697" y="2113280"/>
            <a:ext cx="9199245" cy="37382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5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Describe real-world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terms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stored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Persist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large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datasets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Efficiently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480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structure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(add,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remove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attributes)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Simultaneously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updates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Recover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failures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80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Ensure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security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and integrity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75"/>
              </a:spcBef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Minimize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endParaRPr sz="2100">
              <a:latin typeface="Verdana"/>
              <a:cs typeface="Verdana"/>
            </a:endParaRPr>
          </a:p>
          <a:p>
            <a:pPr marL="318770">
              <a:lnSpc>
                <a:spcPct val="100000"/>
              </a:lnSpc>
              <a:spcBef>
                <a:spcPts val="2014"/>
              </a:spcBef>
            </a:pPr>
            <a:r>
              <a:rPr sz="2100" b="1" spc="20" dirty="0">
                <a:solidFill>
                  <a:srgbClr val="292934"/>
                </a:solidFill>
                <a:latin typeface="Verdana"/>
                <a:cs typeface="Verdana"/>
              </a:rPr>
              <a:t>Why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want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minimize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databases?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2565" y="5974747"/>
            <a:ext cx="7589520" cy="10191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241935" algn="l"/>
              </a:tabLst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Save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space,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save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cost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4"/>
              </a:spcBef>
              <a:tabLst>
                <a:tab pos="241935" algn="l"/>
              </a:tabLst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updating/deleting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0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places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--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consistency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tabLst>
                <a:tab pos="241935" algn="l"/>
              </a:tabLst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•	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Prevent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being corrupt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1095" y="5919622"/>
            <a:ext cx="8050530" cy="1161415"/>
            <a:chOff x="931095" y="5919622"/>
            <a:chExt cx="8050530" cy="1161415"/>
          </a:xfrm>
        </p:grpSpPr>
        <p:sp>
          <p:nvSpPr>
            <p:cNvPr id="6" name="object 6"/>
            <p:cNvSpPr/>
            <p:nvPr/>
          </p:nvSpPr>
          <p:spPr>
            <a:xfrm>
              <a:off x="936175" y="5924702"/>
              <a:ext cx="8040370" cy="1151255"/>
            </a:xfrm>
            <a:custGeom>
              <a:avLst/>
              <a:gdLst/>
              <a:ahLst/>
              <a:cxnLst/>
              <a:rect l="l" t="t" r="r" b="b"/>
              <a:pathLst>
                <a:path w="8040370" h="1151254">
                  <a:moveTo>
                    <a:pt x="8039752" y="0"/>
                  </a:moveTo>
                  <a:lnTo>
                    <a:pt x="0" y="0"/>
                  </a:lnTo>
                  <a:lnTo>
                    <a:pt x="0" y="1150924"/>
                  </a:lnTo>
                  <a:lnTo>
                    <a:pt x="8039752" y="1150924"/>
                  </a:lnTo>
                  <a:lnTo>
                    <a:pt x="8039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6175" y="5924702"/>
              <a:ext cx="8040370" cy="1151255"/>
            </a:xfrm>
            <a:custGeom>
              <a:avLst/>
              <a:gdLst/>
              <a:ahLst/>
              <a:cxnLst/>
              <a:rect l="l" t="t" r="r" b="b"/>
              <a:pathLst>
                <a:path w="8040370" h="1151254">
                  <a:moveTo>
                    <a:pt x="0" y="0"/>
                  </a:moveTo>
                  <a:lnTo>
                    <a:pt x="8039752" y="0"/>
                  </a:lnTo>
                  <a:lnTo>
                    <a:pt x="8039752" y="1150924"/>
                  </a:lnTo>
                  <a:lnTo>
                    <a:pt x="0" y="115092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66800" y="1021080"/>
            <a:ext cx="8366759" cy="1405255"/>
            <a:chOff x="1066800" y="1021080"/>
            <a:chExt cx="8366759" cy="14052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1021080"/>
              <a:ext cx="8366759" cy="11094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471" y="1216152"/>
              <a:ext cx="8266176" cy="121005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548823" y="1231844"/>
            <a:ext cx="7287259" cy="81026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2065" algn="ctr">
              <a:lnSpc>
                <a:spcPts val="2510"/>
              </a:lnSpc>
              <a:spcBef>
                <a:spcPts val="58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persistent.</a:t>
            </a:r>
            <a:endParaRPr sz="2100">
              <a:latin typeface="Verdana"/>
              <a:cs typeface="Verdana"/>
            </a:endParaRPr>
          </a:p>
          <a:p>
            <a:pPr marL="9525" algn="ctr">
              <a:lnSpc>
                <a:spcPts val="2510"/>
              </a:lnSpc>
            </a:pP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However,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large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can’t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fit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memory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186" y="364236"/>
            <a:ext cx="94551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75" dirty="0"/>
              <a:t>Early</a:t>
            </a:r>
            <a:r>
              <a:rPr sz="3800" spc="-195" dirty="0"/>
              <a:t> </a:t>
            </a:r>
            <a:r>
              <a:rPr sz="3800" spc="-75" dirty="0"/>
              <a:t>Attempt</a:t>
            </a:r>
            <a:r>
              <a:rPr sz="3800" spc="-200" dirty="0"/>
              <a:t> </a:t>
            </a:r>
            <a:r>
              <a:rPr sz="3800" dirty="0"/>
              <a:t>…</a:t>
            </a:r>
            <a:r>
              <a:rPr sz="3800" spc="-170" dirty="0"/>
              <a:t> </a:t>
            </a:r>
            <a:r>
              <a:rPr sz="3800" spc="-50" dirty="0"/>
              <a:t>to</a:t>
            </a:r>
            <a:r>
              <a:rPr sz="3800" spc="-190" dirty="0"/>
              <a:t> </a:t>
            </a:r>
            <a:r>
              <a:rPr sz="3800" spc="-80" dirty="0"/>
              <a:t>Relational</a:t>
            </a:r>
            <a:r>
              <a:rPr sz="3800" spc="-204" dirty="0"/>
              <a:t> </a:t>
            </a:r>
            <a:r>
              <a:rPr sz="3800" spc="-65" dirty="0"/>
              <a:t>Model</a:t>
            </a:r>
            <a:endParaRPr sz="38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89880" indent="-229235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5390515" algn="l"/>
                <a:tab pos="5391150" algn="l"/>
              </a:tabLst>
            </a:pPr>
            <a:r>
              <a:rPr spc="-5" dirty="0"/>
              <a:t>Rely</a:t>
            </a:r>
            <a:r>
              <a:rPr spc="15" dirty="0"/>
              <a:t> </a:t>
            </a:r>
            <a:r>
              <a:rPr spc="5" dirty="0"/>
              <a:t>on</a:t>
            </a:r>
            <a:r>
              <a:rPr spc="10" dirty="0"/>
              <a:t> </a:t>
            </a:r>
            <a:r>
              <a:rPr spc="5" dirty="0"/>
              <a:t>file </a:t>
            </a:r>
            <a:r>
              <a:rPr spc="10" dirty="0"/>
              <a:t>systems</a:t>
            </a:r>
          </a:p>
          <a:p>
            <a:pPr marL="5389880" marR="5080" indent="-229235">
              <a:lnSpc>
                <a:spcPts val="2400"/>
              </a:lnSpc>
              <a:spcBef>
                <a:spcPts val="2240"/>
              </a:spcBef>
              <a:buSzPct val="85714"/>
              <a:buFont typeface="Arial MT"/>
              <a:buChar char="•"/>
              <a:tabLst>
                <a:tab pos="5390515" algn="l"/>
                <a:tab pos="5391150" algn="l"/>
              </a:tabLst>
            </a:pPr>
            <a:r>
              <a:rPr spc="10" dirty="0"/>
              <a:t>Programmers</a:t>
            </a:r>
            <a:r>
              <a:rPr spc="-25" dirty="0"/>
              <a:t> </a:t>
            </a:r>
            <a:r>
              <a:rPr spc="15" dirty="0"/>
              <a:t>must</a:t>
            </a:r>
            <a:r>
              <a:rPr spc="-25" dirty="0"/>
              <a:t> </a:t>
            </a:r>
            <a:r>
              <a:rPr spc="10" dirty="0"/>
              <a:t>visualize </a:t>
            </a:r>
            <a:r>
              <a:rPr spc="-720" dirty="0"/>
              <a:t> </a:t>
            </a:r>
            <a:r>
              <a:rPr spc="10" dirty="0"/>
              <a:t>data</a:t>
            </a:r>
            <a:r>
              <a:rPr spc="15" dirty="0"/>
              <a:t> much </a:t>
            </a:r>
            <a:r>
              <a:rPr spc="5" dirty="0"/>
              <a:t>as</a:t>
            </a:r>
            <a:r>
              <a:rPr spc="15" dirty="0"/>
              <a:t> </a:t>
            </a:r>
            <a:r>
              <a:rPr spc="10" dirty="0"/>
              <a:t>they</a:t>
            </a:r>
            <a:r>
              <a:rPr spc="20" dirty="0"/>
              <a:t> </a:t>
            </a:r>
            <a:r>
              <a:rPr spc="10" dirty="0"/>
              <a:t>were </a:t>
            </a:r>
            <a:r>
              <a:rPr spc="15" dirty="0"/>
              <a:t> </a:t>
            </a:r>
            <a:r>
              <a:rPr spc="10" dirty="0"/>
              <a:t>stored</a:t>
            </a:r>
          </a:p>
          <a:p>
            <a:pPr marL="5389880" marR="190500" indent="-229235">
              <a:lnSpc>
                <a:spcPct val="96500"/>
              </a:lnSpc>
              <a:spcBef>
                <a:spcPts val="2120"/>
              </a:spcBef>
              <a:buSzPct val="85714"/>
              <a:buFont typeface="Arial MT"/>
              <a:buChar char="•"/>
              <a:tabLst>
                <a:tab pos="5390515" algn="l"/>
                <a:tab pos="5391150" algn="l"/>
                <a:tab pos="7162165" algn="l"/>
              </a:tabLst>
            </a:pPr>
            <a:r>
              <a:rPr spc="10" dirty="0"/>
              <a:t>Use </a:t>
            </a:r>
            <a:r>
              <a:rPr dirty="0"/>
              <a:t>several </a:t>
            </a:r>
            <a:r>
              <a:rPr spc="10" dirty="0"/>
              <a:t>different data </a:t>
            </a:r>
            <a:r>
              <a:rPr spc="15" dirty="0"/>
              <a:t> models </a:t>
            </a:r>
            <a:r>
              <a:rPr spc="5" dirty="0"/>
              <a:t>for </a:t>
            </a:r>
            <a:r>
              <a:rPr spc="10" dirty="0"/>
              <a:t>describing </a:t>
            </a:r>
            <a:r>
              <a:rPr spc="5" dirty="0"/>
              <a:t>the </a:t>
            </a:r>
            <a:r>
              <a:rPr spc="10" dirty="0"/>
              <a:t> structure</a:t>
            </a:r>
            <a:r>
              <a:rPr spc="20" dirty="0"/>
              <a:t> </a:t>
            </a:r>
            <a:r>
              <a:rPr spc="5" dirty="0"/>
              <a:t>of	</a:t>
            </a:r>
            <a:r>
              <a:rPr spc="10" dirty="0"/>
              <a:t>information</a:t>
            </a:r>
            <a:r>
              <a:rPr spc="-40" dirty="0"/>
              <a:t> </a:t>
            </a:r>
            <a:r>
              <a:rPr dirty="0"/>
              <a:t>in </a:t>
            </a:r>
            <a:r>
              <a:rPr spc="-7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10" dirty="0"/>
              <a:t>DB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897879"/>
            <a:ext cx="9753600" cy="9662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6741" y="5889167"/>
            <a:ext cx="8771890" cy="63119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205"/>
              </a:spcBef>
            </a:pPr>
            <a:r>
              <a:rPr sz="2100" spc="-60" dirty="0">
                <a:solidFill>
                  <a:srgbClr val="292934"/>
                </a:solidFill>
                <a:latin typeface="Verdana"/>
                <a:cs typeface="Verdana"/>
              </a:rPr>
              <a:t>Ted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Codd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introduced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based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”</a:t>
            </a:r>
            <a:r>
              <a:rPr sz="2100" b="1" spc="20" dirty="0">
                <a:solidFill>
                  <a:srgbClr val="C00000"/>
                </a:solidFill>
                <a:latin typeface="Verdana"/>
                <a:cs typeface="Verdana"/>
              </a:rPr>
              <a:t>relations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”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9784" y="6981952"/>
            <a:ext cx="83191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[Codd,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E.F.,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292934"/>
                </a:solidFill>
                <a:latin typeface="Verdana"/>
                <a:cs typeface="Verdana"/>
              </a:rPr>
              <a:t>“A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relational model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for large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shared data 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banks,”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Comm.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ACM,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13:6,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pp.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377-387,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1970]</a:t>
            </a:r>
            <a:endParaRPr sz="13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324" y="1325878"/>
            <a:ext cx="5183252" cy="320475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614513" y="5369973"/>
            <a:ext cx="847090" cy="394335"/>
            <a:chOff x="4614513" y="5369973"/>
            <a:chExt cx="847090" cy="394335"/>
          </a:xfrm>
        </p:grpSpPr>
        <p:sp>
          <p:nvSpPr>
            <p:cNvPr id="9" name="object 9"/>
            <p:cNvSpPr/>
            <p:nvPr/>
          </p:nvSpPr>
          <p:spPr>
            <a:xfrm>
              <a:off x="4628606" y="5384067"/>
              <a:ext cx="819150" cy="365760"/>
            </a:xfrm>
            <a:custGeom>
              <a:avLst/>
              <a:gdLst/>
              <a:ahLst/>
              <a:cxnLst/>
              <a:rect l="l" t="t" r="r" b="b"/>
              <a:pathLst>
                <a:path w="819150" h="365760">
                  <a:moveTo>
                    <a:pt x="613953" y="0"/>
                  </a:moveTo>
                  <a:lnTo>
                    <a:pt x="204650" y="0"/>
                  </a:lnTo>
                  <a:lnTo>
                    <a:pt x="204650" y="222067"/>
                  </a:lnTo>
                  <a:lnTo>
                    <a:pt x="0" y="222067"/>
                  </a:lnTo>
                  <a:lnTo>
                    <a:pt x="409301" y="365758"/>
                  </a:lnTo>
                  <a:lnTo>
                    <a:pt x="818605" y="222067"/>
                  </a:lnTo>
                  <a:lnTo>
                    <a:pt x="613953" y="222067"/>
                  </a:lnTo>
                  <a:lnTo>
                    <a:pt x="613953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28606" y="5384067"/>
              <a:ext cx="819150" cy="365760"/>
            </a:xfrm>
            <a:custGeom>
              <a:avLst/>
              <a:gdLst/>
              <a:ahLst/>
              <a:cxnLst/>
              <a:rect l="l" t="t" r="r" b="b"/>
              <a:pathLst>
                <a:path w="819150" h="365760">
                  <a:moveTo>
                    <a:pt x="0" y="222067"/>
                  </a:moveTo>
                  <a:lnTo>
                    <a:pt x="204651" y="222067"/>
                  </a:lnTo>
                  <a:lnTo>
                    <a:pt x="204651" y="0"/>
                  </a:lnTo>
                  <a:lnTo>
                    <a:pt x="613954" y="0"/>
                  </a:lnTo>
                  <a:lnTo>
                    <a:pt x="613954" y="222067"/>
                  </a:lnTo>
                  <a:lnTo>
                    <a:pt x="818605" y="222067"/>
                  </a:lnTo>
                  <a:lnTo>
                    <a:pt x="409302" y="365759"/>
                  </a:lnTo>
                  <a:lnTo>
                    <a:pt x="0" y="222067"/>
                  </a:lnTo>
                  <a:close/>
                </a:path>
              </a:pathLst>
            </a:custGeom>
            <a:ln w="28186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76496" y="4684267"/>
            <a:ext cx="689610" cy="598170"/>
          </a:xfrm>
          <a:prstGeom prst="rect">
            <a:avLst/>
          </a:prstGeom>
        </p:spPr>
        <p:txBody>
          <a:bodyPr vert="vert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b="1" dirty="0">
                <a:solidFill>
                  <a:srgbClr val="0070C0"/>
                </a:solidFill>
                <a:latin typeface="Verdana"/>
                <a:cs typeface="Verdana"/>
              </a:rPr>
              <a:t>…</a:t>
            </a:r>
            <a:endParaRPr sz="4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686" y="282447"/>
            <a:ext cx="90785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</a:t>
            </a:r>
            <a:r>
              <a:rPr spc="-125" dirty="0"/>
              <a:t>a</a:t>
            </a:r>
            <a:r>
              <a:rPr spc="-120" dirty="0"/>
              <a:t>t</a:t>
            </a:r>
            <a:r>
              <a:rPr spc="-125" dirty="0"/>
              <a:t>a</a:t>
            </a:r>
            <a:r>
              <a:rPr spc="-130" dirty="0"/>
              <a:t>b</a:t>
            </a:r>
            <a:r>
              <a:rPr spc="-125" dirty="0"/>
              <a:t>a</a:t>
            </a:r>
            <a:r>
              <a:rPr spc="-130" dirty="0"/>
              <a:t>s</a:t>
            </a:r>
            <a:r>
              <a:rPr dirty="0"/>
              <a:t>e</a:t>
            </a:r>
            <a:r>
              <a:rPr spc="-245" dirty="0"/>
              <a:t> </a:t>
            </a:r>
            <a:r>
              <a:rPr spc="-145" dirty="0"/>
              <a:t>M</a:t>
            </a:r>
            <a:r>
              <a:rPr spc="-125" dirty="0"/>
              <a:t>a</a:t>
            </a:r>
            <a:r>
              <a:rPr spc="-135" dirty="0"/>
              <a:t>n</a:t>
            </a:r>
            <a:r>
              <a:rPr spc="-130" dirty="0"/>
              <a:t>ag</a:t>
            </a:r>
            <a:r>
              <a:rPr spc="-125" dirty="0"/>
              <a:t>e</a:t>
            </a:r>
            <a:r>
              <a:rPr spc="-140" dirty="0"/>
              <a:t>m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dirty="0"/>
              <a:t>t</a:t>
            </a:r>
            <a:r>
              <a:rPr spc="-250" dirty="0"/>
              <a:t> </a:t>
            </a:r>
            <a:r>
              <a:rPr spc="-140" dirty="0"/>
              <a:t>S</a:t>
            </a:r>
            <a:r>
              <a:rPr spc="-135" dirty="0"/>
              <a:t>y</a:t>
            </a:r>
            <a:r>
              <a:rPr spc="-130" dirty="0"/>
              <a:t>s</a:t>
            </a:r>
            <a:r>
              <a:rPr spc="-120" dirty="0"/>
              <a:t>t</a:t>
            </a:r>
            <a:r>
              <a:rPr spc="-125" dirty="0"/>
              <a:t>e</a:t>
            </a:r>
            <a:r>
              <a:rPr dirty="0"/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489" y="1022289"/>
            <a:ext cx="8952865" cy="2308225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300" b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b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DBMS?</a:t>
            </a:r>
            <a:endParaRPr sz="2300">
              <a:latin typeface="Verdana"/>
              <a:cs typeface="Verdana"/>
            </a:endParaRPr>
          </a:p>
          <a:p>
            <a:pPr marL="501015" marR="5080" indent="-243840">
              <a:lnSpc>
                <a:spcPct val="103800"/>
              </a:lnSpc>
              <a:spcBef>
                <a:spcPts val="1230"/>
              </a:spcBef>
              <a:buFont typeface="Arial MT"/>
              <a:buChar char="•"/>
              <a:tabLst>
                <a:tab pos="500380" algn="l"/>
                <a:tab pos="50165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Software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create,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manage,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maintain,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persist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over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periods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500">
              <a:latin typeface="Verdana"/>
              <a:cs typeface="Verdana"/>
            </a:endParaRPr>
          </a:p>
          <a:p>
            <a:pPr marL="501015" indent="-244475">
              <a:lnSpc>
                <a:spcPct val="100000"/>
              </a:lnSpc>
              <a:spcBef>
                <a:spcPts val="1740"/>
              </a:spcBef>
              <a:buFont typeface="Arial MT"/>
              <a:buChar char="•"/>
              <a:tabLst>
                <a:tab pos="500380" algn="l"/>
                <a:tab pos="50165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Manage: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engine,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5783" y="3650488"/>
            <a:ext cx="332105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71475" marR="5080" indent="-359410">
              <a:lnSpc>
                <a:spcPct val="101099"/>
              </a:lnSpc>
              <a:spcBef>
                <a:spcPts val="75"/>
              </a:spcBef>
            </a:pPr>
            <a:r>
              <a:rPr sz="1900" spc="10" dirty="0">
                <a:solidFill>
                  <a:srgbClr val="7B23AA"/>
                </a:solidFill>
                <a:latin typeface="Verdana"/>
                <a:cs typeface="Verdana"/>
              </a:rPr>
              <a:t>Allow</a:t>
            </a:r>
            <a:r>
              <a:rPr sz="1900" spc="40" dirty="0">
                <a:solidFill>
                  <a:srgbClr val="7B23AA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7B23AA"/>
                </a:solidFill>
                <a:latin typeface="Verdana"/>
                <a:cs typeface="Verdana"/>
              </a:rPr>
              <a:t>data</a:t>
            </a:r>
            <a:r>
              <a:rPr sz="1900" spc="25" dirty="0">
                <a:solidFill>
                  <a:srgbClr val="7B23AA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7B23AA"/>
                </a:solidFill>
                <a:latin typeface="Verdana"/>
                <a:cs typeface="Verdana"/>
              </a:rPr>
              <a:t>to</a:t>
            </a:r>
            <a:r>
              <a:rPr sz="1900" spc="30" dirty="0">
                <a:solidFill>
                  <a:srgbClr val="7B23AA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7B23AA"/>
                </a:solidFill>
                <a:latin typeface="Verdana"/>
                <a:cs typeface="Verdana"/>
              </a:rPr>
              <a:t>be</a:t>
            </a:r>
            <a:r>
              <a:rPr sz="1900" spc="35" dirty="0">
                <a:solidFill>
                  <a:srgbClr val="7B23AA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7B23AA"/>
                </a:solidFill>
                <a:latin typeface="Verdana"/>
                <a:cs typeface="Verdana"/>
              </a:rPr>
              <a:t>accessed, </a:t>
            </a:r>
            <a:r>
              <a:rPr sz="1900" spc="-655" dirty="0">
                <a:solidFill>
                  <a:srgbClr val="7B23AA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7B23AA"/>
                </a:solidFill>
                <a:latin typeface="Verdana"/>
                <a:cs typeface="Verdana"/>
              </a:rPr>
              <a:t>locked, </a:t>
            </a:r>
            <a:r>
              <a:rPr sz="1900" spc="10" dirty="0">
                <a:solidFill>
                  <a:srgbClr val="7B23AA"/>
                </a:solidFill>
                <a:latin typeface="Verdana"/>
                <a:cs typeface="Verdana"/>
              </a:rPr>
              <a:t>and</a:t>
            </a:r>
            <a:r>
              <a:rPr sz="1900" spc="35" dirty="0">
                <a:solidFill>
                  <a:srgbClr val="7B23AA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7B23AA"/>
                </a:solidFill>
                <a:latin typeface="Verdana"/>
                <a:cs typeface="Verdana"/>
              </a:rPr>
              <a:t>modified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5343" y="3650488"/>
            <a:ext cx="270319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6235" marR="5080" indent="-344170">
              <a:lnSpc>
                <a:spcPct val="101099"/>
              </a:lnSpc>
              <a:spcBef>
                <a:spcPts val="75"/>
              </a:spcBef>
            </a:pPr>
            <a:r>
              <a:rPr sz="1900" spc="15" dirty="0">
                <a:solidFill>
                  <a:srgbClr val="011EAA"/>
                </a:solidFill>
                <a:latin typeface="Verdana"/>
                <a:cs typeface="Verdana"/>
              </a:rPr>
              <a:t>Define </a:t>
            </a:r>
            <a:r>
              <a:rPr sz="1900" spc="10" dirty="0">
                <a:solidFill>
                  <a:srgbClr val="011EAA"/>
                </a:solidFill>
                <a:latin typeface="Verdana"/>
                <a:cs typeface="Verdana"/>
              </a:rPr>
              <a:t>the database’s </a:t>
            </a:r>
            <a:r>
              <a:rPr sz="1900" spc="-655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011EAA"/>
                </a:solidFill>
                <a:latin typeface="Verdana"/>
                <a:cs typeface="Verdana"/>
              </a:rPr>
              <a:t>logical</a:t>
            </a:r>
            <a:r>
              <a:rPr sz="1900" spc="20" dirty="0">
                <a:solidFill>
                  <a:srgbClr val="011EAA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011EAA"/>
                </a:solidFill>
                <a:latin typeface="Verdana"/>
                <a:cs typeface="Verdana"/>
              </a:rPr>
              <a:t>structure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23591" y="2944705"/>
            <a:ext cx="8520430" cy="2868295"/>
            <a:chOff x="923591" y="2944705"/>
            <a:chExt cx="8520430" cy="2868295"/>
          </a:xfrm>
        </p:grpSpPr>
        <p:sp>
          <p:nvSpPr>
            <p:cNvPr id="7" name="object 7"/>
            <p:cNvSpPr/>
            <p:nvPr/>
          </p:nvSpPr>
          <p:spPr>
            <a:xfrm>
              <a:off x="3141181" y="3344873"/>
              <a:ext cx="2204720" cy="0"/>
            </a:xfrm>
            <a:custGeom>
              <a:avLst/>
              <a:gdLst/>
              <a:ahLst/>
              <a:cxnLst/>
              <a:rect l="l" t="t" r="r" b="b"/>
              <a:pathLst>
                <a:path w="2204720">
                  <a:moveTo>
                    <a:pt x="0" y="0"/>
                  </a:moveTo>
                  <a:lnTo>
                    <a:pt x="2204312" y="1"/>
                  </a:lnTo>
                </a:path>
              </a:pathLst>
            </a:custGeom>
            <a:ln w="20319">
              <a:solidFill>
                <a:srgbClr val="7B23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50525" y="3344873"/>
              <a:ext cx="0" cy="351155"/>
            </a:xfrm>
            <a:custGeom>
              <a:avLst/>
              <a:gdLst/>
              <a:ahLst/>
              <a:cxnLst/>
              <a:rect l="l" t="t" r="r" b="b"/>
              <a:pathLst>
                <a:path h="351154">
                  <a:moveTo>
                    <a:pt x="0" y="0"/>
                  </a:moveTo>
                  <a:lnTo>
                    <a:pt x="1" y="351129"/>
                  </a:lnTo>
                </a:path>
              </a:pathLst>
            </a:custGeom>
            <a:ln w="20319">
              <a:solidFill>
                <a:srgbClr val="7B23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63323" y="3344873"/>
              <a:ext cx="2419350" cy="0"/>
            </a:xfrm>
            <a:custGeom>
              <a:avLst/>
              <a:gdLst/>
              <a:ahLst/>
              <a:cxnLst/>
              <a:rect l="l" t="t" r="r" b="b"/>
              <a:pathLst>
                <a:path w="2419350">
                  <a:moveTo>
                    <a:pt x="0" y="0"/>
                  </a:moveTo>
                  <a:lnTo>
                    <a:pt x="2418892" y="1"/>
                  </a:lnTo>
                </a:path>
              </a:pathLst>
            </a:custGeom>
            <a:ln w="20319">
              <a:solidFill>
                <a:srgbClr val="011E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88923" y="3344873"/>
              <a:ext cx="0" cy="351155"/>
            </a:xfrm>
            <a:custGeom>
              <a:avLst/>
              <a:gdLst/>
              <a:ahLst/>
              <a:cxnLst/>
              <a:rect l="l" t="t" r="r" b="b"/>
              <a:pathLst>
                <a:path h="351154">
                  <a:moveTo>
                    <a:pt x="0" y="0"/>
                  </a:moveTo>
                  <a:lnTo>
                    <a:pt x="1" y="351129"/>
                  </a:lnTo>
                </a:path>
              </a:pathLst>
            </a:custGeom>
            <a:ln w="20319">
              <a:solidFill>
                <a:srgbClr val="011E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364" y="2951478"/>
              <a:ext cx="8507095" cy="1395095"/>
            </a:xfrm>
            <a:custGeom>
              <a:avLst/>
              <a:gdLst/>
              <a:ahLst/>
              <a:cxnLst/>
              <a:rect l="l" t="t" r="r" b="b"/>
              <a:pathLst>
                <a:path w="8507095" h="1395095">
                  <a:moveTo>
                    <a:pt x="0" y="0"/>
                  </a:moveTo>
                  <a:lnTo>
                    <a:pt x="8506764" y="0"/>
                  </a:lnTo>
                  <a:lnTo>
                    <a:pt x="8506764" y="1394764"/>
                  </a:lnTo>
                  <a:lnTo>
                    <a:pt x="0" y="1394764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4264151"/>
              <a:ext cx="8366759" cy="12222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472" y="4480559"/>
              <a:ext cx="8266176" cy="13319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66241" y="4495798"/>
            <a:ext cx="7287259" cy="89408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1275715" marR="306070" indent="-953135">
              <a:lnSpc>
                <a:spcPct val="103800"/>
              </a:lnSpc>
              <a:spcBef>
                <a:spcPts val="85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Provide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concurrency,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security,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integrity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uniform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administration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procedures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5902" y="5833925"/>
            <a:ext cx="8873490" cy="817244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Examples:</a:t>
            </a:r>
            <a:endParaRPr sz="2100">
              <a:latin typeface="Verdana"/>
              <a:cs typeface="Verdana"/>
            </a:endParaRPr>
          </a:p>
          <a:p>
            <a:pPr marL="438784">
              <a:lnSpc>
                <a:spcPct val="100000"/>
              </a:lnSpc>
              <a:spcBef>
                <a:spcPts val="680"/>
              </a:spcBef>
            </a:pP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MySQL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SQLite,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MongoDB,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PostgreSQL,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Oracle,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DB2,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MS-SQL,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Derby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3707" y="319023"/>
            <a:ext cx="49472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DB</a:t>
            </a:r>
            <a:r>
              <a:rPr spc="-145" dirty="0"/>
              <a:t>M</a:t>
            </a:r>
            <a:r>
              <a:rPr dirty="0"/>
              <a:t>S</a:t>
            </a:r>
            <a:r>
              <a:rPr spc="-260" dirty="0"/>
              <a:t> </a:t>
            </a:r>
            <a:r>
              <a:rPr spc="-125" dirty="0"/>
              <a:t>Pr</a:t>
            </a:r>
            <a:r>
              <a:rPr spc="-130" dirty="0"/>
              <a:t>o</a:t>
            </a:r>
            <a:r>
              <a:rPr spc="-125" dirty="0"/>
              <a:t>per</a:t>
            </a:r>
            <a:r>
              <a:rPr spc="-120" dirty="0"/>
              <a:t>t</a:t>
            </a:r>
            <a:r>
              <a:rPr spc="-125" dirty="0"/>
              <a:t>ie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697" y="1192784"/>
            <a:ext cx="8999855" cy="2361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Queryable: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Provide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way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ask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questions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retrieve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05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Durable: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Ensure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safety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information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persists)</a:t>
            </a:r>
            <a:endParaRPr sz="2100">
              <a:latin typeface="Verdana"/>
              <a:cs typeface="Verdana"/>
            </a:endParaRPr>
          </a:p>
          <a:p>
            <a:pPr marL="744855" lvl="1" indent="-314325">
              <a:lnSpc>
                <a:spcPct val="100000"/>
              </a:lnSpc>
              <a:spcBef>
                <a:spcPts val="580"/>
              </a:spcBef>
              <a:buSzPct val="84210"/>
              <a:buFont typeface="Arial MT"/>
              <a:buChar char="•"/>
              <a:tabLst>
                <a:tab pos="744220" algn="l"/>
                <a:tab pos="74549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In-memory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trade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durability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speed?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22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Have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schema: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Define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storage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information</a:t>
            </a:r>
            <a:endParaRPr sz="2100">
              <a:latin typeface="Verdana"/>
              <a:cs typeface="Verdana"/>
            </a:endParaRPr>
          </a:p>
          <a:p>
            <a:pPr marL="730885" lvl="1" indent="-294005">
              <a:lnSpc>
                <a:spcPct val="100000"/>
              </a:lnSpc>
              <a:spcBef>
                <a:spcPts val="490"/>
              </a:spcBef>
              <a:buSzPct val="84210"/>
              <a:buFont typeface="Arial MT"/>
              <a:buChar char="•"/>
              <a:tabLst>
                <a:tab pos="730885" algn="l"/>
                <a:tab pos="73152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What about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Semi-structured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DB?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697" y="3790000"/>
            <a:ext cx="4587240" cy="7912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4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No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redundancy: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Reduce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space</a:t>
            </a:r>
            <a:endParaRPr sz="2100">
              <a:latin typeface="Verdana"/>
              <a:cs typeface="Verdana"/>
            </a:endParaRPr>
          </a:p>
          <a:p>
            <a:pPr marL="730885" lvl="1" indent="-278130">
              <a:lnSpc>
                <a:spcPct val="100000"/>
              </a:lnSpc>
              <a:spcBef>
                <a:spcPts val="585"/>
              </a:spcBef>
              <a:buSzPct val="84210"/>
              <a:buFont typeface="Arial MT"/>
              <a:buChar char="•"/>
              <a:tabLst>
                <a:tab pos="730885" algn="l"/>
                <a:tab pos="73152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Indexes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trade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space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speed?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697" y="4833700"/>
            <a:ext cx="8809355" cy="179323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4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Optimizes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queries: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run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faster</a:t>
            </a:r>
            <a:endParaRPr sz="2100">
              <a:latin typeface="Verdana"/>
              <a:cs typeface="Verdana"/>
            </a:endParaRPr>
          </a:p>
          <a:p>
            <a:pPr marL="730885" lvl="1" indent="-278130">
              <a:lnSpc>
                <a:spcPct val="100000"/>
              </a:lnSpc>
              <a:spcBef>
                <a:spcPts val="484"/>
              </a:spcBef>
              <a:buSzPct val="84210"/>
              <a:buFont typeface="Arial MT"/>
              <a:buChar char="•"/>
              <a:tabLst>
                <a:tab pos="730885" algn="l"/>
                <a:tab pos="731520" algn="l"/>
              </a:tabLst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complex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queries?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NoSQL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“WYSIWYG”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flavor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22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Handle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concurrent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transactions: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Manage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engine</a:t>
            </a:r>
            <a:endParaRPr sz="2100">
              <a:latin typeface="Verdana"/>
              <a:cs typeface="Verdana"/>
            </a:endParaRPr>
          </a:p>
          <a:p>
            <a:pPr marL="730885" lvl="1" indent="-278130">
              <a:lnSpc>
                <a:spcPct val="100000"/>
              </a:lnSpc>
              <a:spcBef>
                <a:spcPts val="585"/>
              </a:spcBef>
              <a:buSzPct val="84210"/>
              <a:buFont typeface="Arial MT"/>
              <a:buChar char="•"/>
              <a:tabLst>
                <a:tab pos="730885" algn="l"/>
                <a:tab pos="731520" algn="l"/>
              </a:tabLst>
            </a:pP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Turn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off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serialization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speed?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69864" y="3419855"/>
            <a:ext cx="4002404" cy="1527175"/>
            <a:chOff x="5769864" y="3419855"/>
            <a:chExt cx="4002404" cy="1527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9864" y="3419855"/>
              <a:ext cx="4002024" cy="12313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3608831"/>
              <a:ext cx="3904488" cy="133807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13393" y="3659771"/>
            <a:ext cx="3427729" cy="89408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95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Difficult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achieve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endParaRPr sz="2100">
              <a:latin typeface="Verdana"/>
              <a:cs typeface="Verdana"/>
            </a:endParaRPr>
          </a:p>
          <a:p>
            <a:pPr marL="173355">
              <a:lnSpc>
                <a:spcPct val="100000"/>
              </a:lnSpc>
              <a:spcBef>
                <a:spcPts val="7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balance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tradeoff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1312" y="319023"/>
            <a:ext cx="851789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Key</a:t>
            </a:r>
            <a:r>
              <a:rPr spc="-275" dirty="0"/>
              <a:t> </a:t>
            </a:r>
            <a:r>
              <a:rPr spc="-105" dirty="0"/>
              <a:t>Roles</a:t>
            </a:r>
            <a:r>
              <a:rPr spc="-260" dirty="0"/>
              <a:t> </a:t>
            </a:r>
            <a:r>
              <a:rPr spc="-65" dirty="0"/>
              <a:t>in</a:t>
            </a:r>
            <a:r>
              <a:rPr spc="-270" dirty="0"/>
              <a:t> </a:t>
            </a:r>
            <a:r>
              <a:rPr spc="-65" dirty="0"/>
              <a:t>DB</a:t>
            </a:r>
            <a:r>
              <a:rPr spc="-265" dirty="0"/>
              <a:t> </a:t>
            </a:r>
            <a:r>
              <a:rPr spc="-135" dirty="0"/>
              <a:t>Environment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4697" y="1192784"/>
            <a:ext cx="8699500" cy="405511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1300" marR="210820" indent="-229235">
              <a:lnSpc>
                <a:spcPts val="2400"/>
              </a:lnSpc>
              <a:spcBef>
                <a:spcPts val="28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DB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Administrator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(DBA):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load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data, tune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system,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thing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running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285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DB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designers: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specify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(schema)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292934"/>
              </a:buClr>
              <a:buFont typeface="Arial MT"/>
              <a:buChar char="•"/>
            </a:pPr>
            <a:endParaRPr sz="3050">
              <a:latin typeface="Verdana"/>
              <a:cs typeface="Verdana"/>
            </a:endParaRPr>
          </a:p>
          <a:p>
            <a:pPr marL="241300" marR="883919" indent="-229235">
              <a:lnSpc>
                <a:spcPts val="242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Application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developers: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programs that access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manipulate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285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analyst: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clean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correct, mine,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integrate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data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29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DBMS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implementer: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build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DBMS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59" y="335280"/>
            <a:ext cx="947166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45" dirty="0"/>
              <a:t>C</a:t>
            </a:r>
            <a:r>
              <a:rPr sz="4100" spc="-140" dirty="0"/>
              <a:t>o</a:t>
            </a:r>
            <a:r>
              <a:rPr sz="4100" spc="-155" dirty="0"/>
              <a:t>mm</a:t>
            </a:r>
            <a:r>
              <a:rPr sz="4100" spc="-140" dirty="0"/>
              <a:t>o</a:t>
            </a:r>
            <a:r>
              <a:rPr sz="4100" dirty="0"/>
              <a:t>n</a:t>
            </a:r>
            <a:r>
              <a:rPr sz="4100" spc="-254" dirty="0"/>
              <a:t> </a:t>
            </a:r>
            <a:r>
              <a:rPr sz="4100" spc="-135" dirty="0"/>
              <a:t>F</a:t>
            </a:r>
            <a:r>
              <a:rPr sz="4100" spc="-140" dirty="0"/>
              <a:t>ea</a:t>
            </a:r>
            <a:r>
              <a:rPr sz="4100" spc="-135" dirty="0"/>
              <a:t>tur</a:t>
            </a:r>
            <a:r>
              <a:rPr sz="4100" spc="-140" dirty="0"/>
              <a:t>e</a:t>
            </a:r>
            <a:r>
              <a:rPr sz="4100" dirty="0"/>
              <a:t>s</a:t>
            </a:r>
            <a:r>
              <a:rPr sz="4100" spc="-265" dirty="0"/>
              <a:t> </a:t>
            </a:r>
            <a:r>
              <a:rPr sz="4100" dirty="0"/>
              <a:t>/</a:t>
            </a:r>
            <a:r>
              <a:rPr sz="4100" spc="-260" dirty="0"/>
              <a:t> </a:t>
            </a:r>
            <a:r>
              <a:rPr sz="4100" spc="-150" dirty="0"/>
              <a:t>K</a:t>
            </a:r>
            <a:r>
              <a:rPr sz="4100" spc="-140" dirty="0"/>
              <a:t>e</a:t>
            </a:r>
            <a:r>
              <a:rPr sz="4100" dirty="0"/>
              <a:t>y</a:t>
            </a:r>
            <a:r>
              <a:rPr sz="4100" spc="-250" dirty="0"/>
              <a:t> </a:t>
            </a:r>
            <a:r>
              <a:rPr sz="4100" spc="-145" dirty="0"/>
              <a:t>C</a:t>
            </a:r>
            <a:r>
              <a:rPr sz="4100" spc="-140" dirty="0"/>
              <a:t>on</a:t>
            </a:r>
            <a:r>
              <a:rPr sz="4100" spc="-135" dirty="0"/>
              <a:t>cep</a:t>
            </a:r>
            <a:r>
              <a:rPr sz="4100" spc="-140" dirty="0"/>
              <a:t>t</a:t>
            </a:r>
            <a:r>
              <a:rPr sz="4100" dirty="0"/>
              <a:t>s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14697" y="1192784"/>
            <a:ext cx="9277985" cy="5514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models: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describe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real-world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208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Schema: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description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of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87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Instance: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snapshot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989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Definition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Language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(DDL):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effect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97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Manipulation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language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(DML):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effect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endParaRPr sz="2100">
              <a:latin typeface="Verdana"/>
              <a:cs typeface="Verdana"/>
            </a:endParaRPr>
          </a:p>
          <a:p>
            <a:pPr marL="241300" marR="176530" indent="-229235">
              <a:lnSpc>
                <a:spcPts val="2400"/>
              </a:lnSpc>
              <a:spcBef>
                <a:spcPts val="217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Physical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independence: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stored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disk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w/o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affecting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apps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91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Logical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independence: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w/o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affecting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apps</a:t>
            </a:r>
            <a:endParaRPr sz="2100">
              <a:latin typeface="Verdana"/>
              <a:cs typeface="Verdana"/>
            </a:endParaRPr>
          </a:p>
          <a:p>
            <a:pPr marL="241300" marR="5080" indent="-229235">
              <a:lnSpc>
                <a:spcPts val="2500"/>
              </a:lnSpc>
              <a:spcBef>
                <a:spcPts val="199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Query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processing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cost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estimation: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estimate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execution,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plan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least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estimated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cost</a:t>
            </a:r>
            <a:endParaRPr sz="2100">
              <a:latin typeface="Verdana"/>
              <a:cs typeface="Verdana"/>
            </a:endParaRPr>
          </a:p>
          <a:p>
            <a:pPr marL="241300" indent="-229235">
              <a:lnSpc>
                <a:spcPct val="100000"/>
              </a:lnSpc>
              <a:spcBef>
                <a:spcPts val="178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100" spc="-10" dirty="0">
                <a:solidFill>
                  <a:srgbClr val="C00000"/>
                </a:solidFill>
                <a:latin typeface="Verdana"/>
                <a:cs typeface="Verdana"/>
              </a:rPr>
              <a:t>Transactions: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atomicity,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consistency,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isolation,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durability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</TotalTime>
  <Words>1312</Words>
  <Application>Microsoft Macintosh PowerPoint</Application>
  <PresentationFormat>Custom</PresentationFormat>
  <Paragraphs>171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宋体</vt:lpstr>
      <vt:lpstr>AppleSystemUIFont</vt:lpstr>
      <vt:lpstr>Aptos</vt:lpstr>
      <vt:lpstr>Arial</vt:lpstr>
      <vt:lpstr>Arial MT</vt:lpstr>
      <vt:lpstr>Calibri</vt:lpstr>
      <vt:lpstr>Calibri Light</vt:lpstr>
      <vt:lpstr>Carlito</vt:lpstr>
      <vt:lpstr>Comic Sans MS</vt:lpstr>
      <vt:lpstr>Times New Roman</vt:lpstr>
      <vt:lpstr>Trebuchet MS</vt:lpstr>
      <vt:lpstr>Verdana</vt:lpstr>
      <vt:lpstr>Office Theme</vt:lpstr>
      <vt:lpstr>CS 4710 Database Systems</vt:lpstr>
      <vt:lpstr>Professional Background</vt:lpstr>
      <vt:lpstr>Hobbies and Interests:</vt:lpstr>
      <vt:lpstr>Farhan Tanvir</vt:lpstr>
      <vt:lpstr>Course Update</vt:lpstr>
      <vt:lpstr>Teaching Philosophy</vt:lpstr>
      <vt:lpstr>Zybook</vt:lpstr>
      <vt:lpstr>Course Overview</vt:lpstr>
      <vt:lpstr>Course Update</vt:lpstr>
      <vt:lpstr>Have You Ever Wondered</vt:lpstr>
      <vt:lpstr>What This Course is About</vt:lpstr>
      <vt:lpstr>Focus / Not Focus</vt:lpstr>
      <vt:lpstr>I Hope to Help You</vt:lpstr>
      <vt:lpstr>Project Overview</vt:lpstr>
      <vt:lpstr>More Info to Help You Learn</vt:lpstr>
      <vt:lpstr>Outline</vt:lpstr>
      <vt:lpstr>Database</vt:lpstr>
      <vt:lpstr>Types of Databases</vt:lpstr>
      <vt:lpstr>Needs for Data management</vt:lpstr>
      <vt:lpstr>Early Attempt … to Relational Model</vt:lpstr>
      <vt:lpstr>Database Management System</vt:lpstr>
      <vt:lpstr>DBMS Properties</vt:lpstr>
      <vt:lpstr>Key Roles in DB Environment</vt:lpstr>
      <vt:lpstr>Common Features / Key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4750meet01A-overview</dc:title>
  <dc:creator>upsorn</dc:creator>
  <cp:lastModifiedBy>Farhan Tanvir</cp:lastModifiedBy>
  <cp:revision>33</cp:revision>
  <dcterms:created xsi:type="dcterms:W3CDTF">2024-01-08T12:08:00Z</dcterms:created>
  <dcterms:modified xsi:type="dcterms:W3CDTF">2026-01-12T15:57:19Z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2023-08-24T00:00:00Z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2024-01-08T00:00:00Z</vt:filetime>
  </property>
</Properties>
</file>