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91" r:id="rId3"/>
    <p:sldId id="293" r:id="rId4"/>
    <p:sldId id="29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0" r:id="rId17"/>
    <p:sldId id="271" r:id="rId18"/>
    <p:sldId id="272" r:id="rId19"/>
    <p:sldId id="273" r:id="rId20"/>
    <p:sldId id="274" r:id="rId21"/>
    <p:sldId id="292" r:id="rId22"/>
    <p:sldId id="275" r:id="rId23"/>
    <p:sldId id="276" r:id="rId24"/>
    <p:sldId id="294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90" r:id="rId38"/>
    <p:sldId id="289" r:id="rId39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9"/>
    <p:restoredTop sz="94694"/>
  </p:normalViewPr>
  <p:slideViewPr>
    <p:cSldViewPr>
      <p:cViewPr varScale="1">
        <p:scale>
          <a:sx n="107" d="100"/>
          <a:sy n="107" d="100"/>
        </p:scale>
        <p:origin x="1336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6412E-A098-7141-9B8A-6168DCF24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8B46B-8614-EC64-135F-4719E91E9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D718C-6BA0-51DD-D06D-D2BBF25B5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10684-CDCD-E7DC-5938-2A36B711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18DE2-A6B2-384C-C061-4699476C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333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E966-0A3C-B711-0EB7-FFC3F8FC5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3EE89-58FE-BCEA-A75B-55622767E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29041-A598-8ABE-F02B-2BDD29F34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C2493-6065-DEEC-381E-53B08E74C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B1994-7F40-B002-6641-50230A652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278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B6691-BA80-1617-1299-C13DD46D5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B456A-19CF-C209-F4E9-F0BA323EC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FC7C6-38E3-AD82-6AD2-6E35DEC4D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33901-3FA3-D21D-8788-02659985A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C1793-973B-2E16-F3CD-F0783965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897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A58B-5C3E-D2B0-1F47-B6E82497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0F090-8893-23C7-070E-E138EE3CF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F37AD-E54E-2C28-3DCC-2551D638A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9A04E-ABAE-43D2-F1BB-8E9B4853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289F4-166C-9628-DE5B-23E4D169E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AD406-8D96-BAAD-043F-AB708B1D0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03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AD983-157C-C4C4-E91B-F03E0F93E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10190-2F49-E6D9-0166-656596AC1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5C3E3-A645-2C79-A452-ABD2F0DA3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F4138-262D-062C-CD38-B422C0C9C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39F7C0-5DAE-77AD-3AD6-8BB087EE05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AA156E-26FB-3FF9-C52D-7177E6BFD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E3AC3-E2F7-B3F5-A883-C15F2F32A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0EFD1-7BE7-8627-6ABF-DCE751A35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5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569A2-305E-FBD7-D8CC-D5637869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954436-F8D9-8B59-61DE-10871142A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7EB7E0-9F0C-1293-22D7-576BE39D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13633-F4FD-428A-88FB-7B1F94106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03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1BCD26-CB85-9ECE-8455-2F42072CD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9C7540-0718-9A01-D856-C72DD9092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C010D-1EBD-CEFD-F4B2-3B0DB63F5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077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D0577-C343-DC23-3F84-F04FBEFA0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855B7-1125-6C2E-23DC-98890C2B2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3F29A-4BA9-1BA1-E812-63E2A7276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0E8ED-AF5E-CBAA-8808-C49F27DB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28E36-9538-619A-94E4-9AA83265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247FA-FBA0-BB13-EF8B-9AB970E3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06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CEB18-F52B-5FE4-569D-329C22372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3C3347-E5A1-85B2-C4E0-44D4C2791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F597C-F8EF-E4AD-1A5E-8A5372ECA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C5AB5-E4E5-E3A5-18E8-66FBC93F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6044F-BD8D-6EA9-6DC7-B06267BF7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144C7-36FD-5143-F2C0-9285D981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68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ACC8-C2E3-CD2B-7109-22318695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B1BE2-F18E-B245-05DD-4E5D7538B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3340A-CD38-079A-61C7-8E3E346A2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7C3BC-0469-B85B-1022-62997B995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686AA-2477-BC63-4947-7E56CB9E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151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3508F-2021-2CFC-D187-CC1DE7B6E1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D706EA-7554-7BAE-1861-CD7F48D70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D46EB-6839-BBBB-CE0C-E5E72C3F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9A48-6506-4A8E-25D8-317FFD67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ADC-E0DC-0B67-A0BD-D53AB2A0D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184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18140-A3B4-4D8B-9BC5-7DE062D3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29597-87A3-F436-C9DB-102663128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956AD-6FDC-D0E7-49E6-0A5631888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B09D9-E91D-C06B-A148-99030CB47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83B25-BCE6-61EE-17C8-464267872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50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86383" y="3642359"/>
            <a:ext cx="8453120" cy="0"/>
          </a:xfrm>
          <a:custGeom>
            <a:avLst/>
            <a:gdLst/>
            <a:ahLst/>
            <a:cxnLst/>
            <a:rect l="l" t="t" r="r" b="b"/>
            <a:pathLst>
              <a:path w="8453120">
                <a:moveTo>
                  <a:pt x="0" y="0"/>
                </a:moveTo>
                <a:lnTo>
                  <a:pt x="8453119" y="1"/>
                </a:lnTo>
              </a:path>
            </a:pathLst>
          </a:custGeom>
          <a:ln w="40639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81219" y="2440641"/>
            <a:ext cx="3957782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spc="-95" dirty="0"/>
              <a:t>SQL</a:t>
            </a:r>
            <a:r>
              <a:rPr sz="5800" spc="-295" dirty="0"/>
              <a:t> </a:t>
            </a:r>
            <a:r>
              <a:rPr sz="5800" dirty="0"/>
              <a:t>-</a:t>
            </a:r>
            <a:r>
              <a:rPr sz="5800" spc="-285" dirty="0"/>
              <a:t> </a:t>
            </a:r>
            <a:r>
              <a:rPr sz="5800" spc="-114" dirty="0"/>
              <a:t>Basics</a:t>
            </a:r>
            <a:endParaRPr sz="580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471420" y="3916679"/>
            <a:ext cx="5120640" cy="120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655"/>
              </a:lnSpc>
              <a:spcBef>
                <a:spcPts val="100"/>
              </a:spcBef>
            </a:pPr>
            <a:r>
              <a:rPr sz="4100" b="1" spc="-14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4100" b="1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4100" b="1" spc="-2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45" dirty="0">
                <a:solidFill>
                  <a:srgbClr val="292934"/>
                </a:solidFill>
                <a:latin typeface="Verdana"/>
                <a:cs typeface="Verdana"/>
              </a:rPr>
              <a:t>47</a:t>
            </a:r>
            <a:r>
              <a:rPr lang="en-US" sz="4100" b="1" spc="-145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4100" b="1" spc="-145" dirty="0">
                <a:solidFill>
                  <a:srgbClr val="292934"/>
                </a:solidFill>
                <a:latin typeface="Verdana"/>
                <a:cs typeface="Verdana"/>
              </a:rPr>
              <a:t>0</a:t>
            </a:r>
            <a:endParaRPr sz="4100" dirty="0">
              <a:latin typeface="Verdana"/>
              <a:cs typeface="Verdana"/>
            </a:endParaRPr>
          </a:p>
          <a:p>
            <a:pPr algn="ctr">
              <a:lnSpc>
                <a:spcPts val="4655"/>
              </a:lnSpc>
            </a:pPr>
            <a:r>
              <a:rPr sz="4100" b="1" spc="-1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ata</a:t>
            </a:r>
            <a:r>
              <a:rPr sz="4100" b="1" spc="-13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4100" b="1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4100" b="1" spc="-2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Syste</a:t>
            </a:r>
            <a:r>
              <a:rPr sz="4100" b="1" spc="-155" dirty="0">
                <a:solidFill>
                  <a:srgbClr val="292934"/>
                </a:solidFill>
                <a:latin typeface="Verdana"/>
                <a:cs typeface="Verdana"/>
              </a:rPr>
              <a:t>ms</a:t>
            </a:r>
            <a:endParaRPr sz="4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C789-7910-EA9B-790B-32E8633F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205DF-2E40-2200-4A4B-6EB0E9575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 1 uploaded and due on 02/13</a:t>
            </a:r>
          </a:p>
          <a:p>
            <a:r>
              <a:rPr lang="en-US" dirty="0"/>
              <a:t>Project Phase 2 due on 02/20</a:t>
            </a:r>
          </a:p>
          <a:p>
            <a:r>
              <a:rPr lang="en-US" dirty="0" err="1"/>
              <a:t>Zybook</a:t>
            </a:r>
            <a:r>
              <a:rPr lang="en-US" dirty="0"/>
              <a:t> Assignment 1 due on 02/22 (Participation activity and Lab – everything is included)</a:t>
            </a:r>
          </a:p>
        </p:txBody>
      </p:sp>
    </p:spTree>
    <p:extLst>
      <p:ext uri="{BB962C8B-B14F-4D97-AF65-F5344CB8AC3E}">
        <p14:creationId xmlns:p14="http://schemas.microsoft.com/office/powerpoint/2010/main" val="964493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59FD-CA1B-07CD-313B-565C00FE7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3B8DC-0493-9D8D-7B4D-A1878E0B3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practice </a:t>
            </a:r>
            <a:r>
              <a:rPr lang="en-US" dirty="0" err="1"/>
              <a:t>zybook</a:t>
            </a:r>
            <a:r>
              <a:rPr lang="en-US" dirty="0"/>
              <a:t> in-class on this </a:t>
            </a:r>
            <a:r>
              <a:rPr lang="en-US" dirty="0" err="1"/>
              <a:t>monday</a:t>
            </a:r>
            <a:r>
              <a:rPr lang="en-US" dirty="0"/>
              <a:t> 02/09. Bring your laptops.</a:t>
            </a:r>
          </a:p>
          <a:p>
            <a:r>
              <a:rPr lang="en-US" dirty="0"/>
              <a:t>Midterm 1 on 02/16. Review class on 02/11.</a:t>
            </a:r>
          </a:p>
        </p:txBody>
      </p:sp>
    </p:spTree>
    <p:extLst>
      <p:ext uri="{BB962C8B-B14F-4D97-AF65-F5344CB8AC3E}">
        <p14:creationId xmlns:p14="http://schemas.microsoft.com/office/powerpoint/2010/main" val="680549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EE2DE-451C-1771-E5D6-10CF2E239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F85EA-8F8A-BBBF-3B20-4A74A8C94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docs.google.com</a:t>
            </a:r>
            <a:r>
              <a:rPr lang="en-US" dirty="0"/>
              <a:t>/spreadsheets/d/1wb6xlfaANt66-q775anGmRlNPjMb-t_3tw3ULaWi9tI/</a:t>
            </a:r>
            <a:r>
              <a:rPr lang="en-US" dirty="0" err="1"/>
              <a:t>edit?usp</a:t>
            </a:r>
            <a:r>
              <a:rPr lang="en-US" dirty="0"/>
              <a:t>=sharing</a:t>
            </a:r>
          </a:p>
        </p:txBody>
      </p:sp>
    </p:spTree>
    <p:extLst>
      <p:ext uri="{BB962C8B-B14F-4D97-AF65-F5344CB8AC3E}">
        <p14:creationId xmlns:p14="http://schemas.microsoft.com/office/powerpoint/2010/main" val="3330398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3572" y="363728"/>
            <a:ext cx="538226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60" dirty="0"/>
              <a:t>QUERY</a:t>
            </a:r>
            <a:r>
              <a:rPr sz="3900" spc="-240" dirty="0"/>
              <a:t> </a:t>
            </a:r>
            <a:r>
              <a:rPr sz="3900" spc="-65" dirty="0"/>
              <a:t>LANGUAGES</a:t>
            </a:r>
            <a:endParaRPr sz="3900" dirty="0"/>
          </a:p>
        </p:txBody>
      </p:sp>
      <p:sp>
        <p:nvSpPr>
          <p:cNvPr id="3" name="object 3"/>
          <p:cNvSpPr txBox="1"/>
          <p:nvPr/>
        </p:nvSpPr>
        <p:spPr>
          <a:xfrm>
            <a:off x="502839" y="1225296"/>
            <a:ext cx="891667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marR="5080" indent="-195580">
              <a:lnSpc>
                <a:spcPct val="105200"/>
              </a:lnSpc>
              <a:spcBef>
                <a:spcPts val="10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Parts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query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language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(such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Relational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Algebra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2300" spc="-7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SQL)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divided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two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main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categories: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842" y="2738120"/>
            <a:ext cx="3895725" cy="11176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Data Definition Language </a:t>
            </a:r>
            <a:r>
              <a:rPr sz="2100" b="1" spc="-70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(DDL)</a:t>
            </a:r>
            <a:endParaRPr sz="2100" dirty="0">
              <a:latin typeface="Verdana"/>
              <a:cs typeface="Verdana"/>
            </a:endParaRPr>
          </a:p>
          <a:p>
            <a:pPr marL="635635" indent="-197485">
              <a:lnSpc>
                <a:spcPct val="100000"/>
              </a:lnSpc>
              <a:spcBef>
                <a:spcPts val="1085"/>
              </a:spcBef>
              <a:buSzPct val="85000"/>
              <a:buFont typeface="Arial MT"/>
              <a:buChar char="•"/>
              <a:tabLst>
                <a:tab pos="636270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Effects</a:t>
            </a:r>
            <a:r>
              <a:rPr sz="20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Verdana"/>
                <a:cs typeface="Verdana"/>
              </a:rPr>
              <a:t>schema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9562" y="3795267"/>
            <a:ext cx="2273935" cy="93980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60"/>
              </a:spcBef>
              <a:buSzPct val="86363"/>
              <a:buFont typeface="Arial MT"/>
              <a:buChar char="•"/>
              <a:tabLst>
                <a:tab pos="209550" algn="l"/>
              </a:tabLst>
            </a:pPr>
            <a:r>
              <a:rPr sz="2200" spc="2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r>
              <a:rPr sz="2200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endParaRPr sz="2200" dirty="0">
              <a:latin typeface="Courier New"/>
              <a:cs typeface="Courier New"/>
            </a:endParaRPr>
          </a:p>
          <a:p>
            <a:pPr marL="208915" indent="-196850">
              <a:lnSpc>
                <a:spcPct val="100000"/>
              </a:lnSpc>
              <a:spcBef>
                <a:spcPts val="960"/>
              </a:spcBef>
              <a:buSzPct val="86363"/>
              <a:buFont typeface="Arial MT"/>
              <a:buChar char="•"/>
              <a:tabLst>
                <a:tab pos="209550" algn="l"/>
              </a:tabLst>
            </a:pPr>
            <a:r>
              <a:rPr sz="2200" spc="20" dirty="0">
                <a:solidFill>
                  <a:srgbClr val="292934"/>
                </a:solidFill>
                <a:latin typeface="Courier New"/>
                <a:cs typeface="Courier New"/>
              </a:rPr>
              <a:t>ALTER</a:t>
            </a:r>
            <a:r>
              <a:rPr sz="2200" spc="-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9562" y="4819396"/>
            <a:ext cx="19323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0"/>
              </a:spcBef>
              <a:buSzPct val="86363"/>
              <a:buFont typeface="Arial MT"/>
              <a:buChar char="•"/>
              <a:tabLst>
                <a:tab pos="209550" algn="l"/>
              </a:tabLst>
            </a:pPr>
            <a:r>
              <a:rPr sz="2200" spc="15" dirty="0">
                <a:solidFill>
                  <a:srgbClr val="292934"/>
                </a:solidFill>
                <a:latin typeface="Courier New"/>
                <a:cs typeface="Courier New"/>
              </a:rPr>
              <a:t>DROP</a:t>
            </a:r>
            <a:r>
              <a:rPr sz="2200" spc="-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3046" y="2738120"/>
            <a:ext cx="4378325" cy="289941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b="1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Manipulation</a:t>
            </a:r>
            <a:r>
              <a:rPr sz="2100" b="1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Language </a:t>
            </a:r>
            <a:r>
              <a:rPr sz="2100" b="1" spc="-70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(DML)</a:t>
            </a:r>
            <a:endParaRPr sz="2100" dirty="0">
              <a:latin typeface="Verdana"/>
              <a:cs typeface="Verdana"/>
            </a:endParaRPr>
          </a:p>
          <a:p>
            <a:pPr marL="635635" indent="-196850">
              <a:lnSpc>
                <a:spcPct val="100000"/>
              </a:lnSpc>
              <a:spcBef>
                <a:spcPts val="1085"/>
              </a:spcBef>
              <a:buSzPct val="85000"/>
              <a:buFont typeface="Arial MT"/>
              <a:buChar char="•"/>
              <a:tabLst>
                <a:tab pos="636270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Effects</a:t>
            </a:r>
            <a:r>
              <a:rPr sz="20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Verdana"/>
                <a:cs typeface="Verdana"/>
              </a:rPr>
              <a:t>instance</a:t>
            </a:r>
            <a:endParaRPr sz="2000" dirty="0">
              <a:latin typeface="Verdana"/>
              <a:cs typeface="Verdana"/>
            </a:endParaRPr>
          </a:p>
          <a:p>
            <a:pPr marL="635635" indent="-196850">
              <a:lnSpc>
                <a:spcPct val="100000"/>
              </a:lnSpc>
              <a:spcBef>
                <a:spcPts val="685"/>
              </a:spcBef>
              <a:buSzPct val="86363"/>
              <a:buFont typeface="Arial MT"/>
              <a:buChar char="•"/>
              <a:tabLst>
                <a:tab pos="636270" algn="l"/>
              </a:tabLst>
            </a:pP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endParaRPr sz="2200" dirty="0">
              <a:latin typeface="Courier New"/>
              <a:cs typeface="Courier New"/>
            </a:endParaRPr>
          </a:p>
          <a:p>
            <a:pPr marL="635635" indent="-196850">
              <a:lnSpc>
                <a:spcPct val="100000"/>
              </a:lnSpc>
              <a:spcBef>
                <a:spcPts val="960"/>
              </a:spcBef>
              <a:buSzPct val="86363"/>
              <a:buFont typeface="Arial MT"/>
              <a:buChar char="•"/>
              <a:tabLst>
                <a:tab pos="636270" algn="l"/>
              </a:tabLst>
            </a:pP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INSERT</a:t>
            </a:r>
            <a:endParaRPr sz="2200" dirty="0">
              <a:latin typeface="Courier New"/>
              <a:cs typeface="Courier New"/>
            </a:endParaRPr>
          </a:p>
          <a:p>
            <a:pPr marL="635635" indent="-196850">
              <a:lnSpc>
                <a:spcPct val="100000"/>
              </a:lnSpc>
              <a:spcBef>
                <a:spcPts val="865"/>
              </a:spcBef>
              <a:buSzPct val="86363"/>
              <a:buFont typeface="Arial MT"/>
              <a:buChar char="•"/>
              <a:tabLst>
                <a:tab pos="636270" algn="l"/>
              </a:tabLst>
            </a:pP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UPDATE</a:t>
            </a:r>
            <a:endParaRPr sz="2200" dirty="0">
              <a:latin typeface="Courier New"/>
              <a:cs typeface="Courier New"/>
            </a:endParaRPr>
          </a:p>
          <a:p>
            <a:pPr marL="635635" indent="-196850">
              <a:lnSpc>
                <a:spcPct val="100000"/>
              </a:lnSpc>
              <a:spcBef>
                <a:spcPts val="960"/>
              </a:spcBef>
              <a:buSzPct val="86363"/>
              <a:buFont typeface="Arial MT"/>
              <a:buChar char="•"/>
              <a:tabLst>
                <a:tab pos="636270" algn="l"/>
              </a:tabLst>
            </a:pPr>
            <a:r>
              <a:rPr sz="2200" spc="25" dirty="0">
                <a:solidFill>
                  <a:srgbClr val="292934"/>
                </a:solidFill>
                <a:latin typeface="Courier New"/>
                <a:cs typeface="Courier New"/>
              </a:rPr>
              <a:t>DELETE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29203" y="2301239"/>
            <a:ext cx="0" cy="4615815"/>
          </a:xfrm>
          <a:custGeom>
            <a:avLst/>
            <a:gdLst/>
            <a:ahLst/>
            <a:cxnLst/>
            <a:rect l="l" t="t" r="r" b="b"/>
            <a:pathLst>
              <a:path h="4615815">
                <a:moveTo>
                  <a:pt x="0" y="0"/>
                </a:moveTo>
                <a:lnTo>
                  <a:pt x="1" y="4615542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1BCC6E-8472-FE8D-DA1C-181F4FF80354}"/>
              </a:ext>
            </a:extLst>
          </p:cNvPr>
          <p:cNvSpPr txBox="1"/>
          <p:nvPr/>
        </p:nvSpPr>
        <p:spPr>
          <a:xfrm>
            <a:off x="1529542" y="74814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566" y="354583"/>
            <a:ext cx="921385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75" dirty="0"/>
              <a:t>Structured</a:t>
            </a:r>
            <a:r>
              <a:rPr sz="3900" spc="-185" dirty="0"/>
              <a:t> </a:t>
            </a:r>
            <a:r>
              <a:rPr sz="3900" spc="-60" dirty="0"/>
              <a:t>Query</a:t>
            </a:r>
            <a:r>
              <a:rPr sz="3900" spc="-175" dirty="0"/>
              <a:t> </a:t>
            </a:r>
            <a:r>
              <a:rPr sz="3900" spc="-70" dirty="0"/>
              <a:t>Language</a:t>
            </a:r>
            <a:r>
              <a:rPr sz="3900" spc="-175" dirty="0"/>
              <a:t> </a:t>
            </a:r>
            <a:r>
              <a:rPr sz="3900" spc="-60" dirty="0"/>
              <a:t>(SQL)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502839" y="1261871"/>
            <a:ext cx="9269730" cy="459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0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Standard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language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relational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database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managements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292934"/>
              </a:buClr>
              <a:buFont typeface="Arial MT"/>
              <a:buChar char="•"/>
            </a:pPr>
            <a:endParaRPr sz="215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Domain-specific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language</a:t>
            </a:r>
            <a:endParaRPr sz="2300">
              <a:latin typeface="Verdana"/>
              <a:cs typeface="Verdana"/>
            </a:endParaRPr>
          </a:p>
          <a:p>
            <a:pPr marL="635635" lvl="1" indent="-196850">
              <a:lnSpc>
                <a:spcPct val="100000"/>
              </a:lnSpc>
              <a:spcBef>
                <a:spcPts val="1140"/>
              </a:spcBef>
              <a:buSzPct val="85000"/>
              <a:buFont typeface="Arial MT"/>
              <a:buChar char="•"/>
              <a:tabLst>
                <a:tab pos="636270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SQL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works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relational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databases</a:t>
            </a:r>
            <a:endParaRPr sz="2000">
              <a:latin typeface="Verdana"/>
              <a:cs typeface="Verdana"/>
            </a:endParaRPr>
          </a:p>
          <a:p>
            <a:pPr marL="635635" lvl="1" indent="-196850">
              <a:lnSpc>
                <a:spcPct val="100000"/>
              </a:lnSpc>
              <a:spcBef>
                <a:spcPts val="695"/>
              </a:spcBef>
              <a:buSzPct val="85000"/>
              <a:buFont typeface="Arial MT"/>
              <a:buChar char="•"/>
              <a:tabLst>
                <a:tab pos="636270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Not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general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purpose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programming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(e.g.,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Java,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C/C++,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Python)</a:t>
            </a:r>
            <a:endParaRPr sz="20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5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Include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ability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process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endParaRPr sz="2300">
              <a:latin typeface="Verdana"/>
              <a:cs typeface="Verdana"/>
            </a:endParaRPr>
          </a:p>
          <a:p>
            <a:pPr marL="635635" lvl="1" indent="-196850">
              <a:lnSpc>
                <a:spcPct val="100000"/>
              </a:lnSpc>
              <a:spcBef>
                <a:spcPts val="1140"/>
              </a:spcBef>
              <a:buSzPct val="85000"/>
              <a:buFont typeface="Arial MT"/>
              <a:buChar char="•"/>
              <a:tabLst>
                <a:tab pos="636270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Querying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endParaRPr sz="2000">
              <a:latin typeface="Verdana"/>
              <a:cs typeface="Verdana"/>
            </a:endParaRPr>
          </a:p>
          <a:p>
            <a:pPr marL="635635" lvl="1" indent="-196850">
              <a:lnSpc>
                <a:spcPct val="100000"/>
              </a:lnSpc>
              <a:spcBef>
                <a:spcPts val="695"/>
              </a:spcBef>
              <a:buSzPct val="85000"/>
              <a:buFont typeface="Arial MT"/>
              <a:buChar char="•"/>
              <a:tabLst>
                <a:tab pos="636270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Controlling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access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its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objects</a:t>
            </a:r>
            <a:endParaRPr sz="2000">
              <a:latin typeface="Verdana"/>
              <a:cs typeface="Verdana"/>
            </a:endParaRPr>
          </a:p>
          <a:p>
            <a:pPr marL="635635" lvl="1" indent="-196850">
              <a:lnSpc>
                <a:spcPct val="100000"/>
              </a:lnSpc>
              <a:spcBef>
                <a:spcPts val="600"/>
              </a:spcBef>
              <a:buSzPct val="85000"/>
              <a:buFont typeface="Arial MT"/>
              <a:buChar char="•"/>
              <a:tabLst>
                <a:tab pos="636270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Guaranteeing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database consistency</a:t>
            </a:r>
            <a:endParaRPr sz="2000">
              <a:latin typeface="Verdana"/>
              <a:cs typeface="Verdana"/>
            </a:endParaRPr>
          </a:p>
          <a:p>
            <a:pPr marL="635635" lvl="1" indent="-196850">
              <a:lnSpc>
                <a:spcPct val="100000"/>
              </a:lnSpc>
              <a:spcBef>
                <a:spcPts val="695"/>
              </a:spcBef>
              <a:buSzPct val="85000"/>
              <a:buFont typeface="Arial MT"/>
              <a:buChar char="•"/>
              <a:tabLst>
                <a:tab pos="636270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Updating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rows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in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table</a:t>
            </a:r>
            <a:endParaRPr sz="2000">
              <a:latin typeface="Verdana"/>
              <a:cs typeface="Verdana"/>
            </a:endParaRPr>
          </a:p>
          <a:p>
            <a:pPr marL="635635" lvl="1" indent="-196850">
              <a:lnSpc>
                <a:spcPct val="100000"/>
              </a:lnSpc>
              <a:spcBef>
                <a:spcPts val="695"/>
              </a:spcBef>
              <a:buSzPct val="85000"/>
              <a:buFont typeface="Arial MT"/>
              <a:buChar char="•"/>
              <a:tabLst>
                <a:tab pos="636270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Creating,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replacing,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altering,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dropping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objects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610" y="6116447"/>
            <a:ext cx="8927592" cy="9052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1114" y="5965075"/>
            <a:ext cx="8236584" cy="62357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 marL="498475">
              <a:lnSpc>
                <a:spcPct val="100000"/>
              </a:lnSpc>
              <a:spcBef>
                <a:spcPts val="112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possible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work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logical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level</a:t>
            </a:r>
            <a:endParaRPr sz="2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2179" y="312928"/>
            <a:ext cx="311721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95" dirty="0"/>
              <a:t>SQL</a:t>
            </a:r>
            <a:r>
              <a:rPr sz="4300" spc="-254" dirty="0"/>
              <a:t> </a:t>
            </a:r>
            <a:r>
              <a:rPr sz="4300" b="0" spc="-130" dirty="0">
                <a:latin typeface="Verdana"/>
                <a:cs typeface="Verdana"/>
              </a:rPr>
              <a:t>(cont.)</a:t>
            </a:r>
            <a:endParaRPr sz="43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839" y="1213103"/>
            <a:ext cx="580072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0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Provides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standard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type;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for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example,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559" y="1671320"/>
            <a:ext cx="7771765" cy="251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0"/>
              </a:spcBef>
              <a:buSzPct val="85714"/>
              <a:buFont typeface="Arial MT"/>
              <a:buChar char="•"/>
              <a:tabLst>
                <a:tab pos="209550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Numbers: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INT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,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FLOAT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,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DECIMAL(</a:t>
            </a:r>
            <a:r>
              <a:rPr sz="2100" i="1" spc="10" dirty="0">
                <a:solidFill>
                  <a:srgbClr val="292934"/>
                </a:solidFill>
                <a:latin typeface="Courier New"/>
                <a:cs typeface="Courier New"/>
              </a:rPr>
              <a:t>p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i="1" spc="5" dirty="0">
                <a:solidFill>
                  <a:srgbClr val="292934"/>
                </a:solidFill>
                <a:latin typeface="Courier New"/>
                <a:cs typeface="Courier New"/>
              </a:rPr>
              <a:t>s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)</a:t>
            </a:r>
            <a:endParaRPr sz="2100">
              <a:latin typeface="Courier New"/>
              <a:cs typeface="Courier New"/>
            </a:endParaRPr>
          </a:p>
          <a:p>
            <a:pPr marL="208915" indent="-196850">
              <a:lnSpc>
                <a:spcPct val="100000"/>
              </a:lnSpc>
              <a:spcBef>
                <a:spcPts val="1775"/>
              </a:spcBef>
              <a:buSzPct val="85714"/>
              <a:buFont typeface="Arial MT"/>
              <a:buChar char="•"/>
              <a:tabLst>
                <a:tab pos="20955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Strings:</a:t>
            </a:r>
            <a:endParaRPr sz="2100">
              <a:latin typeface="Verdana"/>
              <a:cs typeface="Verdana"/>
            </a:endParaRPr>
          </a:p>
          <a:p>
            <a:pPr marL="637540" lvl="1" indent="-196850">
              <a:lnSpc>
                <a:spcPct val="100000"/>
              </a:lnSpc>
              <a:spcBef>
                <a:spcPts val="385"/>
              </a:spcBef>
              <a:buSzPct val="90476"/>
              <a:buFont typeface="Arial MT"/>
              <a:buChar char="•"/>
              <a:tabLst>
                <a:tab pos="638175" algn="l"/>
              </a:tabLst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CHAR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i="1" spc="15" dirty="0">
                <a:solidFill>
                  <a:srgbClr val="292934"/>
                </a:solidFill>
                <a:latin typeface="Courier New"/>
                <a:cs typeface="Courier New"/>
              </a:rPr>
              <a:t>n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)</a:t>
            </a:r>
            <a:r>
              <a:rPr sz="2100" spc="-5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fi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g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  <a:p>
            <a:pPr marL="637540" lvl="1" indent="-196850">
              <a:lnSpc>
                <a:spcPct val="100000"/>
              </a:lnSpc>
              <a:spcBef>
                <a:spcPts val="575"/>
              </a:spcBef>
              <a:buSzPct val="90476"/>
              <a:buFont typeface="Arial MT"/>
              <a:buChar char="•"/>
              <a:tabLst>
                <a:tab pos="638175" algn="l"/>
              </a:tabLst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VARCHAR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i="1" spc="15" dirty="0">
                <a:solidFill>
                  <a:srgbClr val="292934"/>
                </a:solidFill>
                <a:latin typeface="Courier New"/>
                <a:cs typeface="Courier New"/>
              </a:rPr>
              <a:t>n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)</a:t>
            </a:r>
            <a:r>
              <a:rPr sz="2100" spc="-5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g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th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g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h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endParaRPr sz="1900">
              <a:latin typeface="Verdana"/>
              <a:cs typeface="Verdana"/>
            </a:endParaRPr>
          </a:p>
          <a:p>
            <a:pPr marL="637540" lvl="1" indent="-196850">
              <a:lnSpc>
                <a:spcPct val="100000"/>
              </a:lnSpc>
              <a:spcBef>
                <a:spcPts val="575"/>
              </a:spcBef>
              <a:buSzPct val="90476"/>
              <a:buFont typeface="Arial MT"/>
              <a:buChar char="•"/>
              <a:tabLst>
                <a:tab pos="638175" algn="l"/>
              </a:tabLst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TEX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100" spc="-5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l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g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lu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;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pp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DEFAUL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100" spc="-5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lu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NOT</a:t>
            </a:r>
            <a:endParaRPr sz="2100">
              <a:latin typeface="Courier New"/>
              <a:cs typeface="Courier New"/>
            </a:endParaRPr>
          </a:p>
          <a:p>
            <a:pPr marL="208915" indent="-196850">
              <a:lnSpc>
                <a:spcPct val="100000"/>
              </a:lnSpc>
              <a:spcBef>
                <a:spcPts val="1175"/>
              </a:spcBef>
              <a:buSzPct val="85714"/>
              <a:buFont typeface="Arial MT"/>
              <a:buChar char="•"/>
              <a:tabLst>
                <a:tab pos="209550" algn="l"/>
              </a:tabLst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BOOLEAN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38338" y="3372103"/>
            <a:ext cx="6756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NULL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9559" y="4237736"/>
            <a:ext cx="8656955" cy="23850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675"/>
              </a:spcBef>
              <a:buSzPct val="85714"/>
              <a:buFont typeface="Arial MT"/>
              <a:buChar char="•"/>
              <a:tabLst>
                <a:tab pos="209550" algn="l"/>
              </a:tabLst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DATE,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TIME,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TIMESTAMP</a:t>
            </a:r>
            <a:endParaRPr sz="2100">
              <a:latin typeface="Courier New"/>
              <a:cs typeface="Courier New"/>
            </a:endParaRPr>
          </a:p>
          <a:p>
            <a:pPr marL="637540" lvl="1" indent="-196850">
              <a:lnSpc>
                <a:spcPct val="100000"/>
              </a:lnSpc>
              <a:spcBef>
                <a:spcPts val="575"/>
              </a:spcBef>
              <a:buSzPct val="90476"/>
              <a:buFont typeface="Arial MT"/>
              <a:buChar char="•"/>
              <a:tabLst>
                <a:tab pos="638175" algn="l"/>
              </a:tabLst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DAT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E</a:t>
            </a:r>
            <a:r>
              <a:rPr sz="2100" spc="-5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27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nth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lue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endParaRPr sz="1900">
              <a:latin typeface="Verdana"/>
              <a:cs typeface="Verdana"/>
            </a:endParaRPr>
          </a:p>
          <a:p>
            <a:pPr marL="637540" lvl="1" indent="-196850">
              <a:lnSpc>
                <a:spcPct val="100000"/>
              </a:lnSpc>
              <a:spcBef>
                <a:spcPts val="600"/>
              </a:spcBef>
              <a:buSzPct val="90476"/>
              <a:buFont typeface="Arial MT"/>
              <a:buChar char="•"/>
              <a:tabLst>
                <a:tab pos="638175" algn="l"/>
              </a:tabLst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TIM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E</a:t>
            </a:r>
            <a:r>
              <a:rPr sz="2100" spc="-5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h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900" spc="-27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inute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sec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lue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endParaRPr sz="1900">
              <a:latin typeface="Verdana"/>
              <a:cs typeface="Verdana"/>
            </a:endParaRPr>
          </a:p>
          <a:p>
            <a:pPr marL="637540" lvl="1" indent="-196850">
              <a:lnSpc>
                <a:spcPct val="100000"/>
              </a:lnSpc>
              <a:spcBef>
                <a:spcPts val="575"/>
              </a:spcBef>
              <a:buSzPct val="90476"/>
              <a:buFont typeface="Arial MT"/>
              <a:buChar char="•"/>
              <a:tabLst>
                <a:tab pos="638175" algn="l"/>
              </a:tabLst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TIMESTAMP</a:t>
            </a:r>
            <a:r>
              <a:rPr sz="2100" spc="-56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year,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month,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day,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hour,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minute,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second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1900">
              <a:latin typeface="Verdana"/>
              <a:cs typeface="Verdana"/>
            </a:endParaRPr>
          </a:p>
          <a:p>
            <a:pPr marL="262890" marR="244475" indent="-243840">
              <a:lnSpc>
                <a:spcPct val="103000"/>
              </a:lnSpc>
              <a:spcBef>
                <a:spcPts val="1100"/>
              </a:spcBef>
              <a:buSzPct val="85714"/>
              <a:buFont typeface="Arial MT"/>
              <a:buChar char="•"/>
              <a:tabLst>
                <a:tab pos="262890" algn="l"/>
                <a:tab pos="263525" algn="l"/>
              </a:tabLst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BLOB</a:t>
            </a:r>
            <a:r>
              <a:rPr sz="21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(Binary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Large</a:t>
            </a:r>
            <a:r>
              <a:rPr sz="20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Object)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0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varying-length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binary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string;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for </a:t>
            </a:r>
            <a:r>
              <a:rPr sz="2000" spc="-6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file,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image,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video,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large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object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8005" y="315975"/>
            <a:ext cx="471868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S</a:t>
            </a:r>
            <a:r>
              <a:rPr sz="4300" spc="-140" dirty="0"/>
              <a:t>Q</a:t>
            </a:r>
            <a:r>
              <a:rPr sz="4300" dirty="0"/>
              <a:t>L</a:t>
            </a:r>
            <a:r>
              <a:rPr sz="4300" spc="-250" dirty="0"/>
              <a:t> </a:t>
            </a:r>
            <a:r>
              <a:rPr sz="4300" spc="-135" dirty="0"/>
              <a:t>S</a:t>
            </a:r>
            <a:r>
              <a:rPr sz="4300" spc="-125" dirty="0"/>
              <a:t>ta</a:t>
            </a:r>
            <a:r>
              <a:rPr sz="4300" spc="-120" dirty="0"/>
              <a:t>t</a:t>
            </a:r>
            <a:r>
              <a:rPr sz="4300" spc="-125" dirty="0"/>
              <a:t>e</a:t>
            </a:r>
            <a:r>
              <a:rPr sz="4300" spc="-140" dirty="0"/>
              <a:t>m</a:t>
            </a:r>
            <a:r>
              <a:rPr sz="4300" spc="-125" dirty="0"/>
              <a:t>e</a:t>
            </a:r>
            <a:r>
              <a:rPr sz="4300" spc="-135" dirty="0"/>
              <a:t>n</a:t>
            </a:r>
            <a:r>
              <a:rPr sz="4300" spc="-120" dirty="0"/>
              <a:t>t</a:t>
            </a:r>
            <a:r>
              <a:rPr sz="4300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2192319" y="1427479"/>
            <a:ext cx="26263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r>
              <a:rPr sz="21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Courier New"/>
                <a:cs typeface="Courier New"/>
              </a:rPr>
              <a:t>...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2319" y="1762760"/>
            <a:ext cx="83820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DROP </a:t>
            </a:r>
            <a:r>
              <a:rPr sz="2100" spc="-12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ALTER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04983" y="1762760"/>
            <a:ext cx="4413885" cy="88519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100" spc="-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...</a:t>
            </a:r>
            <a:endParaRPr sz="2100">
              <a:latin typeface="Courier New"/>
              <a:cs typeface="Courier New"/>
            </a:endParaRPr>
          </a:p>
          <a:p>
            <a:pPr marL="174625">
              <a:lnSpc>
                <a:spcPct val="100000"/>
              </a:lnSpc>
              <a:spcBef>
                <a:spcPts val="865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...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ADD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/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REMOVE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...</a:t>
            </a:r>
            <a:endParaRPr sz="21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173269" y="2813405"/>
          <a:ext cx="2501899" cy="6964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8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233">
                <a:tc>
                  <a:txBody>
                    <a:bodyPr/>
                    <a:lstStyle/>
                    <a:p>
                      <a:pPr marL="31750">
                        <a:lnSpc>
                          <a:spcPts val="2005"/>
                        </a:lnSpc>
                      </a:pPr>
                      <a:r>
                        <a:rPr sz="21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INSERT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ts val="2005"/>
                        </a:lnSpc>
                      </a:pPr>
                      <a:r>
                        <a:rPr sz="21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INTO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05"/>
                        </a:lnSpc>
                      </a:pPr>
                      <a:r>
                        <a:rPr sz="21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...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234">
                <a:tc>
                  <a:txBody>
                    <a:bodyPr/>
                    <a:lstStyle/>
                    <a:p>
                      <a:pPr marL="31750">
                        <a:lnSpc>
                          <a:spcPts val="2515"/>
                        </a:lnSpc>
                        <a:spcBef>
                          <a:spcPts val="125"/>
                        </a:spcBef>
                      </a:pPr>
                      <a:r>
                        <a:rPr sz="21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DELETE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ts val="2515"/>
                        </a:lnSpc>
                        <a:spcBef>
                          <a:spcPts val="125"/>
                        </a:spcBef>
                      </a:pPr>
                      <a:r>
                        <a:rPr sz="21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15"/>
                        </a:lnSpc>
                        <a:spcBef>
                          <a:spcPts val="125"/>
                        </a:spcBef>
                      </a:pPr>
                      <a:r>
                        <a:rPr sz="21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...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158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192319" y="2625343"/>
            <a:ext cx="4576445" cy="2625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3025" marR="492125">
              <a:lnSpc>
                <a:spcPct val="1343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VALUES 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WHERE</a:t>
            </a:r>
            <a:r>
              <a:rPr sz="2100" spc="-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...</a:t>
            </a:r>
            <a:endParaRPr sz="2100">
              <a:latin typeface="Courier New"/>
              <a:cs typeface="Courier New"/>
            </a:endParaRPr>
          </a:p>
          <a:p>
            <a:pPr marL="12700" marR="5080">
              <a:lnSpc>
                <a:spcPts val="3500"/>
              </a:lnSpc>
              <a:spcBef>
                <a:spcPts val="185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UPDATE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...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SET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...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WHERE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... </a:t>
            </a:r>
            <a:r>
              <a:rPr sz="2100" spc="-12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...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...</a:t>
            </a:r>
            <a:endParaRPr sz="2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...</a:t>
            </a:r>
            <a:r>
              <a:rPr sz="21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UNION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...</a:t>
            </a:r>
            <a:endParaRPr sz="2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...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INTERSECT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...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0061" y="6903719"/>
            <a:ext cx="706183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[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constraints</a:t>
            </a:r>
            <a:r>
              <a:rPr sz="17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referential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constraint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maintenance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later</a:t>
            </a:r>
            <a:r>
              <a:rPr sz="17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]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1353" y="315975"/>
            <a:ext cx="789368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25" dirty="0"/>
              <a:t>C</a:t>
            </a:r>
            <a:r>
              <a:rPr sz="4300" spc="-135" dirty="0"/>
              <a:t>R</a:t>
            </a:r>
            <a:r>
              <a:rPr sz="4300" spc="-125" dirty="0"/>
              <a:t>E</a:t>
            </a:r>
            <a:r>
              <a:rPr sz="4300" spc="-140" dirty="0"/>
              <a:t>A</a:t>
            </a:r>
            <a:r>
              <a:rPr sz="4300" spc="-130" dirty="0"/>
              <a:t>T</a:t>
            </a:r>
            <a:r>
              <a:rPr sz="4300" dirty="0"/>
              <a:t>E</a:t>
            </a:r>
            <a:r>
              <a:rPr sz="4300" spc="-245" dirty="0"/>
              <a:t> </a:t>
            </a:r>
            <a:r>
              <a:rPr sz="4300" spc="-130" dirty="0"/>
              <a:t>T</a:t>
            </a:r>
            <a:r>
              <a:rPr sz="4300" spc="-140" dirty="0"/>
              <a:t>A</a:t>
            </a:r>
            <a:r>
              <a:rPr sz="4300" spc="-130" dirty="0"/>
              <a:t>BL</a:t>
            </a:r>
            <a:r>
              <a:rPr sz="4300" dirty="0"/>
              <a:t>E</a:t>
            </a:r>
            <a:r>
              <a:rPr sz="4300" spc="-245" dirty="0"/>
              <a:t> </a:t>
            </a:r>
            <a:r>
              <a:rPr sz="4300" spc="-125" dirty="0"/>
              <a:t>(E</a:t>
            </a:r>
            <a:r>
              <a:rPr sz="4300" spc="-130" dirty="0"/>
              <a:t>n</a:t>
            </a:r>
            <a:r>
              <a:rPr sz="4300" spc="-125" dirty="0"/>
              <a:t>tit</a:t>
            </a:r>
            <a:r>
              <a:rPr sz="4300" dirty="0"/>
              <a:t>y</a:t>
            </a:r>
            <a:r>
              <a:rPr sz="4300" spc="-254" dirty="0"/>
              <a:t> </a:t>
            </a:r>
            <a:r>
              <a:rPr sz="4300" spc="-140" dirty="0"/>
              <a:t>S</a:t>
            </a:r>
            <a:r>
              <a:rPr sz="4300" spc="-125" dirty="0"/>
              <a:t>et</a:t>
            </a:r>
            <a:r>
              <a:rPr sz="4300" dirty="0"/>
              <a:t>)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442844" y="5298948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1408" y="5298948"/>
            <a:ext cx="21812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person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8203" y="5551932"/>
            <a:ext cx="11042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id</a:t>
            </a:r>
            <a:r>
              <a:rPr sz="2000" spc="-7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INT,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8203" y="5820155"/>
            <a:ext cx="26454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name</a:t>
            </a:r>
            <a:r>
              <a:rPr sz="2000" spc="-6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VARCHAR(40),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8203" y="6085332"/>
            <a:ext cx="3261360" cy="58356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505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address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VARCHAR(255),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(id)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31452" y="5298948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10016" y="5298948"/>
            <a:ext cx="21812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person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06812" y="5551932"/>
            <a:ext cx="11042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id</a:t>
            </a:r>
            <a:r>
              <a:rPr sz="2000" spc="-7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INT,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06812" y="5820155"/>
            <a:ext cx="35699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first_name</a:t>
            </a:r>
            <a:r>
              <a:rPr sz="2000" spc="-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VARCHAR(20),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06812" y="6085332"/>
            <a:ext cx="35699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middle_name</a:t>
            </a:r>
            <a:r>
              <a:rPr sz="2000" spc="-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VARCHAR(3),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06812" y="6338316"/>
            <a:ext cx="3415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last_name</a:t>
            </a:r>
            <a:r>
              <a:rPr sz="2000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VARCHAR(20),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06812" y="6606540"/>
            <a:ext cx="29533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 KEY (id)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89865" y="1203958"/>
            <a:ext cx="0" cy="5800090"/>
          </a:xfrm>
          <a:custGeom>
            <a:avLst/>
            <a:gdLst/>
            <a:ahLst/>
            <a:cxnLst/>
            <a:rect l="l" t="t" r="r" b="b"/>
            <a:pathLst>
              <a:path h="5800090">
                <a:moveTo>
                  <a:pt x="0" y="0"/>
                </a:moveTo>
                <a:lnTo>
                  <a:pt x="1" y="5799908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2844" y="3887723"/>
            <a:ext cx="1565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person(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37863" y="3887723"/>
            <a:ext cx="7962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name,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62350" y="3887723"/>
            <a:ext cx="12585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address)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91737" y="1516753"/>
            <a:ext cx="1285240" cy="54673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1605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11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6372" y="2319252"/>
            <a:ext cx="1229360" cy="501650"/>
            <a:chOff x="636372" y="2319252"/>
            <a:chExt cx="1229360" cy="501650"/>
          </a:xfrm>
        </p:grpSpPr>
        <p:sp>
          <p:nvSpPr>
            <p:cNvPr id="21" name="object 21"/>
            <p:cNvSpPr/>
            <p:nvPr/>
          </p:nvSpPr>
          <p:spPr>
            <a:xfrm>
              <a:off x="641452" y="2324332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3" y="272321"/>
                  </a:lnTo>
                  <a:lnTo>
                    <a:pt x="1218708" y="245564"/>
                  </a:lnTo>
                  <a:lnTo>
                    <a:pt x="1215133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1452" y="2324332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54286" y="2426208"/>
            <a:ext cx="192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id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961775" y="2384221"/>
            <a:ext cx="1229360" cy="501650"/>
            <a:chOff x="1961775" y="2384221"/>
            <a:chExt cx="1229360" cy="501650"/>
          </a:xfrm>
        </p:grpSpPr>
        <p:sp>
          <p:nvSpPr>
            <p:cNvPr id="25" name="object 25"/>
            <p:cNvSpPr/>
            <p:nvPr/>
          </p:nvSpPr>
          <p:spPr>
            <a:xfrm>
              <a:off x="1966855" y="2389301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66855" y="2389301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292576" y="2490215"/>
            <a:ext cx="5670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na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76605" y="2057874"/>
            <a:ext cx="2656205" cy="678180"/>
            <a:chOff x="1676605" y="2057874"/>
            <a:chExt cx="2656205" cy="678180"/>
          </a:xfrm>
        </p:grpSpPr>
        <p:sp>
          <p:nvSpPr>
            <p:cNvPr id="29" name="object 29"/>
            <p:cNvSpPr/>
            <p:nvPr/>
          </p:nvSpPr>
          <p:spPr>
            <a:xfrm>
              <a:off x="3241329" y="2239520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543195" y="0"/>
                  </a:moveTo>
                  <a:lnTo>
                    <a:pt x="479847" y="1652"/>
                  </a:lnTo>
                  <a:lnTo>
                    <a:pt x="418645" y="6485"/>
                  </a:lnTo>
                  <a:lnTo>
                    <a:pt x="359997" y="14316"/>
                  </a:lnTo>
                  <a:lnTo>
                    <a:pt x="304311" y="24959"/>
                  </a:lnTo>
                  <a:lnTo>
                    <a:pt x="251994" y="38231"/>
                  </a:lnTo>
                  <a:lnTo>
                    <a:pt x="203454" y="53948"/>
                  </a:lnTo>
                  <a:lnTo>
                    <a:pt x="159097" y="71924"/>
                  </a:lnTo>
                  <a:lnTo>
                    <a:pt x="119333" y="91976"/>
                  </a:lnTo>
                  <a:lnTo>
                    <a:pt x="84568" y="113920"/>
                  </a:lnTo>
                  <a:lnTo>
                    <a:pt x="31667" y="162746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8" y="377209"/>
                  </a:lnTo>
                  <a:lnTo>
                    <a:pt x="119333" y="399153"/>
                  </a:lnTo>
                  <a:lnTo>
                    <a:pt x="159097" y="419205"/>
                  </a:lnTo>
                  <a:lnTo>
                    <a:pt x="203454" y="437181"/>
                  </a:lnTo>
                  <a:lnTo>
                    <a:pt x="251994" y="452897"/>
                  </a:lnTo>
                  <a:lnTo>
                    <a:pt x="304311" y="466169"/>
                  </a:lnTo>
                  <a:lnTo>
                    <a:pt x="359997" y="476813"/>
                  </a:lnTo>
                  <a:lnTo>
                    <a:pt x="418645" y="484643"/>
                  </a:lnTo>
                  <a:lnTo>
                    <a:pt x="479847" y="489477"/>
                  </a:lnTo>
                  <a:lnTo>
                    <a:pt x="543195" y="491129"/>
                  </a:lnTo>
                  <a:lnTo>
                    <a:pt x="606543" y="489477"/>
                  </a:lnTo>
                  <a:lnTo>
                    <a:pt x="667745" y="484643"/>
                  </a:lnTo>
                  <a:lnTo>
                    <a:pt x="726392" y="476813"/>
                  </a:lnTo>
                  <a:lnTo>
                    <a:pt x="782078" y="466169"/>
                  </a:lnTo>
                  <a:lnTo>
                    <a:pt x="834395" y="452897"/>
                  </a:lnTo>
                  <a:lnTo>
                    <a:pt x="882936" y="437181"/>
                  </a:lnTo>
                  <a:lnTo>
                    <a:pt x="927292" y="419205"/>
                  </a:lnTo>
                  <a:lnTo>
                    <a:pt x="967056" y="399153"/>
                  </a:lnTo>
                  <a:lnTo>
                    <a:pt x="1001821" y="377209"/>
                  </a:lnTo>
                  <a:lnTo>
                    <a:pt x="1054723" y="328383"/>
                  </a:lnTo>
                  <a:lnTo>
                    <a:pt x="1082736" y="274202"/>
                  </a:lnTo>
                  <a:lnTo>
                    <a:pt x="1086391" y="245564"/>
                  </a:lnTo>
                  <a:lnTo>
                    <a:pt x="1082736" y="216926"/>
                  </a:lnTo>
                  <a:lnTo>
                    <a:pt x="1054723" y="162746"/>
                  </a:lnTo>
                  <a:lnTo>
                    <a:pt x="1001821" y="113920"/>
                  </a:lnTo>
                  <a:lnTo>
                    <a:pt x="967056" y="91976"/>
                  </a:lnTo>
                  <a:lnTo>
                    <a:pt x="927292" y="71924"/>
                  </a:lnTo>
                  <a:lnTo>
                    <a:pt x="882936" y="53948"/>
                  </a:lnTo>
                  <a:lnTo>
                    <a:pt x="834395" y="38231"/>
                  </a:lnTo>
                  <a:lnTo>
                    <a:pt x="782078" y="24959"/>
                  </a:lnTo>
                  <a:lnTo>
                    <a:pt x="726392" y="14316"/>
                  </a:lnTo>
                  <a:lnTo>
                    <a:pt x="667745" y="6485"/>
                  </a:lnTo>
                  <a:lnTo>
                    <a:pt x="606543" y="1652"/>
                  </a:lnTo>
                  <a:lnTo>
                    <a:pt x="54319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41329" y="2239520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34263" y="2062954"/>
              <a:ext cx="866775" cy="248920"/>
            </a:xfrm>
            <a:custGeom>
              <a:avLst/>
              <a:gdLst/>
              <a:ahLst/>
              <a:cxnLst/>
              <a:rect l="l" t="t" r="r" b="b"/>
              <a:pathLst>
                <a:path w="866775" h="248919">
                  <a:moveTo>
                    <a:pt x="866164" y="248489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34263" y="2062955"/>
              <a:ext cx="42545" cy="326390"/>
            </a:xfrm>
            <a:custGeom>
              <a:avLst/>
              <a:gdLst/>
              <a:ahLst/>
              <a:cxnLst/>
              <a:rect l="l" t="t" r="r" b="b"/>
              <a:pathLst>
                <a:path w="42544" h="326389">
                  <a:moveTo>
                    <a:pt x="41946" y="326346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681685" y="2062954"/>
              <a:ext cx="852805" cy="333375"/>
            </a:xfrm>
            <a:custGeom>
              <a:avLst/>
              <a:gdLst/>
              <a:ahLst/>
              <a:cxnLst/>
              <a:rect l="l" t="t" r="r" b="b"/>
              <a:pathLst>
                <a:path w="852805" h="333375">
                  <a:moveTo>
                    <a:pt x="0" y="333301"/>
                  </a:moveTo>
                  <a:lnTo>
                    <a:pt x="852578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408923" y="2331720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ess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353524" y="1279132"/>
            <a:ext cx="1224915" cy="501650"/>
            <a:chOff x="8353524" y="1279132"/>
            <a:chExt cx="1224915" cy="501650"/>
          </a:xfrm>
        </p:grpSpPr>
        <p:sp>
          <p:nvSpPr>
            <p:cNvPr id="36" name="object 36"/>
            <p:cNvSpPr/>
            <p:nvPr/>
          </p:nvSpPr>
          <p:spPr>
            <a:xfrm>
              <a:off x="8358604" y="1284212"/>
              <a:ext cx="1214755" cy="491490"/>
            </a:xfrm>
            <a:custGeom>
              <a:avLst/>
              <a:gdLst/>
              <a:ahLst/>
              <a:cxnLst/>
              <a:rect l="l" t="t" r="r" b="b"/>
              <a:pathLst>
                <a:path w="1214754" h="491489">
                  <a:moveTo>
                    <a:pt x="607209" y="0"/>
                  </a:moveTo>
                  <a:lnTo>
                    <a:pt x="541047" y="1440"/>
                  </a:lnTo>
                  <a:lnTo>
                    <a:pt x="476949" y="5663"/>
                  </a:lnTo>
                  <a:lnTo>
                    <a:pt x="415284" y="12519"/>
                  </a:lnTo>
                  <a:lnTo>
                    <a:pt x="356424" y="21856"/>
                  </a:lnTo>
                  <a:lnTo>
                    <a:pt x="300739" y="33526"/>
                  </a:lnTo>
                  <a:lnTo>
                    <a:pt x="248599" y="47379"/>
                  </a:lnTo>
                  <a:lnTo>
                    <a:pt x="200375" y="63265"/>
                  </a:lnTo>
                  <a:lnTo>
                    <a:pt x="156437" y="81035"/>
                  </a:lnTo>
                  <a:lnTo>
                    <a:pt x="117156" y="100537"/>
                  </a:lnTo>
                  <a:lnTo>
                    <a:pt x="82902" y="121623"/>
                  </a:lnTo>
                  <a:lnTo>
                    <a:pt x="30955" y="167947"/>
                  </a:lnTo>
                  <a:lnTo>
                    <a:pt x="3563" y="218807"/>
                  </a:lnTo>
                  <a:lnTo>
                    <a:pt x="0" y="245564"/>
                  </a:lnTo>
                  <a:lnTo>
                    <a:pt x="3563" y="272321"/>
                  </a:lnTo>
                  <a:lnTo>
                    <a:pt x="30955" y="323182"/>
                  </a:lnTo>
                  <a:lnTo>
                    <a:pt x="82902" y="369506"/>
                  </a:lnTo>
                  <a:lnTo>
                    <a:pt x="117156" y="390592"/>
                  </a:lnTo>
                  <a:lnTo>
                    <a:pt x="156437" y="410094"/>
                  </a:lnTo>
                  <a:lnTo>
                    <a:pt x="200375" y="427863"/>
                  </a:lnTo>
                  <a:lnTo>
                    <a:pt x="248599" y="443749"/>
                  </a:lnTo>
                  <a:lnTo>
                    <a:pt x="300739" y="457602"/>
                  </a:lnTo>
                  <a:lnTo>
                    <a:pt x="356424" y="469272"/>
                  </a:lnTo>
                  <a:lnTo>
                    <a:pt x="415284" y="478610"/>
                  </a:lnTo>
                  <a:lnTo>
                    <a:pt x="476949" y="485465"/>
                  </a:lnTo>
                  <a:lnTo>
                    <a:pt x="541047" y="489688"/>
                  </a:lnTo>
                  <a:lnTo>
                    <a:pt x="607209" y="491129"/>
                  </a:lnTo>
                  <a:lnTo>
                    <a:pt x="673372" y="489688"/>
                  </a:lnTo>
                  <a:lnTo>
                    <a:pt x="737470" y="485465"/>
                  </a:lnTo>
                  <a:lnTo>
                    <a:pt x="799135" y="478610"/>
                  </a:lnTo>
                  <a:lnTo>
                    <a:pt x="857995" y="469272"/>
                  </a:lnTo>
                  <a:lnTo>
                    <a:pt x="913680" y="457602"/>
                  </a:lnTo>
                  <a:lnTo>
                    <a:pt x="965819" y="443749"/>
                  </a:lnTo>
                  <a:lnTo>
                    <a:pt x="1014044" y="427863"/>
                  </a:lnTo>
                  <a:lnTo>
                    <a:pt x="1057981" y="410094"/>
                  </a:lnTo>
                  <a:lnTo>
                    <a:pt x="1097263" y="390592"/>
                  </a:lnTo>
                  <a:lnTo>
                    <a:pt x="1131517" y="369506"/>
                  </a:lnTo>
                  <a:lnTo>
                    <a:pt x="1183463" y="323182"/>
                  </a:lnTo>
                  <a:lnTo>
                    <a:pt x="1210856" y="272321"/>
                  </a:lnTo>
                  <a:lnTo>
                    <a:pt x="1214419" y="245564"/>
                  </a:lnTo>
                  <a:lnTo>
                    <a:pt x="1210856" y="218807"/>
                  </a:lnTo>
                  <a:lnTo>
                    <a:pt x="1183463" y="167947"/>
                  </a:lnTo>
                  <a:lnTo>
                    <a:pt x="1131517" y="121623"/>
                  </a:lnTo>
                  <a:lnTo>
                    <a:pt x="1097263" y="100537"/>
                  </a:lnTo>
                  <a:lnTo>
                    <a:pt x="1057981" y="81035"/>
                  </a:lnTo>
                  <a:lnTo>
                    <a:pt x="1014044" y="63265"/>
                  </a:lnTo>
                  <a:lnTo>
                    <a:pt x="965819" y="47379"/>
                  </a:lnTo>
                  <a:lnTo>
                    <a:pt x="913680" y="33526"/>
                  </a:lnTo>
                  <a:lnTo>
                    <a:pt x="857995" y="21856"/>
                  </a:lnTo>
                  <a:lnTo>
                    <a:pt x="799135" y="12519"/>
                  </a:lnTo>
                  <a:lnTo>
                    <a:pt x="737470" y="5663"/>
                  </a:lnTo>
                  <a:lnTo>
                    <a:pt x="673372" y="1440"/>
                  </a:lnTo>
                  <a:lnTo>
                    <a:pt x="60720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358604" y="1284212"/>
              <a:ext cx="1214755" cy="491490"/>
            </a:xfrm>
            <a:custGeom>
              <a:avLst/>
              <a:gdLst/>
              <a:ahLst/>
              <a:cxnLst/>
              <a:rect l="l" t="t" r="r" b="b"/>
              <a:pathLst>
                <a:path w="1214754" h="491489">
                  <a:moveTo>
                    <a:pt x="0" y="245564"/>
                  </a:moveTo>
                  <a:lnTo>
                    <a:pt x="14005" y="192885"/>
                  </a:lnTo>
                  <a:lnTo>
                    <a:pt x="54045" y="144143"/>
                  </a:lnTo>
                  <a:lnTo>
                    <a:pt x="117156" y="100537"/>
                  </a:lnTo>
                  <a:lnTo>
                    <a:pt x="156437" y="81034"/>
                  </a:lnTo>
                  <a:lnTo>
                    <a:pt x="200375" y="63265"/>
                  </a:lnTo>
                  <a:lnTo>
                    <a:pt x="248599" y="47379"/>
                  </a:lnTo>
                  <a:lnTo>
                    <a:pt x="300739" y="33526"/>
                  </a:lnTo>
                  <a:lnTo>
                    <a:pt x="356424" y="21856"/>
                  </a:lnTo>
                  <a:lnTo>
                    <a:pt x="415284" y="12519"/>
                  </a:lnTo>
                  <a:lnTo>
                    <a:pt x="476948" y="5663"/>
                  </a:lnTo>
                  <a:lnTo>
                    <a:pt x="541047" y="1440"/>
                  </a:lnTo>
                  <a:lnTo>
                    <a:pt x="607209" y="0"/>
                  </a:lnTo>
                  <a:lnTo>
                    <a:pt x="673371" y="1440"/>
                  </a:lnTo>
                  <a:lnTo>
                    <a:pt x="737470" y="5663"/>
                  </a:lnTo>
                  <a:lnTo>
                    <a:pt x="799134" y="12519"/>
                  </a:lnTo>
                  <a:lnTo>
                    <a:pt x="857994" y="21856"/>
                  </a:lnTo>
                  <a:lnTo>
                    <a:pt x="913679" y="33526"/>
                  </a:lnTo>
                  <a:lnTo>
                    <a:pt x="965819" y="47379"/>
                  </a:lnTo>
                  <a:lnTo>
                    <a:pt x="1014043" y="63265"/>
                  </a:lnTo>
                  <a:lnTo>
                    <a:pt x="1057981" y="81034"/>
                  </a:lnTo>
                  <a:lnTo>
                    <a:pt x="1097262" y="100537"/>
                  </a:lnTo>
                  <a:lnTo>
                    <a:pt x="1131517" y="121623"/>
                  </a:lnTo>
                  <a:lnTo>
                    <a:pt x="1183463" y="167947"/>
                  </a:lnTo>
                  <a:lnTo>
                    <a:pt x="1210856" y="218807"/>
                  </a:lnTo>
                  <a:lnTo>
                    <a:pt x="1214419" y="245564"/>
                  </a:lnTo>
                  <a:lnTo>
                    <a:pt x="1210856" y="272321"/>
                  </a:lnTo>
                  <a:lnTo>
                    <a:pt x="1183463" y="323182"/>
                  </a:lnTo>
                  <a:lnTo>
                    <a:pt x="1131517" y="369506"/>
                  </a:lnTo>
                  <a:lnTo>
                    <a:pt x="1097262" y="390592"/>
                  </a:lnTo>
                  <a:lnTo>
                    <a:pt x="1057981" y="410094"/>
                  </a:lnTo>
                  <a:lnTo>
                    <a:pt x="1014043" y="427863"/>
                  </a:lnTo>
                  <a:lnTo>
                    <a:pt x="965819" y="443749"/>
                  </a:lnTo>
                  <a:lnTo>
                    <a:pt x="913679" y="457602"/>
                  </a:lnTo>
                  <a:lnTo>
                    <a:pt x="857994" y="469272"/>
                  </a:lnTo>
                  <a:lnTo>
                    <a:pt x="799134" y="478610"/>
                  </a:lnTo>
                  <a:lnTo>
                    <a:pt x="737470" y="485465"/>
                  </a:lnTo>
                  <a:lnTo>
                    <a:pt x="673371" y="489688"/>
                  </a:lnTo>
                  <a:lnTo>
                    <a:pt x="607209" y="491129"/>
                  </a:lnTo>
                  <a:lnTo>
                    <a:pt x="541047" y="489688"/>
                  </a:lnTo>
                  <a:lnTo>
                    <a:pt x="476948" y="485465"/>
                  </a:lnTo>
                  <a:lnTo>
                    <a:pt x="415284" y="478610"/>
                  </a:lnTo>
                  <a:lnTo>
                    <a:pt x="356424" y="469272"/>
                  </a:lnTo>
                  <a:lnTo>
                    <a:pt x="300739" y="457602"/>
                  </a:lnTo>
                  <a:lnTo>
                    <a:pt x="248599" y="443749"/>
                  </a:lnTo>
                  <a:lnTo>
                    <a:pt x="200375" y="427863"/>
                  </a:lnTo>
                  <a:lnTo>
                    <a:pt x="156437" y="410094"/>
                  </a:lnTo>
                  <a:lnTo>
                    <a:pt x="117156" y="390592"/>
                  </a:lnTo>
                  <a:lnTo>
                    <a:pt x="82901" y="369506"/>
                  </a:lnTo>
                  <a:lnTo>
                    <a:pt x="30955" y="323182"/>
                  </a:lnTo>
                  <a:lnTo>
                    <a:pt x="3563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777854" y="1386840"/>
            <a:ext cx="3752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f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864007" y="2602298"/>
            <a:ext cx="1285240" cy="54673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11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228114" y="1886526"/>
            <a:ext cx="1056005" cy="501650"/>
            <a:chOff x="5228114" y="1886526"/>
            <a:chExt cx="1056005" cy="501650"/>
          </a:xfrm>
        </p:grpSpPr>
        <p:sp>
          <p:nvSpPr>
            <p:cNvPr id="41" name="object 41"/>
            <p:cNvSpPr/>
            <p:nvPr/>
          </p:nvSpPr>
          <p:spPr>
            <a:xfrm>
              <a:off x="5233194" y="1891606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522709" y="0"/>
                  </a:moveTo>
                  <a:lnTo>
                    <a:pt x="457141" y="1913"/>
                  </a:lnTo>
                  <a:lnTo>
                    <a:pt x="394004" y="7499"/>
                  </a:lnTo>
                  <a:lnTo>
                    <a:pt x="333787" y="16529"/>
                  </a:lnTo>
                  <a:lnTo>
                    <a:pt x="276981" y="28771"/>
                  </a:lnTo>
                  <a:lnTo>
                    <a:pt x="224074" y="43996"/>
                  </a:lnTo>
                  <a:lnTo>
                    <a:pt x="175557" y="61974"/>
                  </a:lnTo>
                  <a:lnTo>
                    <a:pt x="131920" y="82475"/>
                  </a:lnTo>
                  <a:lnTo>
                    <a:pt x="93652" y="105268"/>
                  </a:lnTo>
                  <a:lnTo>
                    <a:pt x="61243" y="130123"/>
                  </a:lnTo>
                  <a:lnTo>
                    <a:pt x="15964" y="185100"/>
                  </a:lnTo>
                  <a:lnTo>
                    <a:pt x="0" y="245564"/>
                  </a:lnTo>
                  <a:lnTo>
                    <a:pt x="4072" y="276367"/>
                  </a:lnTo>
                  <a:lnTo>
                    <a:pt x="35184" y="334318"/>
                  </a:lnTo>
                  <a:lnTo>
                    <a:pt x="93652" y="385860"/>
                  </a:lnTo>
                  <a:lnTo>
                    <a:pt x="131920" y="408653"/>
                  </a:lnTo>
                  <a:lnTo>
                    <a:pt x="175557" y="429154"/>
                  </a:lnTo>
                  <a:lnTo>
                    <a:pt x="224074" y="447132"/>
                  </a:lnTo>
                  <a:lnTo>
                    <a:pt x="276981" y="462357"/>
                  </a:lnTo>
                  <a:lnTo>
                    <a:pt x="333787" y="474599"/>
                  </a:lnTo>
                  <a:lnTo>
                    <a:pt x="394004" y="483629"/>
                  </a:lnTo>
                  <a:lnTo>
                    <a:pt x="457141" y="489216"/>
                  </a:lnTo>
                  <a:lnTo>
                    <a:pt x="522709" y="491129"/>
                  </a:lnTo>
                  <a:lnTo>
                    <a:pt x="588276" y="489216"/>
                  </a:lnTo>
                  <a:lnTo>
                    <a:pt x="651413" y="483629"/>
                  </a:lnTo>
                  <a:lnTo>
                    <a:pt x="711630" y="474599"/>
                  </a:lnTo>
                  <a:lnTo>
                    <a:pt x="768436" y="462357"/>
                  </a:lnTo>
                  <a:lnTo>
                    <a:pt x="821343" y="447132"/>
                  </a:lnTo>
                  <a:lnTo>
                    <a:pt x="869860" y="429154"/>
                  </a:lnTo>
                  <a:lnTo>
                    <a:pt x="913497" y="408653"/>
                  </a:lnTo>
                  <a:lnTo>
                    <a:pt x="951765" y="385860"/>
                  </a:lnTo>
                  <a:lnTo>
                    <a:pt x="984173" y="361005"/>
                  </a:lnTo>
                  <a:lnTo>
                    <a:pt x="1029453" y="306028"/>
                  </a:lnTo>
                  <a:lnTo>
                    <a:pt x="1045417" y="245564"/>
                  </a:lnTo>
                  <a:lnTo>
                    <a:pt x="1041344" y="214761"/>
                  </a:lnTo>
                  <a:lnTo>
                    <a:pt x="1010232" y="156810"/>
                  </a:lnTo>
                  <a:lnTo>
                    <a:pt x="951765" y="105268"/>
                  </a:lnTo>
                  <a:lnTo>
                    <a:pt x="913497" y="82475"/>
                  </a:lnTo>
                  <a:lnTo>
                    <a:pt x="869860" y="61974"/>
                  </a:lnTo>
                  <a:lnTo>
                    <a:pt x="821343" y="43996"/>
                  </a:lnTo>
                  <a:lnTo>
                    <a:pt x="768436" y="28771"/>
                  </a:lnTo>
                  <a:lnTo>
                    <a:pt x="711630" y="16529"/>
                  </a:lnTo>
                  <a:lnTo>
                    <a:pt x="651413" y="7499"/>
                  </a:lnTo>
                  <a:lnTo>
                    <a:pt x="588276" y="1913"/>
                  </a:lnTo>
                  <a:lnTo>
                    <a:pt x="52270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33194" y="1891606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0" y="245564"/>
                  </a:moveTo>
                  <a:lnTo>
                    <a:pt x="15963" y="185100"/>
                  </a:lnTo>
                  <a:lnTo>
                    <a:pt x="61243" y="130123"/>
                  </a:lnTo>
                  <a:lnTo>
                    <a:pt x="93651" y="105268"/>
                  </a:lnTo>
                  <a:lnTo>
                    <a:pt x="131919" y="82475"/>
                  </a:lnTo>
                  <a:lnTo>
                    <a:pt x="175556" y="61974"/>
                  </a:lnTo>
                  <a:lnTo>
                    <a:pt x="224073" y="43997"/>
                  </a:lnTo>
                  <a:lnTo>
                    <a:pt x="276980" y="28771"/>
                  </a:lnTo>
                  <a:lnTo>
                    <a:pt x="333787" y="16529"/>
                  </a:lnTo>
                  <a:lnTo>
                    <a:pt x="394003" y="7499"/>
                  </a:lnTo>
                  <a:lnTo>
                    <a:pt x="457140" y="1913"/>
                  </a:lnTo>
                  <a:lnTo>
                    <a:pt x="522708" y="0"/>
                  </a:lnTo>
                  <a:lnTo>
                    <a:pt x="588275" y="1913"/>
                  </a:lnTo>
                  <a:lnTo>
                    <a:pt x="651412" y="7499"/>
                  </a:lnTo>
                  <a:lnTo>
                    <a:pt x="711629" y="16529"/>
                  </a:lnTo>
                  <a:lnTo>
                    <a:pt x="768436" y="28771"/>
                  </a:lnTo>
                  <a:lnTo>
                    <a:pt x="821342" y="43997"/>
                  </a:lnTo>
                  <a:lnTo>
                    <a:pt x="869859" y="61974"/>
                  </a:lnTo>
                  <a:lnTo>
                    <a:pt x="913496" y="82475"/>
                  </a:lnTo>
                  <a:lnTo>
                    <a:pt x="951764" y="105268"/>
                  </a:lnTo>
                  <a:lnTo>
                    <a:pt x="984173" y="130123"/>
                  </a:lnTo>
                  <a:lnTo>
                    <a:pt x="1029452" y="185100"/>
                  </a:lnTo>
                  <a:lnTo>
                    <a:pt x="1045416" y="245564"/>
                  </a:lnTo>
                  <a:lnTo>
                    <a:pt x="1041343" y="276367"/>
                  </a:lnTo>
                  <a:lnTo>
                    <a:pt x="1010232" y="334318"/>
                  </a:lnTo>
                  <a:lnTo>
                    <a:pt x="951764" y="385861"/>
                  </a:lnTo>
                  <a:lnTo>
                    <a:pt x="913496" y="408654"/>
                  </a:lnTo>
                  <a:lnTo>
                    <a:pt x="869859" y="429154"/>
                  </a:lnTo>
                  <a:lnTo>
                    <a:pt x="821342" y="447132"/>
                  </a:lnTo>
                  <a:lnTo>
                    <a:pt x="768436" y="462357"/>
                  </a:lnTo>
                  <a:lnTo>
                    <a:pt x="711629" y="474600"/>
                  </a:lnTo>
                  <a:lnTo>
                    <a:pt x="651412" y="483629"/>
                  </a:lnTo>
                  <a:lnTo>
                    <a:pt x="588275" y="489216"/>
                  </a:lnTo>
                  <a:lnTo>
                    <a:pt x="522708" y="491129"/>
                  </a:lnTo>
                  <a:lnTo>
                    <a:pt x="457140" y="489216"/>
                  </a:lnTo>
                  <a:lnTo>
                    <a:pt x="394003" y="483629"/>
                  </a:lnTo>
                  <a:lnTo>
                    <a:pt x="333787" y="474600"/>
                  </a:lnTo>
                  <a:lnTo>
                    <a:pt x="276980" y="462357"/>
                  </a:lnTo>
                  <a:lnTo>
                    <a:pt x="224073" y="447132"/>
                  </a:lnTo>
                  <a:lnTo>
                    <a:pt x="175556" y="429154"/>
                  </a:lnTo>
                  <a:lnTo>
                    <a:pt x="131919" y="408654"/>
                  </a:lnTo>
                  <a:lnTo>
                    <a:pt x="93651" y="385861"/>
                  </a:lnTo>
                  <a:lnTo>
                    <a:pt x="61243" y="361006"/>
                  </a:lnTo>
                  <a:lnTo>
                    <a:pt x="15963" y="306029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659384" y="1993391"/>
            <a:ext cx="192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674624" y="1880811"/>
            <a:ext cx="2029460" cy="501650"/>
            <a:chOff x="5674624" y="1880811"/>
            <a:chExt cx="2029460" cy="501650"/>
          </a:xfrm>
        </p:grpSpPr>
        <p:sp>
          <p:nvSpPr>
            <p:cNvPr id="45" name="object 45"/>
            <p:cNvSpPr/>
            <p:nvPr/>
          </p:nvSpPr>
          <p:spPr>
            <a:xfrm>
              <a:off x="5674624" y="2248423"/>
              <a:ext cx="165100" cy="12700"/>
            </a:xfrm>
            <a:custGeom>
              <a:avLst/>
              <a:gdLst/>
              <a:ahLst/>
              <a:cxnLst/>
              <a:rect l="l" t="t" r="r" b="b"/>
              <a:pathLst>
                <a:path w="165100" h="12700">
                  <a:moveTo>
                    <a:pt x="1651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65100" y="12700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653394" y="1885891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522707" y="0"/>
                  </a:moveTo>
                  <a:lnTo>
                    <a:pt x="457140" y="1913"/>
                  </a:lnTo>
                  <a:lnTo>
                    <a:pt x="394003" y="7499"/>
                  </a:lnTo>
                  <a:lnTo>
                    <a:pt x="333786" y="16529"/>
                  </a:lnTo>
                  <a:lnTo>
                    <a:pt x="276980" y="28771"/>
                  </a:lnTo>
                  <a:lnTo>
                    <a:pt x="224073" y="43997"/>
                  </a:lnTo>
                  <a:lnTo>
                    <a:pt x="175556" y="61975"/>
                  </a:lnTo>
                  <a:lnTo>
                    <a:pt x="131919" y="82475"/>
                  </a:lnTo>
                  <a:lnTo>
                    <a:pt x="93651" y="105268"/>
                  </a:lnTo>
                  <a:lnTo>
                    <a:pt x="61243" y="130123"/>
                  </a:lnTo>
                  <a:lnTo>
                    <a:pt x="15963" y="185100"/>
                  </a:lnTo>
                  <a:lnTo>
                    <a:pt x="0" y="245564"/>
                  </a:lnTo>
                  <a:lnTo>
                    <a:pt x="4072" y="276367"/>
                  </a:lnTo>
                  <a:lnTo>
                    <a:pt x="35184" y="334318"/>
                  </a:lnTo>
                  <a:lnTo>
                    <a:pt x="93651" y="385861"/>
                  </a:lnTo>
                  <a:lnTo>
                    <a:pt x="131919" y="408654"/>
                  </a:lnTo>
                  <a:lnTo>
                    <a:pt x="175556" y="429154"/>
                  </a:lnTo>
                  <a:lnTo>
                    <a:pt x="224073" y="447132"/>
                  </a:lnTo>
                  <a:lnTo>
                    <a:pt x="276980" y="462357"/>
                  </a:lnTo>
                  <a:lnTo>
                    <a:pt x="333786" y="474600"/>
                  </a:lnTo>
                  <a:lnTo>
                    <a:pt x="394003" y="483629"/>
                  </a:lnTo>
                  <a:lnTo>
                    <a:pt x="457140" y="489216"/>
                  </a:lnTo>
                  <a:lnTo>
                    <a:pt x="522707" y="491129"/>
                  </a:lnTo>
                  <a:lnTo>
                    <a:pt x="588275" y="489216"/>
                  </a:lnTo>
                  <a:lnTo>
                    <a:pt x="651412" y="483629"/>
                  </a:lnTo>
                  <a:lnTo>
                    <a:pt x="711628" y="474600"/>
                  </a:lnTo>
                  <a:lnTo>
                    <a:pt x="768435" y="462357"/>
                  </a:lnTo>
                  <a:lnTo>
                    <a:pt x="821342" y="447132"/>
                  </a:lnTo>
                  <a:lnTo>
                    <a:pt x="869859" y="429154"/>
                  </a:lnTo>
                  <a:lnTo>
                    <a:pt x="913496" y="408654"/>
                  </a:lnTo>
                  <a:lnTo>
                    <a:pt x="951763" y="385861"/>
                  </a:lnTo>
                  <a:lnTo>
                    <a:pt x="984172" y="361006"/>
                  </a:lnTo>
                  <a:lnTo>
                    <a:pt x="1029451" y="306029"/>
                  </a:lnTo>
                  <a:lnTo>
                    <a:pt x="1045415" y="245564"/>
                  </a:lnTo>
                  <a:lnTo>
                    <a:pt x="1041343" y="214761"/>
                  </a:lnTo>
                  <a:lnTo>
                    <a:pt x="1010231" y="156811"/>
                  </a:lnTo>
                  <a:lnTo>
                    <a:pt x="951763" y="105268"/>
                  </a:lnTo>
                  <a:lnTo>
                    <a:pt x="913496" y="82475"/>
                  </a:lnTo>
                  <a:lnTo>
                    <a:pt x="869859" y="61975"/>
                  </a:lnTo>
                  <a:lnTo>
                    <a:pt x="821342" y="43997"/>
                  </a:lnTo>
                  <a:lnTo>
                    <a:pt x="768435" y="28771"/>
                  </a:lnTo>
                  <a:lnTo>
                    <a:pt x="711628" y="16529"/>
                  </a:lnTo>
                  <a:lnTo>
                    <a:pt x="651412" y="7499"/>
                  </a:lnTo>
                  <a:lnTo>
                    <a:pt x="588275" y="1913"/>
                  </a:lnTo>
                  <a:lnTo>
                    <a:pt x="522707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53394" y="1885891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0" y="245564"/>
                  </a:moveTo>
                  <a:lnTo>
                    <a:pt x="15963" y="185100"/>
                  </a:lnTo>
                  <a:lnTo>
                    <a:pt x="61243" y="130123"/>
                  </a:lnTo>
                  <a:lnTo>
                    <a:pt x="93651" y="105268"/>
                  </a:lnTo>
                  <a:lnTo>
                    <a:pt x="131919" y="82475"/>
                  </a:lnTo>
                  <a:lnTo>
                    <a:pt x="175556" y="61974"/>
                  </a:lnTo>
                  <a:lnTo>
                    <a:pt x="224073" y="43997"/>
                  </a:lnTo>
                  <a:lnTo>
                    <a:pt x="276980" y="28771"/>
                  </a:lnTo>
                  <a:lnTo>
                    <a:pt x="333787" y="16529"/>
                  </a:lnTo>
                  <a:lnTo>
                    <a:pt x="394003" y="7499"/>
                  </a:lnTo>
                  <a:lnTo>
                    <a:pt x="457140" y="1913"/>
                  </a:lnTo>
                  <a:lnTo>
                    <a:pt x="522708" y="0"/>
                  </a:lnTo>
                  <a:lnTo>
                    <a:pt x="588275" y="1913"/>
                  </a:lnTo>
                  <a:lnTo>
                    <a:pt x="651412" y="7499"/>
                  </a:lnTo>
                  <a:lnTo>
                    <a:pt x="711629" y="16529"/>
                  </a:lnTo>
                  <a:lnTo>
                    <a:pt x="768436" y="28771"/>
                  </a:lnTo>
                  <a:lnTo>
                    <a:pt x="821342" y="43997"/>
                  </a:lnTo>
                  <a:lnTo>
                    <a:pt x="869859" y="61974"/>
                  </a:lnTo>
                  <a:lnTo>
                    <a:pt x="913496" y="82475"/>
                  </a:lnTo>
                  <a:lnTo>
                    <a:pt x="951764" y="105268"/>
                  </a:lnTo>
                  <a:lnTo>
                    <a:pt x="984173" y="130123"/>
                  </a:lnTo>
                  <a:lnTo>
                    <a:pt x="1029452" y="185100"/>
                  </a:lnTo>
                  <a:lnTo>
                    <a:pt x="1045416" y="245564"/>
                  </a:lnTo>
                  <a:lnTo>
                    <a:pt x="1041343" y="276367"/>
                  </a:lnTo>
                  <a:lnTo>
                    <a:pt x="1010232" y="334318"/>
                  </a:lnTo>
                  <a:lnTo>
                    <a:pt x="951764" y="385861"/>
                  </a:lnTo>
                  <a:lnTo>
                    <a:pt x="913496" y="408654"/>
                  </a:lnTo>
                  <a:lnTo>
                    <a:pt x="869859" y="429154"/>
                  </a:lnTo>
                  <a:lnTo>
                    <a:pt x="821342" y="447132"/>
                  </a:lnTo>
                  <a:lnTo>
                    <a:pt x="768436" y="462357"/>
                  </a:lnTo>
                  <a:lnTo>
                    <a:pt x="711629" y="474600"/>
                  </a:lnTo>
                  <a:lnTo>
                    <a:pt x="651412" y="483629"/>
                  </a:lnTo>
                  <a:lnTo>
                    <a:pt x="588275" y="489216"/>
                  </a:lnTo>
                  <a:lnTo>
                    <a:pt x="522708" y="491129"/>
                  </a:lnTo>
                  <a:lnTo>
                    <a:pt x="457140" y="489216"/>
                  </a:lnTo>
                  <a:lnTo>
                    <a:pt x="394003" y="483629"/>
                  </a:lnTo>
                  <a:lnTo>
                    <a:pt x="333787" y="474600"/>
                  </a:lnTo>
                  <a:lnTo>
                    <a:pt x="276980" y="462357"/>
                  </a:lnTo>
                  <a:lnTo>
                    <a:pt x="224073" y="447132"/>
                  </a:lnTo>
                  <a:lnTo>
                    <a:pt x="175556" y="429154"/>
                  </a:lnTo>
                  <a:lnTo>
                    <a:pt x="131919" y="408654"/>
                  </a:lnTo>
                  <a:lnTo>
                    <a:pt x="93651" y="385861"/>
                  </a:lnTo>
                  <a:lnTo>
                    <a:pt x="61243" y="361006"/>
                  </a:lnTo>
                  <a:lnTo>
                    <a:pt x="15963" y="306029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892469" y="1987296"/>
            <a:ext cx="5670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na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750824" y="1880811"/>
            <a:ext cx="3827779" cy="727075"/>
            <a:chOff x="5750824" y="1880811"/>
            <a:chExt cx="3827779" cy="727075"/>
          </a:xfrm>
        </p:grpSpPr>
        <p:sp>
          <p:nvSpPr>
            <p:cNvPr id="50" name="object 50"/>
            <p:cNvSpPr/>
            <p:nvPr/>
          </p:nvSpPr>
          <p:spPr>
            <a:xfrm>
              <a:off x="5755904" y="2382735"/>
              <a:ext cx="751205" cy="219710"/>
            </a:xfrm>
            <a:custGeom>
              <a:avLst/>
              <a:gdLst/>
              <a:ahLst/>
              <a:cxnLst/>
              <a:rect l="l" t="t" r="r" b="b"/>
              <a:pathLst>
                <a:path w="751204" h="219710">
                  <a:moveTo>
                    <a:pt x="0" y="0"/>
                  </a:moveTo>
                  <a:lnTo>
                    <a:pt x="750629" y="21956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506532" y="2377022"/>
              <a:ext cx="669925" cy="225425"/>
            </a:xfrm>
            <a:custGeom>
              <a:avLst/>
              <a:gdLst/>
              <a:ahLst/>
              <a:cxnLst/>
              <a:rect l="l" t="t" r="r" b="b"/>
              <a:pathLst>
                <a:path w="669925" h="225425">
                  <a:moveTo>
                    <a:pt x="669569" y="0"/>
                  </a:moveTo>
                  <a:lnTo>
                    <a:pt x="0" y="225276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358605" y="1885891"/>
              <a:ext cx="1214755" cy="491490"/>
            </a:xfrm>
            <a:custGeom>
              <a:avLst/>
              <a:gdLst/>
              <a:ahLst/>
              <a:cxnLst/>
              <a:rect l="l" t="t" r="r" b="b"/>
              <a:pathLst>
                <a:path w="1214754" h="491489">
                  <a:moveTo>
                    <a:pt x="607209" y="0"/>
                  </a:moveTo>
                  <a:lnTo>
                    <a:pt x="541047" y="1440"/>
                  </a:lnTo>
                  <a:lnTo>
                    <a:pt x="476949" y="5663"/>
                  </a:lnTo>
                  <a:lnTo>
                    <a:pt x="415284" y="12519"/>
                  </a:lnTo>
                  <a:lnTo>
                    <a:pt x="356424" y="21856"/>
                  </a:lnTo>
                  <a:lnTo>
                    <a:pt x="300739" y="33526"/>
                  </a:lnTo>
                  <a:lnTo>
                    <a:pt x="248599" y="47379"/>
                  </a:lnTo>
                  <a:lnTo>
                    <a:pt x="200375" y="63265"/>
                  </a:lnTo>
                  <a:lnTo>
                    <a:pt x="156437" y="81035"/>
                  </a:lnTo>
                  <a:lnTo>
                    <a:pt x="117156" y="100537"/>
                  </a:lnTo>
                  <a:lnTo>
                    <a:pt x="82902" y="121623"/>
                  </a:lnTo>
                  <a:lnTo>
                    <a:pt x="30955" y="167947"/>
                  </a:lnTo>
                  <a:lnTo>
                    <a:pt x="3563" y="218807"/>
                  </a:lnTo>
                  <a:lnTo>
                    <a:pt x="0" y="245564"/>
                  </a:lnTo>
                  <a:lnTo>
                    <a:pt x="3563" y="272321"/>
                  </a:lnTo>
                  <a:lnTo>
                    <a:pt x="30955" y="323182"/>
                  </a:lnTo>
                  <a:lnTo>
                    <a:pt x="82902" y="369506"/>
                  </a:lnTo>
                  <a:lnTo>
                    <a:pt x="117156" y="390592"/>
                  </a:lnTo>
                  <a:lnTo>
                    <a:pt x="156437" y="410094"/>
                  </a:lnTo>
                  <a:lnTo>
                    <a:pt x="200375" y="427863"/>
                  </a:lnTo>
                  <a:lnTo>
                    <a:pt x="248599" y="443749"/>
                  </a:lnTo>
                  <a:lnTo>
                    <a:pt x="300739" y="457602"/>
                  </a:lnTo>
                  <a:lnTo>
                    <a:pt x="356424" y="469272"/>
                  </a:lnTo>
                  <a:lnTo>
                    <a:pt x="415284" y="478610"/>
                  </a:lnTo>
                  <a:lnTo>
                    <a:pt x="476949" y="485465"/>
                  </a:lnTo>
                  <a:lnTo>
                    <a:pt x="541047" y="489688"/>
                  </a:lnTo>
                  <a:lnTo>
                    <a:pt x="607209" y="491129"/>
                  </a:lnTo>
                  <a:lnTo>
                    <a:pt x="673372" y="489688"/>
                  </a:lnTo>
                  <a:lnTo>
                    <a:pt x="737470" y="485465"/>
                  </a:lnTo>
                  <a:lnTo>
                    <a:pt x="799135" y="478610"/>
                  </a:lnTo>
                  <a:lnTo>
                    <a:pt x="857995" y="469272"/>
                  </a:lnTo>
                  <a:lnTo>
                    <a:pt x="913680" y="457602"/>
                  </a:lnTo>
                  <a:lnTo>
                    <a:pt x="965819" y="443749"/>
                  </a:lnTo>
                  <a:lnTo>
                    <a:pt x="1014044" y="427863"/>
                  </a:lnTo>
                  <a:lnTo>
                    <a:pt x="1057981" y="410094"/>
                  </a:lnTo>
                  <a:lnTo>
                    <a:pt x="1097263" y="390592"/>
                  </a:lnTo>
                  <a:lnTo>
                    <a:pt x="1131517" y="369506"/>
                  </a:lnTo>
                  <a:lnTo>
                    <a:pt x="1183463" y="323182"/>
                  </a:lnTo>
                  <a:lnTo>
                    <a:pt x="1210856" y="272321"/>
                  </a:lnTo>
                  <a:lnTo>
                    <a:pt x="1214419" y="245564"/>
                  </a:lnTo>
                  <a:lnTo>
                    <a:pt x="1210856" y="218807"/>
                  </a:lnTo>
                  <a:lnTo>
                    <a:pt x="1183463" y="167947"/>
                  </a:lnTo>
                  <a:lnTo>
                    <a:pt x="1131517" y="121623"/>
                  </a:lnTo>
                  <a:lnTo>
                    <a:pt x="1097263" y="100537"/>
                  </a:lnTo>
                  <a:lnTo>
                    <a:pt x="1057981" y="81035"/>
                  </a:lnTo>
                  <a:lnTo>
                    <a:pt x="1014044" y="63265"/>
                  </a:lnTo>
                  <a:lnTo>
                    <a:pt x="965819" y="47379"/>
                  </a:lnTo>
                  <a:lnTo>
                    <a:pt x="913680" y="33526"/>
                  </a:lnTo>
                  <a:lnTo>
                    <a:pt x="857995" y="21856"/>
                  </a:lnTo>
                  <a:lnTo>
                    <a:pt x="799135" y="12519"/>
                  </a:lnTo>
                  <a:lnTo>
                    <a:pt x="737470" y="5663"/>
                  </a:lnTo>
                  <a:lnTo>
                    <a:pt x="673372" y="1440"/>
                  </a:lnTo>
                  <a:lnTo>
                    <a:pt x="60720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358605" y="1885891"/>
              <a:ext cx="1214755" cy="491490"/>
            </a:xfrm>
            <a:custGeom>
              <a:avLst/>
              <a:gdLst/>
              <a:ahLst/>
              <a:cxnLst/>
              <a:rect l="l" t="t" r="r" b="b"/>
              <a:pathLst>
                <a:path w="1214754" h="491489">
                  <a:moveTo>
                    <a:pt x="0" y="245564"/>
                  </a:moveTo>
                  <a:lnTo>
                    <a:pt x="14005" y="192885"/>
                  </a:lnTo>
                  <a:lnTo>
                    <a:pt x="54045" y="144143"/>
                  </a:lnTo>
                  <a:lnTo>
                    <a:pt x="117156" y="100537"/>
                  </a:lnTo>
                  <a:lnTo>
                    <a:pt x="156437" y="81034"/>
                  </a:lnTo>
                  <a:lnTo>
                    <a:pt x="200375" y="63265"/>
                  </a:lnTo>
                  <a:lnTo>
                    <a:pt x="248599" y="47379"/>
                  </a:lnTo>
                  <a:lnTo>
                    <a:pt x="300739" y="33526"/>
                  </a:lnTo>
                  <a:lnTo>
                    <a:pt x="356424" y="21856"/>
                  </a:lnTo>
                  <a:lnTo>
                    <a:pt x="415284" y="12519"/>
                  </a:lnTo>
                  <a:lnTo>
                    <a:pt x="476948" y="5663"/>
                  </a:lnTo>
                  <a:lnTo>
                    <a:pt x="541047" y="1440"/>
                  </a:lnTo>
                  <a:lnTo>
                    <a:pt x="607209" y="0"/>
                  </a:lnTo>
                  <a:lnTo>
                    <a:pt x="673371" y="1440"/>
                  </a:lnTo>
                  <a:lnTo>
                    <a:pt x="737470" y="5663"/>
                  </a:lnTo>
                  <a:lnTo>
                    <a:pt x="799134" y="12519"/>
                  </a:lnTo>
                  <a:lnTo>
                    <a:pt x="857994" y="21856"/>
                  </a:lnTo>
                  <a:lnTo>
                    <a:pt x="913679" y="33526"/>
                  </a:lnTo>
                  <a:lnTo>
                    <a:pt x="965819" y="47379"/>
                  </a:lnTo>
                  <a:lnTo>
                    <a:pt x="1014043" y="63265"/>
                  </a:lnTo>
                  <a:lnTo>
                    <a:pt x="1057981" y="81034"/>
                  </a:lnTo>
                  <a:lnTo>
                    <a:pt x="1097262" y="100537"/>
                  </a:lnTo>
                  <a:lnTo>
                    <a:pt x="1131517" y="121623"/>
                  </a:lnTo>
                  <a:lnTo>
                    <a:pt x="1183463" y="167947"/>
                  </a:lnTo>
                  <a:lnTo>
                    <a:pt x="1210856" y="218807"/>
                  </a:lnTo>
                  <a:lnTo>
                    <a:pt x="1214419" y="245564"/>
                  </a:lnTo>
                  <a:lnTo>
                    <a:pt x="1210856" y="272321"/>
                  </a:lnTo>
                  <a:lnTo>
                    <a:pt x="1183463" y="323182"/>
                  </a:lnTo>
                  <a:lnTo>
                    <a:pt x="1131517" y="369506"/>
                  </a:lnTo>
                  <a:lnTo>
                    <a:pt x="1097262" y="390592"/>
                  </a:lnTo>
                  <a:lnTo>
                    <a:pt x="1057981" y="410094"/>
                  </a:lnTo>
                  <a:lnTo>
                    <a:pt x="1014043" y="427863"/>
                  </a:lnTo>
                  <a:lnTo>
                    <a:pt x="965819" y="443749"/>
                  </a:lnTo>
                  <a:lnTo>
                    <a:pt x="913679" y="457602"/>
                  </a:lnTo>
                  <a:lnTo>
                    <a:pt x="857994" y="469272"/>
                  </a:lnTo>
                  <a:lnTo>
                    <a:pt x="799134" y="478610"/>
                  </a:lnTo>
                  <a:lnTo>
                    <a:pt x="737470" y="485465"/>
                  </a:lnTo>
                  <a:lnTo>
                    <a:pt x="673371" y="489688"/>
                  </a:lnTo>
                  <a:lnTo>
                    <a:pt x="607209" y="491129"/>
                  </a:lnTo>
                  <a:lnTo>
                    <a:pt x="541047" y="489688"/>
                  </a:lnTo>
                  <a:lnTo>
                    <a:pt x="476948" y="485465"/>
                  </a:lnTo>
                  <a:lnTo>
                    <a:pt x="415284" y="478610"/>
                  </a:lnTo>
                  <a:lnTo>
                    <a:pt x="356424" y="469272"/>
                  </a:lnTo>
                  <a:lnTo>
                    <a:pt x="300739" y="457602"/>
                  </a:lnTo>
                  <a:lnTo>
                    <a:pt x="248599" y="443749"/>
                  </a:lnTo>
                  <a:lnTo>
                    <a:pt x="200375" y="427863"/>
                  </a:lnTo>
                  <a:lnTo>
                    <a:pt x="156437" y="410094"/>
                  </a:lnTo>
                  <a:lnTo>
                    <a:pt x="117156" y="390592"/>
                  </a:lnTo>
                  <a:lnTo>
                    <a:pt x="82901" y="369506"/>
                  </a:lnTo>
                  <a:lnTo>
                    <a:pt x="30955" y="323182"/>
                  </a:lnTo>
                  <a:lnTo>
                    <a:pt x="3563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8634768" y="1987296"/>
            <a:ext cx="6623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dd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8353524" y="2474426"/>
            <a:ext cx="1224915" cy="501650"/>
            <a:chOff x="8353524" y="2474426"/>
            <a:chExt cx="1224915" cy="501650"/>
          </a:xfrm>
        </p:grpSpPr>
        <p:sp>
          <p:nvSpPr>
            <p:cNvPr id="56" name="object 56"/>
            <p:cNvSpPr/>
            <p:nvPr/>
          </p:nvSpPr>
          <p:spPr>
            <a:xfrm>
              <a:off x="8358604" y="2479506"/>
              <a:ext cx="1214755" cy="491490"/>
            </a:xfrm>
            <a:custGeom>
              <a:avLst/>
              <a:gdLst/>
              <a:ahLst/>
              <a:cxnLst/>
              <a:rect l="l" t="t" r="r" b="b"/>
              <a:pathLst>
                <a:path w="1214754" h="491489">
                  <a:moveTo>
                    <a:pt x="607209" y="0"/>
                  </a:moveTo>
                  <a:lnTo>
                    <a:pt x="541047" y="1440"/>
                  </a:lnTo>
                  <a:lnTo>
                    <a:pt x="476949" y="5663"/>
                  </a:lnTo>
                  <a:lnTo>
                    <a:pt x="415284" y="12519"/>
                  </a:lnTo>
                  <a:lnTo>
                    <a:pt x="356424" y="21856"/>
                  </a:lnTo>
                  <a:lnTo>
                    <a:pt x="300739" y="33526"/>
                  </a:lnTo>
                  <a:lnTo>
                    <a:pt x="248599" y="47379"/>
                  </a:lnTo>
                  <a:lnTo>
                    <a:pt x="200375" y="63265"/>
                  </a:lnTo>
                  <a:lnTo>
                    <a:pt x="156437" y="81034"/>
                  </a:lnTo>
                  <a:lnTo>
                    <a:pt x="117156" y="100537"/>
                  </a:lnTo>
                  <a:lnTo>
                    <a:pt x="82902" y="121623"/>
                  </a:lnTo>
                  <a:lnTo>
                    <a:pt x="30955" y="167947"/>
                  </a:lnTo>
                  <a:lnTo>
                    <a:pt x="3563" y="218807"/>
                  </a:lnTo>
                  <a:lnTo>
                    <a:pt x="0" y="245564"/>
                  </a:lnTo>
                  <a:lnTo>
                    <a:pt x="3563" y="272321"/>
                  </a:lnTo>
                  <a:lnTo>
                    <a:pt x="30955" y="323182"/>
                  </a:lnTo>
                  <a:lnTo>
                    <a:pt x="82902" y="369506"/>
                  </a:lnTo>
                  <a:lnTo>
                    <a:pt x="117156" y="390592"/>
                  </a:lnTo>
                  <a:lnTo>
                    <a:pt x="156437" y="410094"/>
                  </a:lnTo>
                  <a:lnTo>
                    <a:pt x="200375" y="427863"/>
                  </a:lnTo>
                  <a:lnTo>
                    <a:pt x="248599" y="443749"/>
                  </a:lnTo>
                  <a:lnTo>
                    <a:pt x="300739" y="457602"/>
                  </a:lnTo>
                  <a:lnTo>
                    <a:pt x="356424" y="469272"/>
                  </a:lnTo>
                  <a:lnTo>
                    <a:pt x="415284" y="478610"/>
                  </a:lnTo>
                  <a:lnTo>
                    <a:pt x="476949" y="485465"/>
                  </a:lnTo>
                  <a:lnTo>
                    <a:pt x="541047" y="489688"/>
                  </a:lnTo>
                  <a:lnTo>
                    <a:pt x="607209" y="491129"/>
                  </a:lnTo>
                  <a:lnTo>
                    <a:pt x="673372" y="489688"/>
                  </a:lnTo>
                  <a:lnTo>
                    <a:pt x="737470" y="485465"/>
                  </a:lnTo>
                  <a:lnTo>
                    <a:pt x="799135" y="478610"/>
                  </a:lnTo>
                  <a:lnTo>
                    <a:pt x="857995" y="469272"/>
                  </a:lnTo>
                  <a:lnTo>
                    <a:pt x="913680" y="457602"/>
                  </a:lnTo>
                  <a:lnTo>
                    <a:pt x="965819" y="443749"/>
                  </a:lnTo>
                  <a:lnTo>
                    <a:pt x="1014044" y="427863"/>
                  </a:lnTo>
                  <a:lnTo>
                    <a:pt x="1057981" y="410094"/>
                  </a:lnTo>
                  <a:lnTo>
                    <a:pt x="1097263" y="390592"/>
                  </a:lnTo>
                  <a:lnTo>
                    <a:pt x="1131517" y="369506"/>
                  </a:lnTo>
                  <a:lnTo>
                    <a:pt x="1183463" y="323182"/>
                  </a:lnTo>
                  <a:lnTo>
                    <a:pt x="1210856" y="272321"/>
                  </a:lnTo>
                  <a:lnTo>
                    <a:pt x="1214419" y="245564"/>
                  </a:lnTo>
                  <a:lnTo>
                    <a:pt x="1210856" y="218807"/>
                  </a:lnTo>
                  <a:lnTo>
                    <a:pt x="1183463" y="167947"/>
                  </a:lnTo>
                  <a:lnTo>
                    <a:pt x="1131517" y="121623"/>
                  </a:lnTo>
                  <a:lnTo>
                    <a:pt x="1097263" y="100537"/>
                  </a:lnTo>
                  <a:lnTo>
                    <a:pt x="1057981" y="81034"/>
                  </a:lnTo>
                  <a:lnTo>
                    <a:pt x="1014044" y="63265"/>
                  </a:lnTo>
                  <a:lnTo>
                    <a:pt x="965819" y="47379"/>
                  </a:lnTo>
                  <a:lnTo>
                    <a:pt x="913680" y="33526"/>
                  </a:lnTo>
                  <a:lnTo>
                    <a:pt x="857995" y="21856"/>
                  </a:lnTo>
                  <a:lnTo>
                    <a:pt x="799135" y="12519"/>
                  </a:lnTo>
                  <a:lnTo>
                    <a:pt x="737470" y="5663"/>
                  </a:lnTo>
                  <a:lnTo>
                    <a:pt x="673372" y="1440"/>
                  </a:lnTo>
                  <a:lnTo>
                    <a:pt x="60720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358604" y="2479506"/>
              <a:ext cx="1214755" cy="491490"/>
            </a:xfrm>
            <a:custGeom>
              <a:avLst/>
              <a:gdLst/>
              <a:ahLst/>
              <a:cxnLst/>
              <a:rect l="l" t="t" r="r" b="b"/>
              <a:pathLst>
                <a:path w="1214754" h="491489">
                  <a:moveTo>
                    <a:pt x="0" y="245564"/>
                  </a:moveTo>
                  <a:lnTo>
                    <a:pt x="14005" y="192885"/>
                  </a:lnTo>
                  <a:lnTo>
                    <a:pt x="54045" y="144143"/>
                  </a:lnTo>
                  <a:lnTo>
                    <a:pt x="117156" y="100537"/>
                  </a:lnTo>
                  <a:lnTo>
                    <a:pt x="156437" y="81034"/>
                  </a:lnTo>
                  <a:lnTo>
                    <a:pt x="200375" y="63265"/>
                  </a:lnTo>
                  <a:lnTo>
                    <a:pt x="248599" y="47379"/>
                  </a:lnTo>
                  <a:lnTo>
                    <a:pt x="300739" y="33526"/>
                  </a:lnTo>
                  <a:lnTo>
                    <a:pt x="356424" y="21856"/>
                  </a:lnTo>
                  <a:lnTo>
                    <a:pt x="415284" y="12519"/>
                  </a:lnTo>
                  <a:lnTo>
                    <a:pt x="476948" y="5663"/>
                  </a:lnTo>
                  <a:lnTo>
                    <a:pt x="541047" y="1440"/>
                  </a:lnTo>
                  <a:lnTo>
                    <a:pt x="607209" y="0"/>
                  </a:lnTo>
                  <a:lnTo>
                    <a:pt x="673371" y="1440"/>
                  </a:lnTo>
                  <a:lnTo>
                    <a:pt x="737470" y="5663"/>
                  </a:lnTo>
                  <a:lnTo>
                    <a:pt x="799134" y="12519"/>
                  </a:lnTo>
                  <a:lnTo>
                    <a:pt x="857994" y="21856"/>
                  </a:lnTo>
                  <a:lnTo>
                    <a:pt x="913679" y="33526"/>
                  </a:lnTo>
                  <a:lnTo>
                    <a:pt x="965819" y="47379"/>
                  </a:lnTo>
                  <a:lnTo>
                    <a:pt x="1014043" y="63265"/>
                  </a:lnTo>
                  <a:lnTo>
                    <a:pt x="1057981" y="81034"/>
                  </a:lnTo>
                  <a:lnTo>
                    <a:pt x="1097262" y="100537"/>
                  </a:lnTo>
                  <a:lnTo>
                    <a:pt x="1131517" y="121623"/>
                  </a:lnTo>
                  <a:lnTo>
                    <a:pt x="1183463" y="167947"/>
                  </a:lnTo>
                  <a:lnTo>
                    <a:pt x="1210856" y="218807"/>
                  </a:lnTo>
                  <a:lnTo>
                    <a:pt x="1214419" y="245564"/>
                  </a:lnTo>
                  <a:lnTo>
                    <a:pt x="1210856" y="272321"/>
                  </a:lnTo>
                  <a:lnTo>
                    <a:pt x="1183463" y="323182"/>
                  </a:lnTo>
                  <a:lnTo>
                    <a:pt x="1131517" y="369506"/>
                  </a:lnTo>
                  <a:lnTo>
                    <a:pt x="1097262" y="390592"/>
                  </a:lnTo>
                  <a:lnTo>
                    <a:pt x="1057981" y="410094"/>
                  </a:lnTo>
                  <a:lnTo>
                    <a:pt x="1014043" y="427863"/>
                  </a:lnTo>
                  <a:lnTo>
                    <a:pt x="965819" y="443749"/>
                  </a:lnTo>
                  <a:lnTo>
                    <a:pt x="913679" y="457602"/>
                  </a:lnTo>
                  <a:lnTo>
                    <a:pt x="857994" y="469272"/>
                  </a:lnTo>
                  <a:lnTo>
                    <a:pt x="799134" y="478610"/>
                  </a:lnTo>
                  <a:lnTo>
                    <a:pt x="737470" y="485465"/>
                  </a:lnTo>
                  <a:lnTo>
                    <a:pt x="673371" y="489688"/>
                  </a:lnTo>
                  <a:lnTo>
                    <a:pt x="607209" y="491129"/>
                  </a:lnTo>
                  <a:lnTo>
                    <a:pt x="541047" y="489688"/>
                  </a:lnTo>
                  <a:lnTo>
                    <a:pt x="476948" y="485465"/>
                  </a:lnTo>
                  <a:lnTo>
                    <a:pt x="415284" y="478610"/>
                  </a:lnTo>
                  <a:lnTo>
                    <a:pt x="356424" y="469272"/>
                  </a:lnTo>
                  <a:lnTo>
                    <a:pt x="300739" y="457602"/>
                  </a:lnTo>
                  <a:lnTo>
                    <a:pt x="248599" y="443749"/>
                  </a:lnTo>
                  <a:lnTo>
                    <a:pt x="200375" y="427863"/>
                  </a:lnTo>
                  <a:lnTo>
                    <a:pt x="156437" y="410094"/>
                  </a:lnTo>
                  <a:lnTo>
                    <a:pt x="117156" y="390592"/>
                  </a:lnTo>
                  <a:lnTo>
                    <a:pt x="82901" y="369506"/>
                  </a:lnTo>
                  <a:lnTo>
                    <a:pt x="30955" y="323182"/>
                  </a:lnTo>
                  <a:lnTo>
                    <a:pt x="3563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8784628" y="2581655"/>
            <a:ext cx="3613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ast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693730" y="1524697"/>
            <a:ext cx="670560" cy="1205865"/>
            <a:chOff x="7693730" y="1524697"/>
            <a:chExt cx="670560" cy="1205865"/>
          </a:xfrm>
        </p:grpSpPr>
        <p:sp>
          <p:nvSpPr>
            <p:cNvPr id="60" name="object 60"/>
            <p:cNvSpPr/>
            <p:nvPr/>
          </p:nvSpPr>
          <p:spPr>
            <a:xfrm>
              <a:off x="7698810" y="1529777"/>
              <a:ext cx="660400" cy="601980"/>
            </a:xfrm>
            <a:custGeom>
              <a:avLst/>
              <a:gdLst/>
              <a:ahLst/>
              <a:cxnLst/>
              <a:rect l="l" t="t" r="r" b="b"/>
              <a:pathLst>
                <a:path w="660400" h="601980">
                  <a:moveTo>
                    <a:pt x="659795" y="0"/>
                  </a:moveTo>
                  <a:lnTo>
                    <a:pt x="0" y="60167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698810" y="2131456"/>
              <a:ext cx="660400" cy="0"/>
            </a:xfrm>
            <a:custGeom>
              <a:avLst/>
              <a:gdLst/>
              <a:ahLst/>
              <a:cxnLst/>
              <a:rect l="l" t="t" r="r" b="b"/>
              <a:pathLst>
                <a:path w="660400">
                  <a:moveTo>
                    <a:pt x="659795" y="0"/>
                  </a:moveTo>
                  <a:lnTo>
                    <a:pt x="0" y="1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698810" y="2131456"/>
              <a:ext cx="660400" cy="593725"/>
            </a:xfrm>
            <a:custGeom>
              <a:avLst/>
              <a:gdLst/>
              <a:ahLst/>
              <a:cxnLst/>
              <a:rect l="l" t="t" r="r" b="b"/>
              <a:pathLst>
                <a:path w="660400" h="593725">
                  <a:moveTo>
                    <a:pt x="659795" y="593613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2192381" y="3505201"/>
            <a:ext cx="553085" cy="280670"/>
            <a:chOff x="2192381" y="3505201"/>
            <a:chExt cx="553085" cy="280670"/>
          </a:xfrm>
        </p:grpSpPr>
        <p:sp>
          <p:nvSpPr>
            <p:cNvPr id="64" name="object 64"/>
            <p:cNvSpPr/>
            <p:nvPr/>
          </p:nvSpPr>
          <p:spPr>
            <a:xfrm>
              <a:off x="2207621" y="352044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5" h="250189">
                  <a:moveTo>
                    <a:pt x="391886" y="0"/>
                  </a:moveTo>
                  <a:lnTo>
                    <a:pt x="130629" y="0"/>
                  </a:lnTo>
                  <a:lnTo>
                    <a:pt x="130629" y="125045"/>
                  </a:lnTo>
                  <a:lnTo>
                    <a:pt x="0" y="125045"/>
                  </a:lnTo>
                  <a:lnTo>
                    <a:pt x="261258" y="250092"/>
                  </a:lnTo>
                  <a:lnTo>
                    <a:pt x="522516" y="125045"/>
                  </a:lnTo>
                  <a:lnTo>
                    <a:pt x="391886" y="125045"/>
                  </a:lnTo>
                  <a:lnTo>
                    <a:pt x="391886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207621" y="352044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5" h="250189">
                  <a:moveTo>
                    <a:pt x="0" y="125046"/>
                  </a:moveTo>
                  <a:lnTo>
                    <a:pt x="130628" y="125046"/>
                  </a:lnTo>
                  <a:lnTo>
                    <a:pt x="130628" y="0"/>
                  </a:lnTo>
                  <a:lnTo>
                    <a:pt x="391886" y="0"/>
                  </a:lnTo>
                  <a:lnTo>
                    <a:pt x="391886" y="125046"/>
                  </a:lnTo>
                  <a:lnTo>
                    <a:pt x="522515" y="125046"/>
                  </a:lnTo>
                  <a:lnTo>
                    <a:pt x="261257" y="250091"/>
                  </a:lnTo>
                  <a:lnTo>
                    <a:pt x="0" y="125046"/>
                  </a:lnTo>
                  <a:close/>
                </a:path>
              </a:pathLst>
            </a:custGeom>
            <a:ln w="30479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66"/>
          <p:cNvGrpSpPr/>
          <p:nvPr/>
        </p:nvGrpSpPr>
        <p:grpSpPr>
          <a:xfrm>
            <a:off x="2192381" y="4846331"/>
            <a:ext cx="553085" cy="280670"/>
            <a:chOff x="2192381" y="4846331"/>
            <a:chExt cx="553085" cy="280670"/>
          </a:xfrm>
        </p:grpSpPr>
        <p:sp>
          <p:nvSpPr>
            <p:cNvPr id="67" name="object 67"/>
            <p:cNvSpPr/>
            <p:nvPr/>
          </p:nvSpPr>
          <p:spPr>
            <a:xfrm>
              <a:off x="2207621" y="486157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5" h="250189">
                  <a:moveTo>
                    <a:pt x="391886" y="0"/>
                  </a:moveTo>
                  <a:lnTo>
                    <a:pt x="130629" y="0"/>
                  </a:lnTo>
                  <a:lnTo>
                    <a:pt x="130629" y="125045"/>
                  </a:lnTo>
                  <a:lnTo>
                    <a:pt x="0" y="125045"/>
                  </a:lnTo>
                  <a:lnTo>
                    <a:pt x="261258" y="250090"/>
                  </a:lnTo>
                  <a:lnTo>
                    <a:pt x="522516" y="125045"/>
                  </a:lnTo>
                  <a:lnTo>
                    <a:pt x="391886" y="125045"/>
                  </a:lnTo>
                  <a:lnTo>
                    <a:pt x="391886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207621" y="486157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5" h="250189">
                  <a:moveTo>
                    <a:pt x="0" y="125046"/>
                  </a:moveTo>
                  <a:lnTo>
                    <a:pt x="130628" y="125046"/>
                  </a:lnTo>
                  <a:lnTo>
                    <a:pt x="130628" y="0"/>
                  </a:lnTo>
                  <a:lnTo>
                    <a:pt x="391886" y="0"/>
                  </a:lnTo>
                  <a:lnTo>
                    <a:pt x="391886" y="125046"/>
                  </a:lnTo>
                  <a:lnTo>
                    <a:pt x="522515" y="125046"/>
                  </a:lnTo>
                  <a:lnTo>
                    <a:pt x="261257" y="250091"/>
                  </a:lnTo>
                  <a:lnTo>
                    <a:pt x="0" y="125046"/>
                  </a:lnTo>
                  <a:close/>
                </a:path>
              </a:pathLst>
            </a:custGeom>
            <a:ln w="30479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7121433" y="3505201"/>
            <a:ext cx="553085" cy="280670"/>
            <a:chOff x="7121433" y="3505201"/>
            <a:chExt cx="553085" cy="280670"/>
          </a:xfrm>
        </p:grpSpPr>
        <p:sp>
          <p:nvSpPr>
            <p:cNvPr id="70" name="object 70"/>
            <p:cNvSpPr/>
            <p:nvPr/>
          </p:nvSpPr>
          <p:spPr>
            <a:xfrm>
              <a:off x="7136673" y="352044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391886" y="0"/>
                  </a:moveTo>
                  <a:lnTo>
                    <a:pt x="130629" y="0"/>
                  </a:lnTo>
                  <a:lnTo>
                    <a:pt x="130629" y="125045"/>
                  </a:lnTo>
                  <a:lnTo>
                    <a:pt x="0" y="125045"/>
                  </a:lnTo>
                  <a:lnTo>
                    <a:pt x="261258" y="250092"/>
                  </a:lnTo>
                  <a:lnTo>
                    <a:pt x="522514" y="125045"/>
                  </a:lnTo>
                  <a:lnTo>
                    <a:pt x="391886" y="125045"/>
                  </a:lnTo>
                  <a:lnTo>
                    <a:pt x="391886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136673" y="352044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0" y="125046"/>
                  </a:moveTo>
                  <a:lnTo>
                    <a:pt x="130628" y="125046"/>
                  </a:lnTo>
                  <a:lnTo>
                    <a:pt x="130628" y="0"/>
                  </a:lnTo>
                  <a:lnTo>
                    <a:pt x="391886" y="0"/>
                  </a:lnTo>
                  <a:lnTo>
                    <a:pt x="391886" y="125046"/>
                  </a:lnTo>
                  <a:lnTo>
                    <a:pt x="522515" y="125046"/>
                  </a:lnTo>
                  <a:lnTo>
                    <a:pt x="261257" y="250091"/>
                  </a:lnTo>
                  <a:lnTo>
                    <a:pt x="0" y="125046"/>
                  </a:lnTo>
                  <a:close/>
                </a:path>
              </a:pathLst>
            </a:custGeom>
            <a:ln w="30479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7121433" y="4846331"/>
            <a:ext cx="553085" cy="280670"/>
            <a:chOff x="7121433" y="4846331"/>
            <a:chExt cx="553085" cy="280670"/>
          </a:xfrm>
        </p:grpSpPr>
        <p:sp>
          <p:nvSpPr>
            <p:cNvPr id="73" name="object 73"/>
            <p:cNvSpPr/>
            <p:nvPr/>
          </p:nvSpPr>
          <p:spPr>
            <a:xfrm>
              <a:off x="7136673" y="486157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391886" y="0"/>
                  </a:moveTo>
                  <a:lnTo>
                    <a:pt x="130629" y="0"/>
                  </a:lnTo>
                  <a:lnTo>
                    <a:pt x="130629" y="125045"/>
                  </a:lnTo>
                  <a:lnTo>
                    <a:pt x="0" y="125045"/>
                  </a:lnTo>
                  <a:lnTo>
                    <a:pt x="261258" y="250090"/>
                  </a:lnTo>
                  <a:lnTo>
                    <a:pt x="522514" y="125045"/>
                  </a:lnTo>
                  <a:lnTo>
                    <a:pt x="391886" y="125045"/>
                  </a:lnTo>
                  <a:lnTo>
                    <a:pt x="391886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136673" y="486157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0" y="125046"/>
                  </a:moveTo>
                  <a:lnTo>
                    <a:pt x="130628" y="125046"/>
                  </a:lnTo>
                  <a:lnTo>
                    <a:pt x="130628" y="0"/>
                  </a:lnTo>
                  <a:lnTo>
                    <a:pt x="391886" y="0"/>
                  </a:lnTo>
                  <a:lnTo>
                    <a:pt x="391886" y="125046"/>
                  </a:lnTo>
                  <a:lnTo>
                    <a:pt x="522515" y="125046"/>
                  </a:lnTo>
                  <a:lnTo>
                    <a:pt x="261257" y="250091"/>
                  </a:lnTo>
                  <a:lnTo>
                    <a:pt x="0" y="125046"/>
                  </a:lnTo>
                  <a:close/>
                </a:path>
              </a:pathLst>
            </a:custGeom>
            <a:ln w="30479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5215139" y="3887723"/>
            <a:ext cx="4557395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001394" marR="5080" indent="-989330">
              <a:lnSpc>
                <a:spcPts val="2210"/>
              </a:lnSpc>
              <a:spcBef>
                <a:spcPts val="33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person(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first_name,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middle_name,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last_name)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1353" y="315975"/>
            <a:ext cx="789368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25" dirty="0"/>
              <a:t>C</a:t>
            </a:r>
            <a:r>
              <a:rPr sz="4300" spc="-135" dirty="0"/>
              <a:t>R</a:t>
            </a:r>
            <a:r>
              <a:rPr sz="4300" spc="-125" dirty="0"/>
              <a:t>E</a:t>
            </a:r>
            <a:r>
              <a:rPr sz="4300" spc="-140" dirty="0"/>
              <a:t>A</a:t>
            </a:r>
            <a:r>
              <a:rPr sz="4300" spc="-130" dirty="0"/>
              <a:t>T</a:t>
            </a:r>
            <a:r>
              <a:rPr sz="4300" dirty="0"/>
              <a:t>E</a:t>
            </a:r>
            <a:r>
              <a:rPr sz="4300" spc="-245" dirty="0"/>
              <a:t> </a:t>
            </a:r>
            <a:r>
              <a:rPr sz="4300" spc="-130" dirty="0"/>
              <a:t>T</a:t>
            </a:r>
            <a:r>
              <a:rPr sz="4300" spc="-140" dirty="0"/>
              <a:t>A</a:t>
            </a:r>
            <a:r>
              <a:rPr sz="4300" spc="-130" dirty="0"/>
              <a:t>BL</a:t>
            </a:r>
            <a:r>
              <a:rPr sz="4300" dirty="0"/>
              <a:t>E</a:t>
            </a:r>
            <a:r>
              <a:rPr sz="4300" spc="-245" dirty="0"/>
              <a:t> </a:t>
            </a:r>
            <a:r>
              <a:rPr sz="4300" spc="-125" dirty="0"/>
              <a:t>(E</a:t>
            </a:r>
            <a:r>
              <a:rPr sz="4300" spc="-130" dirty="0"/>
              <a:t>n</a:t>
            </a:r>
            <a:r>
              <a:rPr sz="4300" spc="-125" dirty="0"/>
              <a:t>tit</a:t>
            </a:r>
            <a:r>
              <a:rPr sz="4300" dirty="0"/>
              <a:t>y</a:t>
            </a:r>
            <a:r>
              <a:rPr sz="4300" spc="-254" dirty="0"/>
              <a:t> </a:t>
            </a:r>
            <a:r>
              <a:rPr sz="4300" spc="-140" dirty="0"/>
              <a:t>S</a:t>
            </a:r>
            <a:r>
              <a:rPr sz="4300" spc="-125" dirty="0"/>
              <a:t>et</a:t>
            </a:r>
            <a:r>
              <a:rPr sz="4300" dirty="0"/>
              <a:t>)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637831" y="4844796"/>
            <a:ext cx="6649720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1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person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id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INT,</a:t>
            </a:r>
            <a:endParaRPr sz="2000">
              <a:latin typeface="Courier New"/>
              <a:cs typeface="Courier New"/>
            </a:endParaRPr>
          </a:p>
          <a:p>
            <a:pPr marL="3400425">
              <a:lnSpc>
                <a:spcPts val="2050"/>
              </a:lnSpc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name</a:t>
            </a:r>
            <a:r>
              <a:rPr sz="2000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VARCHAR(40),</a:t>
            </a:r>
            <a:endParaRPr sz="2000">
              <a:latin typeface="Courier New"/>
              <a:cs typeface="Courier New"/>
            </a:endParaRPr>
          </a:p>
          <a:p>
            <a:pPr marL="3400425" marR="5080">
              <a:lnSpc>
                <a:spcPts val="2110"/>
              </a:lnSpc>
              <a:spcBef>
                <a:spcPts val="155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address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VARCHAR(255),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(id)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7831" y="6076188"/>
            <a:ext cx="46482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person_phone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id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4692" y="6076188"/>
            <a:ext cx="40322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INT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person(id),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1552" y="6344411"/>
            <a:ext cx="4031615" cy="595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45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phone</a:t>
            </a:r>
            <a:r>
              <a:rPr sz="2000" spc="-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45"/>
              </a:lnSpc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(id,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phone)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47683" y="2112907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9225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17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11792" y="1397135"/>
            <a:ext cx="1056005" cy="501650"/>
            <a:chOff x="3711792" y="1397135"/>
            <a:chExt cx="1056005" cy="501650"/>
          </a:xfrm>
        </p:grpSpPr>
        <p:sp>
          <p:nvSpPr>
            <p:cNvPr id="9" name="object 9"/>
            <p:cNvSpPr/>
            <p:nvPr/>
          </p:nvSpPr>
          <p:spPr>
            <a:xfrm>
              <a:off x="3716872" y="1402215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522709" y="0"/>
                  </a:moveTo>
                  <a:lnTo>
                    <a:pt x="457141" y="1913"/>
                  </a:lnTo>
                  <a:lnTo>
                    <a:pt x="394004" y="7499"/>
                  </a:lnTo>
                  <a:lnTo>
                    <a:pt x="333787" y="16529"/>
                  </a:lnTo>
                  <a:lnTo>
                    <a:pt x="276981" y="28771"/>
                  </a:lnTo>
                  <a:lnTo>
                    <a:pt x="224074" y="43997"/>
                  </a:lnTo>
                  <a:lnTo>
                    <a:pt x="175557" y="61975"/>
                  </a:lnTo>
                  <a:lnTo>
                    <a:pt x="131920" y="82475"/>
                  </a:lnTo>
                  <a:lnTo>
                    <a:pt x="93652" y="105268"/>
                  </a:lnTo>
                  <a:lnTo>
                    <a:pt x="61243" y="130123"/>
                  </a:lnTo>
                  <a:lnTo>
                    <a:pt x="15964" y="185100"/>
                  </a:lnTo>
                  <a:lnTo>
                    <a:pt x="0" y="245564"/>
                  </a:lnTo>
                  <a:lnTo>
                    <a:pt x="4072" y="276367"/>
                  </a:lnTo>
                  <a:lnTo>
                    <a:pt x="35184" y="334318"/>
                  </a:lnTo>
                  <a:lnTo>
                    <a:pt x="93652" y="385861"/>
                  </a:lnTo>
                  <a:lnTo>
                    <a:pt x="131920" y="408654"/>
                  </a:lnTo>
                  <a:lnTo>
                    <a:pt x="175557" y="429154"/>
                  </a:lnTo>
                  <a:lnTo>
                    <a:pt x="224074" y="447132"/>
                  </a:lnTo>
                  <a:lnTo>
                    <a:pt x="276981" y="462357"/>
                  </a:lnTo>
                  <a:lnTo>
                    <a:pt x="333787" y="474600"/>
                  </a:lnTo>
                  <a:lnTo>
                    <a:pt x="394004" y="483629"/>
                  </a:lnTo>
                  <a:lnTo>
                    <a:pt x="457141" y="489216"/>
                  </a:lnTo>
                  <a:lnTo>
                    <a:pt x="522709" y="491129"/>
                  </a:lnTo>
                  <a:lnTo>
                    <a:pt x="588276" y="489216"/>
                  </a:lnTo>
                  <a:lnTo>
                    <a:pt x="651413" y="483629"/>
                  </a:lnTo>
                  <a:lnTo>
                    <a:pt x="711630" y="474600"/>
                  </a:lnTo>
                  <a:lnTo>
                    <a:pt x="768436" y="462357"/>
                  </a:lnTo>
                  <a:lnTo>
                    <a:pt x="821343" y="447132"/>
                  </a:lnTo>
                  <a:lnTo>
                    <a:pt x="869860" y="429154"/>
                  </a:lnTo>
                  <a:lnTo>
                    <a:pt x="913497" y="408654"/>
                  </a:lnTo>
                  <a:lnTo>
                    <a:pt x="951765" y="385861"/>
                  </a:lnTo>
                  <a:lnTo>
                    <a:pt x="984173" y="361006"/>
                  </a:lnTo>
                  <a:lnTo>
                    <a:pt x="1029453" y="306029"/>
                  </a:lnTo>
                  <a:lnTo>
                    <a:pt x="1045417" y="245564"/>
                  </a:lnTo>
                  <a:lnTo>
                    <a:pt x="1041344" y="214761"/>
                  </a:lnTo>
                  <a:lnTo>
                    <a:pt x="1010232" y="156811"/>
                  </a:lnTo>
                  <a:lnTo>
                    <a:pt x="951765" y="105268"/>
                  </a:lnTo>
                  <a:lnTo>
                    <a:pt x="913497" y="82475"/>
                  </a:lnTo>
                  <a:lnTo>
                    <a:pt x="869860" y="61975"/>
                  </a:lnTo>
                  <a:lnTo>
                    <a:pt x="821343" y="43997"/>
                  </a:lnTo>
                  <a:lnTo>
                    <a:pt x="768436" y="28771"/>
                  </a:lnTo>
                  <a:lnTo>
                    <a:pt x="711630" y="16529"/>
                  </a:lnTo>
                  <a:lnTo>
                    <a:pt x="651413" y="7499"/>
                  </a:lnTo>
                  <a:lnTo>
                    <a:pt x="588276" y="1913"/>
                  </a:lnTo>
                  <a:lnTo>
                    <a:pt x="52270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16872" y="1402215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0" y="245564"/>
                  </a:moveTo>
                  <a:lnTo>
                    <a:pt x="15963" y="185100"/>
                  </a:lnTo>
                  <a:lnTo>
                    <a:pt x="61243" y="130123"/>
                  </a:lnTo>
                  <a:lnTo>
                    <a:pt x="93651" y="105268"/>
                  </a:lnTo>
                  <a:lnTo>
                    <a:pt x="131919" y="82475"/>
                  </a:lnTo>
                  <a:lnTo>
                    <a:pt x="175556" y="61974"/>
                  </a:lnTo>
                  <a:lnTo>
                    <a:pt x="224073" y="43997"/>
                  </a:lnTo>
                  <a:lnTo>
                    <a:pt x="276980" y="28771"/>
                  </a:lnTo>
                  <a:lnTo>
                    <a:pt x="333787" y="16529"/>
                  </a:lnTo>
                  <a:lnTo>
                    <a:pt x="394003" y="7499"/>
                  </a:lnTo>
                  <a:lnTo>
                    <a:pt x="457140" y="1913"/>
                  </a:lnTo>
                  <a:lnTo>
                    <a:pt x="522708" y="0"/>
                  </a:lnTo>
                  <a:lnTo>
                    <a:pt x="588275" y="1913"/>
                  </a:lnTo>
                  <a:lnTo>
                    <a:pt x="651412" y="7499"/>
                  </a:lnTo>
                  <a:lnTo>
                    <a:pt x="711629" y="16529"/>
                  </a:lnTo>
                  <a:lnTo>
                    <a:pt x="768436" y="28771"/>
                  </a:lnTo>
                  <a:lnTo>
                    <a:pt x="821342" y="43997"/>
                  </a:lnTo>
                  <a:lnTo>
                    <a:pt x="869859" y="61974"/>
                  </a:lnTo>
                  <a:lnTo>
                    <a:pt x="913496" y="82475"/>
                  </a:lnTo>
                  <a:lnTo>
                    <a:pt x="951764" y="105268"/>
                  </a:lnTo>
                  <a:lnTo>
                    <a:pt x="984173" y="130123"/>
                  </a:lnTo>
                  <a:lnTo>
                    <a:pt x="1029452" y="185100"/>
                  </a:lnTo>
                  <a:lnTo>
                    <a:pt x="1045416" y="245564"/>
                  </a:lnTo>
                  <a:lnTo>
                    <a:pt x="1041343" y="276367"/>
                  </a:lnTo>
                  <a:lnTo>
                    <a:pt x="1010232" y="334318"/>
                  </a:lnTo>
                  <a:lnTo>
                    <a:pt x="951764" y="385861"/>
                  </a:lnTo>
                  <a:lnTo>
                    <a:pt x="913496" y="408654"/>
                  </a:lnTo>
                  <a:lnTo>
                    <a:pt x="869859" y="429154"/>
                  </a:lnTo>
                  <a:lnTo>
                    <a:pt x="821342" y="447132"/>
                  </a:lnTo>
                  <a:lnTo>
                    <a:pt x="768436" y="462357"/>
                  </a:lnTo>
                  <a:lnTo>
                    <a:pt x="711629" y="474600"/>
                  </a:lnTo>
                  <a:lnTo>
                    <a:pt x="651412" y="483629"/>
                  </a:lnTo>
                  <a:lnTo>
                    <a:pt x="588275" y="489216"/>
                  </a:lnTo>
                  <a:lnTo>
                    <a:pt x="522708" y="491129"/>
                  </a:lnTo>
                  <a:lnTo>
                    <a:pt x="457140" y="489216"/>
                  </a:lnTo>
                  <a:lnTo>
                    <a:pt x="394003" y="483629"/>
                  </a:lnTo>
                  <a:lnTo>
                    <a:pt x="333787" y="474600"/>
                  </a:lnTo>
                  <a:lnTo>
                    <a:pt x="276980" y="462357"/>
                  </a:lnTo>
                  <a:lnTo>
                    <a:pt x="224073" y="447132"/>
                  </a:lnTo>
                  <a:lnTo>
                    <a:pt x="175556" y="429154"/>
                  </a:lnTo>
                  <a:lnTo>
                    <a:pt x="131919" y="408654"/>
                  </a:lnTo>
                  <a:lnTo>
                    <a:pt x="93651" y="385861"/>
                  </a:lnTo>
                  <a:lnTo>
                    <a:pt x="61243" y="361006"/>
                  </a:lnTo>
                  <a:lnTo>
                    <a:pt x="15963" y="306029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143059" y="1505711"/>
            <a:ext cx="192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58300" y="1391422"/>
            <a:ext cx="2029460" cy="501650"/>
            <a:chOff x="4158300" y="1391422"/>
            <a:chExt cx="2029460" cy="501650"/>
          </a:xfrm>
        </p:grpSpPr>
        <p:sp>
          <p:nvSpPr>
            <p:cNvPr id="13" name="object 13"/>
            <p:cNvSpPr/>
            <p:nvPr/>
          </p:nvSpPr>
          <p:spPr>
            <a:xfrm>
              <a:off x="4158300" y="1759032"/>
              <a:ext cx="165100" cy="12700"/>
            </a:xfrm>
            <a:custGeom>
              <a:avLst/>
              <a:gdLst/>
              <a:ahLst/>
              <a:cxnLst/>
              <a:rect l="l" t="t" r="r" b="b"/>
              <a:pathLst>
                <a:path w="165100" h="12700">
                  <a:moveTo>
                    <a:pt x="1651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65100" y="12700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37071" y="1396502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522707" y="0"/>
                  </a:moveTo>
                  <a:lnTo>
                    <a:pt x="457140" y="1913"/>
                  </a:lnTo>
                  <a:lnTo>
                    <a:pt x="394003" y="7499"/>
                  </a:lnTo>
                  <a:lnTo>
                    <a:pt x="333786" y="16529"/>
                  </a:lnTo>
                  <a:lnTo>
                    <a:pt x="276980" y="28771"/>
                  </a:lnTo>
                  <a:lnTo>
                    <a:pt x="224073" y="43996"/>
                  </a:lnTo>
                  <a:lnTo>
                    <a:pt x="175556" y="61974"/>
                  </a:lnTo>
                  <a:lnTo>
                    <a:pt x="131919" y="82475"/>
                  </a:lnTo>
                  <a:lnTo>
                    <a:pt x="93651" y="105268"/>
                  </a:lnTo>
                  <a:lnTo>
                    <a:pt x="61243" y="130123"/>
                  </a:lnTo>
                  <a:lnTo>
                    <a:pt x="15963" y="185100"/>
                  </a:lnTo>
                  <a:lnTo>
                    <a:pt x="0" y="245564"/>
                  </a:lnTo>
                  <a:lnTo>
                    <a:pt x="4072" y="276367"/>
                  </a:lnTo>
                  <a:lnTo>
                    <a:pt x="35184" y="334318"/>
                  </a:lnTo>
                  <a:lnTo>
                    <a:pt x="93651" y="385861"/>
                  </a:lnTo>
                  <a:lnTo>
                    <a:pt x="131919" y="408654"/>
                  </a:lnTo>
                  <a:lnTo>
                    <a:pt x="175556" y="429154"/>
                  </a:lnTo>
                  <a:lnTo>
                    <a:pt x="224073" y="447132"/>
                  </a:lnTo>
                  <a:lnTo>
                    <a:pt x="276980" y="462357"/>
                  </a:lnTo>
                  <a:lnTo>
                    <a:pt x="333786" y="474600"/>
                  </a:lnTo>
                  <a:lnTo>
                    <a:pt x="394003" y="483629"/>
                  </a:lnTo>
                  <a:lnTo>
                    <a:pt x="457140" y="489216"/>
                  </a:lnTo>
                  <a:lnTo>
                    <a:pt x="522707" y="491129"/>
                  </a:lnTo>
                  <a:lnTo>
                    <a:pt x="588275" y="489216"/>
                  </a:lnTo>
                  <a:lnTo>
                    <a:pt x="651412" y="483629"/>
                  </a:lnTo>
                  <a:lnTo>
                    <a:pt x="711628" y="474600"/>
                  </a:lnTo>
                  <a:lnTo>
                    <a:pt x="768435" y="462357"/>
                  </a:lnTo>
                  <a:lnTo>
                    <a:pt x="821342" y="447132"/>
                  </a:lnTo>
                  <a:lnTo>
                    <a:pt x="869859" y="429154"/>
                  </a:lnTo>
                  <a:lnTo>
                    <a:pt x="913496" y="408654"/>
                  </a:lnTo>
                  <a:lnTo>
                    <a:pt x="951763" y="385861"/>
                  </a:lnTo>
                  <a:lnTo>
                    <a:pt x="984172" y="361006"/>
                  </a:lnTo>
                  <a:lnTo>
                    <a:pt x="1029451" y="306029"/>
                  </a:lnTo>
                  <a:lnTo>
                    <a:pt x="1045415" y="245564"/>
                  </a:lnTo>
                  <a:lnTo>
                    <a:pt x="1041343" y="214761"/>
                  </a:lnTo>
                  <a:lnTo>
                    <a:pt x="1010231" y="156810"/>
                  </a:lnTo>
                  <a:lnTo>
                    <a:pt x="951763" y="105268"/>
                  </a:lnTo>
                  <a:lnTo>
                    <a:pt x="913496" y="82475"/>
                  </a:lnTo>
                  <a:lnTo>
                    <a:pt x="869859" y="61974"/>
                  </a:lnTo>
                  <a:lnTo>
                    <a:pt x="821342" y="43996"/>
                  </a:lnTo>
                  <a:lnTo>
                    <a:pt x="768435" y="28771"/>
                  </a:lnTo>
                  <a:lnTo>
                    <a:pt x="711628" y="16529"/>
                  </a:lnTo>
                  <a:lnTo>
                    <a:pt x="651412" y="7499"/>
                  </a:lnTo>
                  <a:lnTo>
                    <a:pt x="588275" y="1913"/>
                  </a:lnTo>
                  <a:lnTo>
                    <a:pt x="522707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37071" y="1396502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0" y="245564"/>
                  </a:moveTo>
                  <a:lnTo>
                    <a:pt x="15963" y="185100"/>
                  </a:lnTo>
                  <a:lnTo>
                    <a:pt x="61243" y="130123"/>
                  </a:lnTo>
                  <a:lnTo>
                    <a:pt x="93651" y="105268"/>
                  </a:lnTo>
                  <a:lnTo>
                    <a:pt x="131919" y="82475"/>
                  </a:lnTo>
                  <a:lnTo>
                    <a:pt x="175556" y="61974"/>
                  </a:lnTo>
                  <a:lnTo>
                    <a:pt x="224073" y="43997"/>
                  </a:lnTo>
                  <a:lnTo>
                    <a:pt x="276980" y="28771"/>
                  </a:lnTo>
                  <a:lnTo>
                    <a:pt x="333787" y="16529"/>
                  </a:lnTo>
                  <a:lnTo>
                    <a:pt x="394003" y="7499"/>
                  </a:lnTo>
                  <a:lnTo>
                    <a:pt x="457140" y="1913"/>
                  </a:lnTo>
                  <a:lnTo>
                    <a:pt x="522708" y="0"/>
                  </a:lnTo>
                  <a:lnTo>
                    <a:pt x="588275" y="1913"/>
                  </a:lnTo>
                  <a:lnTo>
                    <a:pt x="651412" y="7499"/>
                  </a:lnTo>
                  <a:lnTo>
                    <a:pt x="711629" y="16529"/>
                  </a:lnTo>
                  <a:lnTo>
                    <a:pt x="768436" y="28771"/>
                  </a:lnTo>
                  <a:lnTo>
                    <a:pt x="821342" y="43997"/>
                  </a:lnTo>
                  <a:lnTo>
                    <a:pt x="869859" y="61974"/>
                  </a:lnTo>
                  <a:lnTo>
                    <a:pt x="913496" y="82475"/>
                  </a:lnTo>
                  <a:lnTo>
                    <a:pt x="951764" y="105268"/>
                  </a:lnTo>
                  <a:lnTo>
                    <a:pt x="984173" y="130123"/>
                  </a:lnTo>
                  <a:lnTo>
                    <a:pt x="1029452" y="185100"/>
                  </a:lnTo>
                  <a:lnTo>
                    <a:pt x="1045416" y="245564"/>
                  </a:lnTo>
                  <a:lnTo>
                    <a:pt x="1041343" y="276367"/>
                  </a:lnTo>
                  <a:lnTo>
                    <a:pt x="1010232" y="334318"/>
                  </a:lnTo>
                  <a:lnTo>
                    <a:pt x="951764" y="385861"/>
                  </a:lnTo>
                  <a:lnTo>
                    <a:pt x="913496" y="408654"/>
                  </a:lnTo>
                  <a:lnTo>
                    <a:pt x="869859" y="429154"/>
                  </a:lnTo>
                  <a:lnTo>
                    <a:pt x="821342" y="447132"/>
                  </a:lnTo>
                  <a:lnTo>
                    <a:pt x="768436" y="462357"/>
                  </a:lnTo>
                  <a:lnTo>
                    <a:pt x="711629" y="474600"/>
                  </a:lnTo>
                  <a:lnTo>
                    <a:pt x="651412" y="483629"/>
                  </a:lnTo>
                  <a:lnTo>
                    <a:pt x="588275" y="489216"/>
                  </a:lnTo>
                  <a:lnTo>
                    <a:pt x="522708" y="491129"/>
                  </a:lnTo>
                  <a:lnTo>
                    <a:pt x="457140" y="489216"/>
                  </a:lnTo>
                  <a:lnTo>
                    <a:pt x="394003" y="483629"/>
                  </a:lnTo>
                  <a:lnTo>
                    <a:pt x="333787" y="474600"/>
                  </a:lnTo>
                  <a:lnTo>
                    <a:pt x="276980" y="462357"/>
                  </a:lnTo>
                  <a:lnTo>
                    <a:pt x="224073" y="447132"/>
                  </a:lnTo>
                  <a:lnTo>
                    <a:pt x="175556" y="429154"/>
                  </a:lnTo>
                  <a:lnTo>
                    <a:pt x="131919" y="408654"/>
                  </a:lnTo>
                  <a:lnTo>
                    <a:pt x="93651" y="385861"/>
                  </a:lnTo>
                  <a:lnTo>
                    <a:pt x="61243" y="361006"/>
                  </a:lnTo>
                  <a:lnTo>
                    <a:pt x="15963" y="306029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76146" y="1499615"/>
            <a:ext cx="5670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na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715834" y="1882551"/>
            <a:ext cx="2949575" cy="767715"/>
            <a:chOff x="2715834" y="1882551"/>
            <a:chExt cx="2949575" cy="767715"/>
          </a:xfrm>
        </p:grpSpPr>
        <p:sp>
          <p:nvSpPr>
            <p:cNvPr id="18" name="object 18"/>
            <p:cNvSpPr/>
            <p:nvPr/>
          </p:nvSpPr>
          <p:spPr>
            <a:xfrm>
              <a:off x="4239581" y="1893345"/>
              <a:ext cx="751205" cy="219710"/>
            </a:xfrm>
            <a:custGeom>
              <a:avLst/>
              <a:gdLst/>
              <a:ahLst/>
              <a:cxnLst/>
              <a:rect l="l" t="t" r="r" b="b"/>
              <a:pathLst>
                <a:path w="751204" h="219710">
                  <a:moveTo>
                    <a:pt x="0" y="0"/>
                  </a:moveTo>
                  <a:lnTo>
                    <a:pt x="750629" y="21956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90210" y="1887631"/>
              <a:ext cx="669925" cy="225425"/>
            </a:xfrm>
            <a:custGeom>
              <a:avLst/>
              <a:gdLst/>
              <a:ahLst/>
              <a:cxnLst/>
              <a:rect l="l" t="t" r="r" b="b"/>
              <a:pathLst>
                <a:path w="669925" h="225425">
                  <a:moveTo>
                    <a:pt x="669569" y="0"/>
                  </a:moveTo>
                  <a:lnTo>
                    <a:pt x="0" y="225276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74897" y="2349246"/>
              <a:ext cx="473075" cy="42545"/>
            </a:xfrm>
            <a:custGeom>
              <a:avLst/>
              <a:gdLst/>
              <a:ahLst/>
              <a:cxnLst/>
              <a:rect l="l" t="t" r="r" b="b"/>
              <a:pathLst>
                <a:path w="473075" h="42544">
                  <a:moveTo>
                    <a:pt x="0" y="0"/>
                  </a:moveTo>
                  <a:lnTo>
                    <a:pt x="472787" y="4207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20914" y="2053356"/>
              <a:ext cx="1154430" cy="591820"/>
            </a:xfrm>
            <a:custGeom>
              <a:avLst/>
              <a:gdLst/>
              <a:ahLst/>
              <a:cxnLst/>
              <a:rect l="l" t="t" r="r" b="b"/>
              <a:pathLst>
                <a:path w="1154429" h="591819">
                  <a:moveTo>
                    <a:pt x="0" y="295890"/>
                  </a:moveTo>
                  <a:lnTo>
                    <a:pt x="13308" y="232414"/>
                  </a:lnTo>
                  <a:lnTo>
                    <a:pt x="51355" y="173683"/>
                  </a:lnTo>
                  <a:lnTo>
                    <a:pt x="78776" y="146548"/>
                  </a:lnTo>
                  <a:lnTo>
                    <a:pt x="111325" y="121141"/>
                  </a:lnTo>
                  <a:lnTo>
                    <a:pt x="148652" y="97641"/>
                  </a:lnTo>
                  <a:lnTo>
                    <a:pt x="190403" y="76231"/>
                  </a:lnTo>
                  <a:lnTo>
                    <a:pt x="236227" y="57089"/>
                  </a:lnTo>
                  <a:lnTo>
                    <a:pt x="285772" y="40397"/>
                  </a:lnTo>
                  <a:lnTo>
                    <a:pt x="338686" y="26335"/>
                  </a:lnTo>
                  <a:lnTo>
                    <a:pt x="394617" y="15084"/>
                  </a:lnTo>
                  <a:lnTo>
                    <a:pt x="453213" y="6824"/>
                  </a:lnTo>
                  <a:lnTo>
                    <a:pt x="514121" y="1736"/>
                  </a:lnTo>
                  <a:lnTo>
                    <a:pt x="576991" y="0"/>
                  </a:lnTo>
                  <a:lnTo>
                    <a:pt x="639861" y="1736"/>
                  </a:lnTo>
                  <a:lnTo>
                    <a:pt x="700769" y="6824"/>
                  </a:lnTo>
                  <a:lnTo>
                    <a:pt x="759365" y="15084"/>
                  </a:lnTo>
                  <a:lnTo>
                    <a:pt x="815296" y="26335"/>
                  </a:lnTo>
                  <a:lnTo>
                    <a:pt x="868210" y="40397"/>
                  </a:lnTo>
                  <a:lnTo>
                    <a:pt x="917755" y="57089"/>
                  </a:lnTo>
                  <a:lnTo>
                    <a:pt x="963579" y="76231"/>
                  </a:lnTo>
                  <a:lnTo>
                    <a:pt x="1005330" y="97641"/>
                  </a:lnTo>
                  <a:lnTo>
                    <a:pt x="1042657" y="121141"/>
                  </a:lnTo>
                  <a:lnTo>
                    <a:pt x="1075206" y="146548"/>
                  </a:lnTo>
                  <a:lnTo>
                    <a:pt x="1102627" y="173683"/>
                  </a:lnTo>
                  <a:lnTo>
                    <a:pt x="1140674" y="232414"/>
                  </a:lnTo>
                  <a:lnTo>
                    <a:pt x="1153982" y="295890"/>
                  </a:lnTo>
                  <a:lnTo>
                    <a:pt x="1150597" y="328130"/>
                  </a:lnTo>
                  <a:lnTo>
                    <a:pt x="1124567" y="389414"/>
                  </a:lnTo>
                  <a:lnTo>
                    <a:pt x="1075206" y="445231"/>
                  </a:lnTo>
                  <a:lnTo>
                    <a:pt x="1042657" y="470638"/>
                  </a:lnTo>
                  <a:lnTo>
                    <a:pt x="1005330" y="494138"/>
                  </a:lnTo>
                  <a:lnTo>
                    <a:pt x="963579" y="515549"/>
                  </a:lnTo>
                  <a:lnTo>
                    <a:pt x="917755" y="534690"/>
                  </a:lnTo>
                  <a:lnTo>
                    <a:pt x="868210" y="551382"/>
                  </a:lnTo>
                  <a:lnTo>
                    <a:pt x="815296" y="565444"/>
                  </a:lnTo>
                  <a:lnTo>
                    <a:pt x="759365" y="576695"/>
                  </a:lnTo>
                  <a:lnTo>
                    <a:pt x="700769" y="584955"/>
                  </a:lnTo>
                  <a:lnTo>
                    <a:pt x="639861" y="590044"/>
                  </a:lnTo>
                  <a:lnTo>
                    <a:pt x="576991" y="591780"/>
                  </a:lnTo>
                  <a:lnTo>
                    <a:pt x="514121" y="590044"/>
                  </a:lnTo>
                  <a:lnTo>
                    <a:pt x="453213" y="584955"/>
                  </a:lnTo>
                  <a:lnTo>
                    <a:pt x="394617" y="576695"/>
                  </a:lnTo>
                  <a:lnTo>
                    <a:pt x="338686" y="565444"/>
                  </a:lnTo>
                  <a:lnTo>
                    <a:pt x="285772" y="551382"/>
                  </a:lnTo>
                  <a:lnTo>
                    <a:pt x="236227" y="534690"/>
                  </a:lnTo>
                  <a:lnTo>
                    <a:pt x="190403" y="515549"/>
                  </a:lnTo>
                  <a:lnTo>
                    <a:pt x="148652" y="494138"/>
                  </a:lnTo>
                  <a:lnTo>
                    <a:pt x="111325" y="470638"/>
                  </a:lnTo>
                  <a:lnTo>
                    <a:pt x="78776" y="445231"/>
                  </a:lnTo>
                  <a:lnTo>
                    <a:pt x="51355" y="418096"/>
                  </a:lnTo>
                  <a:lnTo>
                    <a:pt x="13308" y="359365"/>
                  </a:lnTo>
                  <a:lnTo>
                    <a:pt x="0" y="29589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94171" y="2108299"/>
              <a:ext cx="1016000" cy="466090"/>
            </a:xfrm>
            <a:custGeom>
              <a:avLst/>
              <a:gdLst/>
              <a:ahLst/>
              <a:cxnLst/>
              <a:rect l="l" t="t" r="r" b="b"/>
              <a:pathLst>
                <a:path w="1016000" h="466089">
                  <a:moveTo>
                    <a:pt x="507710" y="0"/>
                  </a:moveTo>
                  <a:lnTo>
                    <a:pt x="444024" y="1813"/>
                  </a:lnTo>
                  <a:lnTo>
                    <a:pt x="382698" y="7109"/>
                  </a:lnTo>
                  <a:lnTo>
                    <a:pt x="324209" y="15670"/>
                  </a:lnTo>
                  <a:lnTo>
                    <a:pt x="269033" y="27276"/>
                  </a:lnTo>
                  <a:lnTo>
                    <a:pt x="217644" y="41709"/>
                  </a:lnTo>
                  <a:lnTo>
                    <a:pt x="170519" y="58753"/>
                  </a:lnTo>
                  <a:lnTo>
                    <a:pt x="128134" y="78188"/>
                  </a:lnTo>
                  <a:lnTo>
                    <a:pt x="90964" y="99796"/>
                  </a:lnTo>
                  <a:lnTo>
                    <a:pt x="59486" y="123359"/>
                  </a:lnTo>
                  <a:lnTo>
                    <a:pt x="15505" y="175478"/>
                  </a:lnTo>
                  <a:lnTo>
                    <a:pt x="0" y="232799"/>
                  </a:lnTo>
                  <a:lnTo>
                    <a:pt x="3955" y="262001"/>
                  </a:lnTo>
                  <a:lnTo>
                    <a:pt x="34174" y="316939"/>
                  </a:lnTo>
                  <a:lnTo>
                    <a:pt x="90964" y="365803"/>
                  </a:lnTo>
                  <a:lnTo>
                    <a:pt x="128134" y="387411"/>
                  </a:lnTo>
                  <a:lnTo>
                    <a:pt x="170519" y="406846"/>
                  </a:lnTo>
                  <a:lnTo>
                    <a:pt x="217644" y="423889"/>
                  </a:lnTo>
                  <a:lnTo>
                    <a:pt x="269033" y="438323"/>
                  </a:lnTo>
                  <a:lnTo>
                    <a:pt x="324209" y="449929"/>
                  </a:lnTo>
                  <a:lnTo>
                    <a:pt x="382698" y="458489"/>
                  </a:lnTo>
                  <a:lnTo>
                    <a:pt x="444024" y="463785"/>
                  </a:lnTo>
                  <a:lnTo>
                    <a:pt x="507710" y="465599"/>
                  </a:lnTo>
                  <a:lnTo>
                    <a:pt x="571396" y="463785"/>
                  </a:lnTo>
                  <a:lnTo>
                    <a:pt x="632722" y="458489"/>
                  </a:lnTo>
                  <a:lnTo>
                    <a:pt x="691210" y="449929"/>
                  </a:lnTo>
                  <a:lnTo>
                    <a:pt x="746387" y="438323"/>
                  </a:lnTo>
                  <a:lnTo>
                    <a:pt x="797776" y="423889"/>
                  </a:lnTo>
                  <a:lnTo>
                    <a:pt x="844901" y="406846"/>
                  </a:lnTo>
                  <a:lnTo>
                    <a:pt x="887286" y="387411"/>
                  </a:lnTo>
                  <a:lnTo>
                    <a:pt x="924456" y="365803"/>
                  </a:lnTo>
                  <a:lnTo>
                    <a:pt x="955934" y="342239"/>
                  </a:lnTo>
                  <a:lnTo>
                    <a:pt x="999914" y="290121"/>
                  </a:lnTo>
                  <a:lnTo>
                    <a:pt x="1015420" y="232799"/>
                  </a:lnTo>
                  <a:lnTo>
                    <a:pt x="1011465" y="203597"/>
                  </a:lnTo>
                  <a:lnTo>
                    <a:pt x="981246" y="148659"/>
                  </a:lnTo>
                  <a:lnTo>
                    <a:pt x="924456" y="99796"/>
                  </a:lnTo>
                  <a:lnTo>
                    <a:pt x="887286" y="78188"/>
                  </a:lnTo>
                  <a:lnTo>
                    <a:pt x="844901" y="58753"/>
                  </a:lnTo>
                  <a:lnTo>
                    <a:pt x="797776" y="41709"/>
                  </a:lnTo>
                  <a:lnTo>
                    <a:pt x="746387" y="27276"/>
                  </a:lnTo>
                  <a:lnTo>
                    <a:pt x="691210" y="15670"/>
                  </a:lnTo>
                  <a:lnTo>
                    <a:pt x="632722" y="7109"/>
                  </a:lnTo>
                  <a:lnTo>
                    <a:pt x="571396" y="1813"/>
                  </a:lnTo>
                  <a:lnTo>
                    <a:pt x="50771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94171" y="2108299"/>
              <a:ext cx="1016000" cy="466090"/>
            </a:xfrm>
            <a:custGeom>
              <a:avLst/>
              <a:gdLst/>
              <a:ahLst/>
              <a:cxnLst/>
              <a:rect l="l" t="t" r="r" b="b"/>
              <a:pathLst>
                <a:path w="1016000" h="466089">
                  <a:moveTo>
                    <a:pt x="0" y="232799"/>
                  </a:moveTo>
                  <a:lnTo>
                    <a:pt x="15505" y="175478"/>
                  </a:lnTo>
                  <a:lnTo>
                    <a:pt x="59486" y="123359"/>
                  </a:lnTo>
                  <a:lnTo>
                    <a:pt x="90964" y="99796"/>
                  </a:lnTo>
                  <a:lnTo>
                    <a:pt x="128134" y="78188"/>
                  </a:lnTo>
                  <a:lnTo>
                    <a:pt x="170519" y="58753"/>
                  </a:lnTo>
                  <a:lnTo>
                    <a:pt x="217644" y="41709"/>
                  </a:lnTo>
                  <a:lnTo>
                    <a:pt x="269033" y="27276"/>
                  </a:lnTo>
                  <a:lnTo>
                    <a:pt x="324209" y="15670"/>
                  </a:lnTo>
                  <a:lnTo>
                    <a:pt x="382698" y="7109"/>
                  </a:lnTo>
                  <a:lnTo>
                    <a:pt x="444024" y="1813"/>
                  </a:lnTo>
                  <a:lnTo>
                    <a:pt x="507710" y="0"/>
                  </a:lnTo>
                  <a:lnTo>
                    <a:pt x="571396" y="1813"/>
                  </a:lnTo>
                  <a:lnTo>
                    <a:pt x="632721" y="7109"/>
                  </a:lnTo>
                  <a:lnTo>
                    <a:pt x="691210" y="15670"/>
                  </a:lnTo>
                  <a:lnTo>
                    <a:pt x="746387" y="27276"/>
                  </a:lnTo>
                  <a:lnTo>
                    <a:pt x="797776" y="41709"/>
                  </a:lnTo>
                  <a:lnTo>
                    <a:pt x="844901" y="58753"/>
                  </a:lnTo>
                  <a:lnTo>
                    <a:pt x="887286" y="78188"/>
                  </a:lnTo>
                  <a:lnTo>
                    <a:pt x="924455" y="99796"/>
                  </a:lnTo>
                  <a:lnTo>
                    <a:pt x="955934" y="123359"/>
                  </a:lnTo>
                  <a:lnTo>
                    <a:pt x="999914" y="175478"/>
                  </a:lnTo>
                  <a:lnTo>
                    <a:pt x="1015420" y="232799"/>
                  </a:lnTo>
                  <a:lnTo>
                    <a:pt x="1011464" y="262001"/>
                  </a:lnTo>
                  <a:lnTo>
                    <a:pt x="981246" y="316939"/>
                  </a:lnTo>
                  <a:lnTo>
                    <a:pt x="924455" y="365802"/>
                  </a:lnTo>
                  <a:lnTo>
                    <a:pt x="887286" y="387410"/>
                  </a:lnTo>
                  <a:lnTo>
                    <a:pt x="844901" y="406845"/>
                  </a:lnTo>
                  <a:lnTo>
                    <a:pt x="797776" y="423889"/>
                  </a:lnTo>
                  <a:lnTo>
                    <a:pt x="746387" y="438322"/>
                  </a:lnTo>
                  <a:lnTo>
                    <a:pt x="691210" y="449928"/>
                  </a:lnTo>
                  <a:lnTo>
                    <a:pt x="632721" y="458489"/>
                  </a:lnTo>
                  <a:lnTo>
                    <a:pt x="571396" y="463785"/>
                  </a:lnTo>
                  <a:lnTo>
                    <a:pt x="507710" y="465598"/>
                  </a:lnTo>
                  <a:lnTo>
                    <a:pt x="444024" y="463785"/>
                  </a:lnTo>
                  <a:lnTo>
                    <a:pt x="382698" y="458489"/>
                  </a:lnTo>
                  <a:lnTo>
                    <a:pt x="324209" y="449928"/>
                  </a:lnTo>
                  <a:lnTo>
                    <a:pt x="269033" y="438322"/>
                  </a:lnTo>
                  <a:lnTo>
                    <a:pt x="217644" y="423889"/>
                  </a:lnTo>
                  <a:lnTo>
                    <a:pt x="170519" y="406845"/>
                  </a:lnTo>
                  <a:lnTo>
                    <a:pt x="128134" y="387410"/>
                  </a:lnTo>
                  <a:lnTo>
                    <a:pt x="90964" y="365802"/>
                  </a:lnTo>
                  <a:lnTo>
                    <a:pt x="59486" y="342239"/>
                  </a:lnTo>
                  <a:lnTo>
                    <a:pt x="15505" y="290120"/>
                  </a:lnTo>
                  <a:lnTo>
                    <a:pt x="0" y="23279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010157" y="2200655"/>
            <a:ext cx="6267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phone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627654" y="1886108"/>
            <a:ext cx="1771014" cy="510540"/>
            <a:chOff x="5627654" y="1886108"/>
            <a:chExt cx="1771014" cy="510540"/>
          </a:xfrm>
        </p:grpSpPr>
        <p:sp>
          <p:nvSpPr>
            <p:cNvPr id="26" name="object 26"/>
            <p:cNvSpPr/>
            <p:nvPr/>
          </p:nvSpPr>
          <p:spPr>
            <a:xfrm>
              <a:off x="6306737" y="1891188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4" h="491489">
                  <a:moveTo>
                    <a:pt x="543195" y="0"/>
                  </a:moveTo>
                  <a:lnTo>
                    <a:pt x="479847" y="1652"/>
                  </a:lnTo>
                  <a:lnTo>
                    <a:pt x="418645" y="6485"/>
                  </a:lnTo>
                  <a:lnTo>
                    <a:pt x="359998" y="14316"/>
                  </a:lnTo>
                  <a:lnTo>
                    <a:pt x="304312" y="24959"/>
                  </a:lnTo>
                  <a:lnTo>
                    <a:pt x="251995" y="38231"/>
                  </a:lnTo>
                  <a:lnTo>
                    <a:pt x="203454" y="53947"/>
                  </a:lnTo>
                  <a:lnTo>
                    <a:pt x="159098" y="71924"/>
                  </a:lnTo>
                  <a:lnTo>
                    <a:pt x="119334" y="91976"/>
                  </a:lnTo>
                  <a:lnTo>
                    <a:pt x="84569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9" y="377209"/>
                  </a:lnTo>
                  <a:lnTo>
                    <a:pt x="119334" y="399153"/>
                  </a:lnTo>
                  <a:lnTo>
                    <a:pt x="159098" y="419205"/>
                  </a:lnTo>
                  <a:lnTo>
                    <a:pt x="203454" y="437181"/>
                  </a:lnTo>
                  <a:lnTo>
                    <a:pt x="251995" y="452897"/>
                  </a:lnTo>
                  <a:lnTo>
                    <a:pt x="304312" y="466169"/>
                  </a:lnTo>
                  <a:lnTo>
                    <a:pt x="359998" y="476813"/>
                  </a:lnTo>
                  <a:lnTo>
                    <a:pt x="418645" y="484643"/>
                  </a:lnTo>
                  <a:lnTo>
                    <a:pt x="479847" y="489477"/>
                  </a:lnTo>
                  <a:lnTo>
                    <a:pt x="543195" y="491129"/>
                  </a:lnTo>
                  <a:lnTo>
                    <a:pt x="606543" y="489477"/>
                  </a:lnTo>
                  <a:lnTo>
                    <a:pt x="667745" y="484643"/>
                  </a:lnTo>
                  <a:lnTo>
                    <a:pt x="726393" y="476813"/>
                  </a:lnTo>
                  <a:lnTo>
                    <a:pt x="782079" y="466169"/>
                  </a:lnTo>
                  <a:lnTo>
                    <a:pt x="834396" y="452897"/>
                  </a:lnTo>
                  <a:lnTo>
                    <a:pt x="882937" y="437181"/>
                  </a:lnTo>
                  <a:lnTo>
                    <a:pt x="927293" y="419205"/>
                  </a:lnTo>
                  <a:lnTo>
                    <a:pt x="967058" y="399153"/>
                  </a:lnTo>
                  <a:lnTo>
                    <a:pt x="1001823" y="377209"/>
                  </a:lnTo>
                  <a:lnTo>
                    <a:pt x="1054724" y="328383"/>
                  </a:lnTo>
                  <a:lnTo>
                    <a:pt x="1082737" y="274202"/>
                  </a:lnTo>
                  <a:lnTo>
                    <a:pt x="1086392" y="245564"/>
                  </a:lnTo>
                  <a:lnTo>
                    <a:pt x="1082737" y="216926"/>
                  </a:lnTo>
                  <a:lnTo>
                    <a:pt x="1054724" y="162745"/>
                  </a:lnTo>
                  <a:lnTo>
                    <a:pt x="1001823" y="113920"/>
                  </a:lnTo>
                  <a:lnTo>
                    <a:pt x="967058" y="91976"/>
                  </a:lnTo>
                  <a:lnTo>
                    <a:pt x="927293" y="71924"/>
                  </a:lnTo>
                  <a:lnTo>
                    <a:pt x="882937" y="53947"/>
                  </a:lnTo>
                  <a:lnTo>
                    <a:pt x="834396" y="38231"/>
                  </a:lnTo>
                  <a:lnTo>
                    <a:pt x="782079" y="24959"/>
                  </a:lnTo>
                  <a:lnTo>
                    <a:pt x="726393" y="14316"/>
                  </a:lnTo>
                  <a:lnTo>
                    <a:pt x="667745" y="6485"/>
                  </a:lnTo>
                  <a:lnTo>
                    <a:pt x="606543" y="1652"/>
                  </a:lnTo>
                  <a:lnTo>
                    <a:pt x="54319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06737" y="1891188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4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32734" y="2136753"/>
              <a:ext cx="674370" cy="254635"/>
            </a:xfrm>
            <a:custGeom>
              <a:avLst/>
              <a:gdLst/>
              <a:ahLst/>
              <a:cxnLst/>
              <a:rect l="l" t="t" r="r" b="b"/>
              <a:pathLst>
                <a:path w="674370" h="254635">
                  <a:moveTo>
                    <a:pt x="674003" y="0"/>
                  </a:moveTo>
                  <a:lnTo>
                    <a:pt x="0" y="254565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474331" y="1984247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58005" y="3363467"/>
            <a:ext cx="3877945" cy="6076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355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person(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 name,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address)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person_phone(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phone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746881" y="2997141"/>
            <a:ext cx="553085" cy="280670"/>
            <a:chOff x="4746881" y="2997141"/>
            <a:chExt cx="553085" cy="280670"/>
          </a:xfrm>
        </p:grpSpPr>
        <p:sp>
          <p:nvSpPr>
            <p:cNvPr id="32" name="object 32"/>
            <p:cNvSpPr/>
            <p:nvPr/>
          </p:nvSpPr>
          <p:spPr>
            <a:xfrm>
              <a:off x="4762121" y="301238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391886" y="0"/>
                  </a:moveTo>
                  <a:lnTo>
                    <a:pt x="130628" y="0"/>
                  </a:lnTo>
                  <a:lnTo>
                    <a:pt x="130628" y="125045"/>
                  </a:lnTo>
                  <a:lnTo>
                    <a:pt x="0" y="125045"/>
                  </a:lnTo>
                  <a:lnTo>
                    <a:pt x="261258" y="250092"/>
                  </a:lnTo>
                  <a:lnTo>
                    <a:pt x="522514" y="125045"/>
                  </a:lnTo>
                  <a:lnTo>
                    <a:pt x="391886" y="125045"/>
                  </a:lnTo>
                  <a:lnTo>
                    <a:pt x="391886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62121" y="301238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0" y="125046"/>
                  </a:moveTo>
                  <a:lnTo>
                    <a:pt x="130628" y="125046"/>
                  </a:lnTo>
                  <a:lnTo>
                    <a:pt x="130628" y="0"/>
                  </a:lnTo>
                  <a:lnTo>
                    <a:pt x="391886" y="0"/>
                  </a:lnTo>
                  <a:lnTo>
                    <a:pt x="391886" y="125046"/>
                  </a:lnTo>
                  <a:lnTo>
                    <a:pt x="522515" y="125046"/>
                  </a:lnTo>
                  <a:lnTo>
                    <a:pt x="261257" y="250091"/>
                  </a:lnTo>
                  <a:lnTo>
                    <a:pt x="0" y="125046"/>
                  </a:lnTo>
                  <a:close/>
                </a:path>
              </a:pathLst>
            </a:custGeom>
            <a:ln w="30479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746881" y="4373106"/>
            <a:ext cx="553085" cy="280670"/>
            <a:chOff x="4746881" y="4373106"/>
            <a:chExt cx="553085" cy="280670"/>
          </a:xfrm>
        </p:grpSpPr>
        <p:sp>
          <p:nvSpPr>
            <p:cNvPr id="35" name="object 35"/>
            <p:cNvSpPr/>
            <p:nvPr/>
          </p:nvSpPr>
          <p:spPr>
            <a:xfrm>
              <a:off x="4762121" y="4388346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391886" y="0"/>
                  </a:moveTo>
                  <a:lnTo>
                    <a:pt x="130628" y="0"/>
                  </a:lnTo>
                  <a:lnTo>
                    <a:pt x="130628" y="125045"/>
                  </a:lnTo>
                  <a:lnTo>
                    <a:pt x="0" y="125045"/>
                  </a:lnTo>
                  <a:lnTo>
                    <a:pt x="261258" y="250090"/>
                  </a:lnTo>
                  <a:lnTo>
                    <a:pt x="522514" y="125045"/>
                  </a:lnTo>
                  <a:lnTo>
                    <a:pt x="391886" y="125045"/>
                  </a:lnTo>
                  <a:lnTo>
                    <a:pt x="391886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62121" y="4388346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0" y="125046"/>
                  </a:moveTo>
                  <a:lnTo>
                    <a:pt x="130628" y="125046"/>
                  </a:lnTo>
                  <a:lnTo>
                    <a:pt x="130628" y="0"/>
                  </a:lnTo>
                  <a:lnTo>
                    <a:pt x="391886" y="0"/>
                  </a:lnTo>
                  <a:lnTo>
                    <a:pt x="391886" y="125046"/>
                  </a:lnTo>
                  <a:lnTo>
                    <a:pt x="522515" y="125046"/>
                  </a:lnTo>
                  <a:lnTo>
                    <a:pt x="261257" y="250091"/>
                  </a:lnTo>
                  <a:lnTo>
                    <a:pt x="0" y="125046"/>
                  </a:lnTo>
                  <a:close/>
                </a:path>
              </a:pathLst>
            </a:custGeom>
            <a:ln w="30479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5866" y="315975"/>
            <a:ext cx="848296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25" dirty="0"/>
              <a:t>C</a:t>
            </a:r>
            <a:r>
              <a:rPr sz="4300" spc="-135" dirty="0"/>
              <a:t>R</a:t>
            </a:r>
            <a:r>
              <a:rPr sz="4300" spc="-125" dirty="0"/>
              <a:t>E</a:t>
            </a:r>
            <a:r>
              <a:rPr sz="4300" spc="-140" dirty="0"/>
              <a:t>A</a:t>
            </a:r>
            <a:r>
              <a:rPr sz="4300" spc="-130" dirty="0"/>
              <a:t>T</a:t>
            </a:r>
            <a:r>
              <a:rPr sz="4300" dirty="0"/>
              <a:t>E</a:t>
            </a:r>
            <a:r>
              <a:rPr sz="4300" spc="-245" dirty="0"/>
              <a:t> </a:t>
            </a:r>
            <a:r>
              <a:rPr sz="4300" spc="-130" dirty="0"/>
              <a:t>T</a:t>
            </a:r>
            <a:r>
              <a:rPr sz="4300" spc="-140" dirty="0"/>
              <a:t>A</a:t>
            </a:r>
            <a:r>
              <a:rPr sz="4300" spc="-130" dirty="0"/>
              <a:t>BL</a:t>
            </a:r>
            <a:r>
              <a:rPr sz="4300" dirty="0"/>
              <a:t>E</a:t>
            </a:r>
            <a:r>
              <a:rPr sz="4300" spc="-245" dirty="0"/>
              <a:t> </a:t>
            </a:r>
            <a:r>
              <a:rPr sz="4300" spc="-125" dirty="0"/>
              <a:t>(</a:t>
            </a:r>
            <a:r>
              <a:rPr sz="4300" spc="-140" dirty="0"/>
              <a:t>O</a:t>
            </a:r>
            <a:r>
              <a:rPr sz="4300" spc="-130" dirty="0"/>
              <a:t>n</a:t>
            </a:r>
            <a:r>
              <a:rPr sz="4300" spc="-145" dirty="0"/>
              <a:t>e</a:t>
            </a:r>
            <a:r>
              <a:rPr sz="4300" spc="-120" dirty="0"/>
              <a:t>-t</a:t>
            </a:r>
            <a:r>
              <a:rPr sz="4300" spc="-130" dirty="0"/>
              <a:t>o</a:t>
            </a:r>
            <a:r>
              <a:rPr sz="4300" spc="-120" dirty="0"/>
              <a:t>-</a:t>
            </a:r>
            <a:r>
              <a:rPr sz="4300" spc="-140" dirty="0"/>
              <a:t>O</a:t>
            </a:r>
            <a:r>
              <a:rPr sz="4300" spc="-130" dirty="0"/>
              <a:t>n</a:t>
            </a:r>
            <a:r>
              <a:rPr sz="4300" spc="-125" dirty="0"/>
              <a:t>e</a:t>
            </a:r>
            <a:r>
              <a:rPr sz="4300" dirty="0"/>
              <a:t>)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598480" y="3195828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7044" y="3195828"/>
            <a:ext cx="54190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product(pid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3841" y="3448811"/>
            <a:ext cx="31076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 KEY (pid)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8480" y="3906011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3841" y="3906011"/>
            <a:ext cx="3056890" cy="5988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102870">
              <a:lnSpc>
                <a:spcPts val="2110"/>
              </a:lnSpc>
              <a:spcBef>
                <a:spcPts val="409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-6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company(cname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(cname)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5455" y="3906011"/>
            <a:ext cx="2903220" cy="598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>
              <a:lnSpc>
                <a:spcPts val="2255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VARCHAR(100),</a:t>
            </a:r>
            <a:r>
              <a:rPr sz="2000" spc="-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55"/>
              </a:lnSpc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79430" y="4694451"/>
          <a:ext cx="9051288" cy="519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1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4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206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587">
                <a:tc>
                  <a:txBody>
                    <a:bodyPr/>
                    <a:lstStyle/>
                    <a:p>
                      <a:pPr marL="31750">
                        <a:lnSpc>
                          <a:spcPts val="1910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CREATE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910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TABLE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910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makes(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ts val="1945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cname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ts val="1945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VARCHAR(100)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45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UNIQUE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45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REFERENCES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45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company(cname),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554791" y="5227851"/>
          <a:ext cx="7459341" cy="5191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0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2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587">
                <a:tc>
                  <a:txBody>
                    <a:bodyPr/>
                    <a:lstStyle/>
                    <a:p>
                      <a:pPr marL="31750">
                        <a:lnSpc>
                          <a:spcPts val="1910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pid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10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VARCHAR(100)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10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UNIQUE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10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REFERENCES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10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product(pid),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587">
                <a:tc>
                  <a:txBody>
                    <a:bodyPr/>
                    <a:lstStyle/>
                    <a:p>
                      <a:pPr marL="31750">
                        <a:lnSpc>
                          <a:spcPts val="1945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...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45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502839" y="1259840"/>
            <a:ext cx="83235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Option</a:t>
            </a:r>
            <a:r>
              <a:rPr sz="21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8472" y="5967173"/>
            <a:ext cx="4211320" cy="501650"/>
            <a:chOff x="598472" y="5967173"/>
            <a:chExt cx="4211320" cy="501650"/>
          </a:xfrm>
        </p:grpSpPr>
        <p:sp>
          <p:nvSpPr>
            <p:cNvPr id="13" name="object 13"/>
            <p:cNvSpPr/>
            <p:nvPr/>
          </p:nvSpPr>
          <p:spPr>
            <a:xfrm>
              <a:off x="605245" y="5973946"/>
              <a:ext cx="4197985" cy="487680"/>
            </a:xfrm>
            <a:custGeom>
              <a:avLst/>
              <a:gdLst/>
              <a:ahLst/>
              <a:cxnLst/>
              <a:rect l="l" t="t" r="r" b="b"/>
              <a:pathLst>
                <a:path w="4197985" h="487679">
                  <a:moveTo>
                    <a:pt x="4116248" y="0"/>
                  </a:moveTo>
                  <a:lnTo>
                    <a:pt x="81283" y="0"/>
                  </a:lnTo>
                  <a:lnTo>
                    <a:pt x="49644" y="6387"/>
                  </a:lnTo>
                  <a:lnTo>
                    <a:pt x="23807" y="23807"/>
                  </a:lnTo>
                  <a:lnTo>
                    <a:pt x="6387" y="49644"/>
                  </a:lnTo>
                  <a:lnTo>
                    <a:pt x="0" y="81283"/>
                  </a:lnTo>
                  <a:lnTo>
                    <a:pt x="1" y="406401"/>
                  </a:lnTo>
                  <a:lnTo>
                    <a:pt x="6387" y="438035"/>
                  </a:lnTo>
                  <a:lnTo>
                    <a:pt x="23807" y="463872"/>
                  </a:lnTo>
                  <a:lnTo>
                    <a:pt x="49644" y="481292"/>
                  </a:lnTo>
                  <a:lnTo>
                    <a:pt x="81283" y="487680"/>
                  </a:lnTo>
                  <a:lnTo>
                    <a:pt x="4116248" y="487680"/>
                  </a:lnTo>
                  <a:lnTo>
                    <a:pt x="4173723" y="463872"/>
                  </a:lnTo>
                  <a:lnTo>
                    <a:pt x="4197529" y="406401"/>
                  </a:lnTo>
                  <a:lnTo>
                    <a:pt x="4197530" y="81283"/>
                  </a:lnTo>
                  <a:lnTo>
                    <a:pt x="4191143" y="49644"/>
                  </a:lnTo>
                  <a:lnTo>
                    <a:pt x="4173723" y="23807"/>
                  </a:lnTo>
                  <a:lnTo>
                    <a:pt x="4147887" y="6387"/>
                  </a:lnTo>
                  <a:lnTo>
                    <a:pt x="4116248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5245" y="5973946"/>
              <a:ext cx="4197985" cy="487680"/>
            </a:xfrm>
            <a:custGeom>
              <a:avLst/>
              <a:gdLst/>
              <a:ahLst/>
              <a:cxnLst/>
              <a:rect l="l" t="t" r="r" b="b"/>
              <a:pathLst>
                <a:path w="4197985" h="487679">
                  <a:moveTo>
                    <a:pt x="0" y="81283"/>
                  </a:moveTo>
                  <a:lnTo>
                    <a:pt x="6387" y="49644"/>
                  </a:lnTo>
                  <a:lnTo>
                    <a:pt x="23807" y="23807"/>
                  </a:lnTo>
                  <a:lnTo>
                    <a:pt x="49644" y="6387"/>
                  </a:lnTo>
                  <a:lnTo>
                    <a:pt x="81283" y="0"/>
                  </a:lnTo>
                  <a:lnTo>
                    <a:pt x="699588" y="0"/>
                  </a:lnTo>
                  <a:lnTo>
                    <a:pt x="1748971" y="0"/>
                  </a:lnTo>
                  <a:lnTo>
                    <a:pt x="4116248" y="0"/>
                  </a:lnTo>
                  <a:lnTo>
                    <a:pt x="4147887" y="6387"/>
                  </a:lnTo>
                  <a:lnTo>
                    <a:pt x="4173724" y="23807"/>
                  </a:lnTo>
                  <a:lnTo>
                    <a:pt x="4191144" y="49644"/>
                  </a:lnTo>
                  <a:lnTo>
                    <a:pt x="4197531" y="81283"/>
                  </a:lnTo>
                  <a:lnTo>
                    <a:pt x="4197531" y="284481"/>
                  </a:lnTo>
                  <a:lnTo>
                    <a:pt x="4197531" y="406400"/>
                  </a:lnTo>
                  <a:lnTo>
                    <a:pt x="4191144" y="438035"/>
                  </a:lnTo>
                  <a:lnTo>
                    <a:pt x="4173724" y="463872"/>
                  </a:lnTo>
                  <a:lnTo>
                    <a:pt x="4147887" y="481292"/>
                  </a:lnTo>
                  <a:lnTo>
                    <a:pt x="4116248" y="487679"/>
                  </a:lnTo>
                  <a:lnTo>
                    <a:pt x="1748971" y="487679"/>
                  </a:lnTo>
                  <a:lnTo>
                    <a:pt x="699588" y="487679"/>
                  </a:lnTo>
                  <a:lnTo>
                    <a:pt x="81283" y="487679"/>
                  </a:lnTo>
                  <a:lnTo>
                    <a:pt x="49644" y="481292"/>
                  </a:lnTo>
                  <a:lnTo>
                    <a:pt x="23807" y="463872"/>
                  </a:lnTo>
                  <a:lnTo>
                    <a:pt x="6387" y="438035"/>
                  </a:lnTo>
                  <a:lnTo>
                    <a:pt x="0" y="406396"/>
                  </a:lnTo>
                  <a:lnTo>
                    <a:pt x="0" y="259436"/>
                  </a:lnTo>
                  <a:lnTo>
                    <a:pt x="0" y="284481"/>
                  </a:lnTo>
                  <a:lnTo>
                    <a:pt x="0" y="8128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43791" y="6030976"/>
            <a:ext cx="35204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PRIMARY KEY (cname, </a:t>
            </a:r>
            <a:r>
              <a:rPr sz="1900" spc="5" dirty="0">
                <a:solidFill>
                  <a:srgbClr val="FFFFFF"/>
                </a:solidFill>
                <a:latin typeface="Courier New"/>
                <a:cs typeface="Courier New"/>
              </a:rPr>
              <a:t>pid)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25296" y="5007864"/>
            <a:ext cx="174625" cy="487680"/>
          </a:xfrm>
          <a:custGeom>
            <a:avLst/>
            <a:gdLst/>
            <a:ahLst/>
            <a:cxnLst/>
            <a:rect l="l" t="t" r="r" b="b"/>
            <a:pathLst>
              <a:path w="174625" h="487679">
                <a:moveTo>
                  <a:pt x="174171" y="487679"/>
                </a:moveTo>
                <a:lnTo>
                  <a:pt x="106376" y="486539"/>
                </a:lnTo>
                <a:lnTo>
                  <a:pt x="51013" y="483429"/>
                </a:lnTo>
                <a:lnTo>
                  <a:pt x="13687" y="478815"/>
                </a:lnTo>
                <a:lnTo>
                  <a:pt x="0" y="473166"/>
                </a:lnTo>
                <a:lnTo>
                  <a:pt x="0" y="14513"/>
                </a:lnTo>
                <a:lnTo>
                  <a:pt x="13687" y="8864"/>
                </a:lnTo>
                <a:lnTo>
                  <a:pt x="51013" y="4250"/>
                </a:lnTo>
                <a:lnTo>
                  <a:pt x="106376" y="1140"/>
                </a:lnTo>
                <a:lnTo>
                  <a:pt x="174171" y="0"/>
                </a:lnTo>
              </a:path>
            </a:pathLst>
          </a:custGeom>
          <a:ln w="40639">
            <a:solidFill>
              <a:srgbClr val="0048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084088" y="6146145"/>
            <a:ext cx="4408170" cy="47180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545"/>
              </a:spcBef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need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all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tables?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37512" y="2046738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955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16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45553" y="2046738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95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200881" y="1987960"/>
            <a:ext cx="1687830" cy="688975"/>
            <a:chOff x="4200881" y="1987960"/>
            <a:chExt cx="1687830" cy="688975"/>
          </a:xfrm>
        </p:grpSpPr>
        <p:sp>
          <p:nvSpPr>
            <p:cNvPr id="22" name="object 22"/>
            <p:cNvSpPr/>
            <p:nvPr/>
          </p:nvSpPr>
          <p:spPr>
            <a:xfrm>
              <a:off x="4205961" y="1993040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05961" y="1993040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712877" y="2188464"/>
            <a:ext cx="6642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akes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22536" y="2272779"/>
            <a:ext cx="3223260" cy="106680"/>
          </a:xfrm>
          <a:custGeom>
            <a:avLst/>
            <a:gdLst/>
            <a:ahLst/>
            <a:cxnLst/>
            <a:rect l="l" t="t" r="r" b="b"/>
            <a:pathLst>
              <a:path w="3223259" h="106680">
                <a:moveTo>
                  <a:pt x="783463" y="54457"/>
                </a:moveTo>
                <a:lnTo>
                  <a:pt x="28917" y="47561"/>
                </a:lnTo>
                <a:lnTo>
                  <a:pt x="29210" y="47383"/>
                </a:lnTo>
                <a:lnTo>
                  <a:pt x="96748" y="8813"/>
                </a:lnTo>
                <a:lnTo>
                  <a:pt x="97586" y="5715"/>
                </a:lnTo>
                <a:lnTo>
                  <a:pt x="94805" y="838"/>
                </a:lnTo>
                <a:lnTo>
                  <a:pt x="91706" y="0"/>
                </a:lnTo>
                <a:lnTo>
                  <a:pt x="0" y="52374"/>
                </a:lnTo>
                <a:lnTo>
                  <a:pt x="90728" y="106426"/>
                </a:lnTo>
                <a:lnTo>
                  <a:pt x="93853" y="105625"/>
                </a:lnTo>
                <a:lnTo>
                  <a:pt x="96723" y="100812"/>
                </a:lnTo>
                <a:lnTo>
                  <a:pt x="95935" y="97688"/>
                </a:lnTo>
                <a:lnTo>
                  <a:pt x="28829" y="57721"/>
                </a:lnTo>
                <a:lnTo>
                  <a:pt x="783374" y="64617"/>
                </a:lnTo>
                <a:lnTo>
                  <a:pt x="783463" y="54457"/>
                </a:lnTo>
                <a:close/>
              </a:path>
              <a:path w="3223259" h="106680">
                <a:moveTo>
                  <a:pt x="3223031" y="52374"/>
                </a:moveTo>
                <a:lnTo>
                  <a:pt x="3214306" y="47383"/>
                </a:lnTo>
                <a:lnTo>
                  <a:pt x="3131312" y="12"/>
                </a:lnTo>
                <a:lnTo>
                  <a:pt x="3128213" y="863"/>
                </a:lnTo>
                <a:lnTo>
                  <a:pt x="3125432" y="5740"/>
                </a:lnTo>
                <a:lnTo>
                  <a:pt x="3126282" y="8839"/>
                </a:lnTo>
                <a:lnTo>
                  <a:pt x="3194113" y="47561"/>
                </a:lnTo>
                <a:lnTo>
                  <a:pt x="2460993" y="54457"/>
                </a:lnTo>
                <a:lnTo>
                  <a:pt x="2461082" y="64617"/>
                </a:lnTo>
                <a:lnTo>
                  <a:pt x="3194215" y="57721"/>
                </a:lnTo>
                <a:lnTo>
                  <a:pt x="3127108" y="97713"/>
                </a:lnTo>
                <a:lnTo>
                  <a:pt x="3126321" y="100838"/>
                </a:lnTo>
                <a:lnTo>
                  <a:pt x="3129191" y="105651"/>
                </a:lnTo>
                <a:lnTo>
                  <a:pt x="3132315" y="106438"/>
                </a:lnTo>
                <a:lnTo>
                  <a:pt x="3223031" y="52374"/>
                </a:lnTo>
                <a:close/>
              </a:path>
            </a:pathLst>
          </a:custGeom>
          <a:solidFill>
            <a:srgbClr val="3B3B4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5866" y="315975"/>
            <a:ext cx="848296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25" dirty="0"/>
              <a:t>C</a:t>
            </a:r>
            <a:r>
              <a:rPr sz="4300" spc="-135" dirty="0"/>
              <a:t>R</a:t>
            </a:r>
            <a:r>
              <a:rPr sz="4300" spc="-125" dirty="0"/>
              <a:t>E</a:t>
            </a:r>
            <a:r>
              <a:rPr sz="4300" spc="-140" dirty="0"/>
              <a:t>A</a:t>
            </a:r>
            <a:r>
              <a:rPr sz="4300" spc="-130" dirty="0"/>
              <a:t>T</a:t>
            </a:r>
            <a:r>
              <a:rPr sz="4300" dirty="0"/>
              <a:t>E</a:t>
            </a:r>
            <a:r>
              <a:rPr sz="4300" spc="-245" dirty="0"/>
              <a:t> </a:t>
            </a:r>
            <a:r>
              <a:rPr sz="4300" spc="-130" dirty="0"/>
              <a:t>T</a:t>
            </a:r>
            <a:r>
              <a:rPr sz="4300" spc="-140" dirty="0"/>
              <a:t>A</a:t>
            </a:r>
            <a:r>
              <a:rPr sz="4300" spc="-130" dirty="0"/>
              <a:t>BL</a:t>
            </a:r>
            <a:r>
              <a:rPr sz="4300" dirty="0"/>
              <a:t>E</a:t>
            </a:r>
            <a:r>
              <a:rPr sz="4300" spc="-245" dirty="0"/>
              <a:t> </a:t>
            </a:r>
            <a:r>
              <a:rPr sz="4300" spc="-125" dirty="0"/>
              <a:t>(</a:t>
            </a:r>
            <a:r>
              <a:rPr sz="4300" spc="-140" dirty="0"/>
              <a:t>O</a:t>
            </a:r>
            <a:r>
              <a:rPr sz="4300" spc="-130" dirty="0"/>
              <a:t>n</a:t>
            </a:r>
            <a:r>
              <a:rPr sz="4300" spc="-145" dirty="0"/>
              <a:t>e</a:t>
            </a:r>
            <a:r>
              <a:rPr sz="4300" spc="-120" dirty="0"/>
              <a:t>-t</a:t>
            </a:r>
            <a:r>
              <a:rPr sz="4300" spc="-130" dirty="0"/>
              <a:t>o</a:t>
            </a:r>
            <a:r>
              <a:rPr sz="4300" spc="-120" dirty="0"/>
              <a:t>-</a:t>
            </a:r>
            <a:r>
              <a:rPr sz="4300" spc="-140" dirty="0"/>
              <a:t>O</a:t>
            </a:r>
            <a:r>
              <a:rPr sz="4300" spc="-130" dirty="0"/>
              <a:t>n</a:t>
            </a:r>
            <a:r>
              <a:rPr sz="4300" spc="-125" dirty="0"/>
              <a:t>e</a:t>
            </a:r>
            <a:r>
              <a:rPr sz="4300" dirty="0"/>
              <a:t>)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742978" y="3771900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8339" y="3771900"/>
            <a:ext cx="2748915" cy="6076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indent="102870">
              <a:lnSpc>
                <a:spcPts val="2180"/>
              </a:lnSpc>
              <a:spcBef>
                <a:spcPts val="355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-6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product(pid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(pid)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91799" y="3771900"/>
            <a:ext cx="1978025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>
              <a:lnSpc>
                <a:spcPts val="229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90"/>
              </a:lnSpc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98525" y="3771900"/>
            <a:ext cx="6419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2978" y="4506467"/>
            <a:ext cx="7780655" cy="11811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984250" marR="825500" indent="-972185">
              <a:lnSpc>
                <a:spcPts val="2110"/>
              </a:lnSpc>
              <a:spcBef>
                <a:spcPts val="409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company(cname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VARCHAR(100),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...,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pid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endParaRPr sz="2000" dirty="0">
              <a:latin typeface="Courier New"/>
              <a:cs typeface="Courier New"/>
            </a:endParaRPr>
          </a:p>
          <a:p>
            <a:pPr marL="988060">
              <a:lnSpc>
                <a:spcPts val="2225"/>
              </a:lnSpc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(cname),</a:t>
            </a:r>
            <a:endParaRPr sz="2000" dirty="0">
              <a:latin typeface="Courier New"/>
              <a:cs typeface="Courier New"/>
            </a:endParaRPr>
          </a:p>
          <a:p>
            <a:pPr marL="988060">
              <a:lnSpc>
                <a:spcPts val="2340"/>
              </a:lnSpc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FOREIGN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(pid)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product(pid)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2839" y="1262888"/>
            <a:ext cx="909955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Option</a:t>
            </a:r>
            <a:r>
              <a:rPr sz="21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sets,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store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one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another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entity,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7512" y="2482174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17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45553" y="2482174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7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00881" y="2423396"/>
            <a:ext cx="1687830" cy="688975"/>
            <a:chOff x="4200881" y="2423396"/>
            <a:chExt cx="1687830" cy="688975"/>
          </a:xfrm>
        </p:grpSpPr>
        <p:sp>
          <p:nvSpPr>
            <p:cNvPr id="12" name="object 12"/>
            <p:cNvSpPr/>
            <p:nvPr/>
          </p:nvSpPr>
          <p:spPr>
            <a:xfrm>
              <a:off x="4205961" y="242847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05961" y="242847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712877" y="2624328"/>
            <a:ext cx="6642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akes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22536" y="2708211"/>
            <a:ext cx="3223260" cy="106680"/>
          </a:xfrm>
          <a:custGeom>
            <a:avLst/>
            <a:gdLst/>
            <a:ahLst/>
            <a:cxnLst/>
            <a:rect l="l" t="t" r="r" b="b"/>
            <a:pathLst>
              <a:path w="3223259" h="106680">
                <a:moveTo>
                  <a:pt x="783463" y="54457"/>
                </a:moveTo>
                <a:lnTo>
                  <a:pt x="28917" y="47561"/>
                </a:lnTo>
                <a:lnTo>
                  <a:pt x="29210" y="47396"/>
                </a:lnTo>
                <a:lnTo>
                  <a:pt x="96748" y="8826"/>
                </a:lnTo>
                <a:lnTo>
                  <a:pt x="97586" y="5715"/>
                </a:lnTo>
                <a:lnTo>
                  <a:pt x="94805" y="850"/>
                </a:lnTo>
                <a:lnTo>
                  <a:pt x="91706" y="0"/>
                </a:lnTo>
                <a:lnTo>
                  <a:pt x="0" y="52374"/>
                </a:lnTo>
                <a:lnTo>
                  <a:pt x="90728" y="106426"/>
                </a:lnTo>
                <a:lnTo>
                  <a:pt x="93853" y="105638"/>
                </a:lnTo>
                <a:lnTo>
                  <a:pt x="96723" y="100812"/>
                </a:lnTo>
                <a:lnTo>
                  <a:pt x="95935" y="97701"/>
                </a:lnTo>
                <a:lnTo>
                  <a:pt x="28816" y="57721"/>
                </a:lnTo>
                <a:lnTo>
                  <a:pt x="783374" y="64617"/>
                </a:lnTo>
                <a:lnTo>
                  <a:pt x="783463" y="54457"/>
                </a:lnTo>
                <a:close/>
              </a:path>
              <a:path w="3223259" h="106680">
                <a:moveTo>
                  <a:pt x="3223031" y="52374"/>
                </a:moveTo>
                <a:lnTo>
                  <a:pt x="3214306" y="47396"/>
                </a:lnTo>
                <a:lnTo>
                  <a:pt x="3131312" y="25"/>
                </a:lnTo>
                <a:lnTo>
                  <a:pt x="3128213" y="876"/>
                </a:lnTo>
                <a:lnTo>
                  <a:pt x="3125432" y="5740"/>
                </a:lnTo>
                <a:lnTo>
                  <a:pt x="3126282" y="8851"/>
                </a:lnTo>
                <a:lnTo>
                  <a:pt x="3194113" y="47574"/>
                </a:lnTo>
                <a:lnTo>
                  <a:pt x="2460993" y="54457"/>
                </a:lnTo>
                <a:lnTo>
                  <a:pt x="2461082" y="64617"/>
                </a:lnTo>
                <a:lnTo>
                  <a:pt x="3194215" y="57734"/>
                </a:lnTo>
                <a:lnTo>
                  <a:pt x="3127108" y="97726"/>
                </a:lnTo>
                <a:lnTo>
                  <a:pt x="3126321" y="100838"/>
                </a:lnTo>
                <a:lnTo>
                  <a:pt x="3129191" y="105664"/>
                </a:lnTo>
                <a:lnTo>
                  <a:pt x="3132315" y="106451"/>
                </a:lnTo>
                <a:lnTo>
                  <a:pt x="3223031" y="52374"/>
                </a:lnTo>
                <a:close/>
              </a:path>
            </a:pathLst>
          </a:custGeom>
          <a:solidFill>
            <a:srgbClr val="3B3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42" y="6554891"/>
            <a:ext cx="9646920" cy="53185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62858" y="6592444"/>
            <a:ext cx="8546465" cy="47180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545"/>
              </a:spcBef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one-to-one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fact.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Better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fewer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013" y="315975"/>
            <a:ext cx="926782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25" dirty="0"/>
              <a:t>C</a:t>
            </a:r>
            <a:r>
              <a:rPr sz="4300" spc="-135" dirty="0"/>
              <a:t>R</a:t>
            </a:r>
            <a:r>
              <a:rPr sz="4300" spc="-125" dirty="0"/>
              <a:t>E</a:t>
            </a:r>
            <a:r>
              <a:rPr sz="4300" spc="-140" dirty="0"/>
              <a:t>A</a:t>
            </a:r>
            <a:r>
              <a:rPr sz="4300" spc="-130" dirty="0"/>
              <a:t>T</a:t>
            </a:r>
            <a:r>
              <a:rPr sz="4300" dirty="0"/>
              <a:t>E</a:t>
            </a:r>
            <a:r>
              <a:rPr sz="4300" spc="-245" dirty="0"/>
              <a:t> </a:t>
            </a:r>
            <a:r>
              <a:rPr sz="4300" spc="-130" dirty="0"/>
              <a:t>T</a:t>
            </a:r>
            <a:r>
              <a:rPr sz="4300" spc="-140" dirty="0"/>
              <a:t>A</a:t>
            </a:r>
            <a:r>
              <a:rPr sz="4300" spc="-130" dirty="0"/>
              <a:t>BL</a:t>
            </a:r>
            <a:r>
              <a:rPr sz="4300" dirty="0"/>
              <a:t>E</a:t>
            </a:r>
            <a:r>
              <a:rPr sz="4300" spc="-245" dirty="0"/>
              <a:t> </a:t>
            </a:r>
            <a:r>
              <a:rPr sz="4300" spc="-125" dirty="0"/>
              <a:t>(</a:t>
            </a:r>
            <a:r>
              <a:rPr sz="4300" spc="-145" dirty="0"/>
              <a:t>M</a:t>
            </a:r>
            <a:r>
              <a:rPr sz="4300" spc="-130" dirty="0"/>
              <a:t>an</a:t>
            </a:r>
            <a:r>
              <a:rPr sz="4300" spc="-155" dirty="0"/>
              <a:t>y</a:t>
            </a:r>
            <a:r>
              <a:rPr sz="4300" spc="-120" dirty="0"/>
              <a:t>-t</a:t>
            </a:r>
            <a:r>
              <a:rPr sz="4300" spc="-130" dirty="0"/>
              <a:t>o</a:t>
            </a:r>
            <a:r>
              <a:rPr sz="4300" spc="-120" dirty="0"/>
              <a:t>-</a:t>
            </a:r>
            <a:r>
              <a:rPr sz="4300" spc="-145" dirty="0"/>
              <a:t>M</a:t>
            </a:r>
            <a:r>
              <a:rPr sz="4300" spc="-125" dirty="0"/>
              <a:t>a</a:t>
            </a:r>
            <a:r>
              <a:rPr sz="4300" spc="-135" dirty="0"/>
              <a:t>ny</a:t>
            </a:r>
            <a:r>
              <a:rPr sz="4300" dirty="0"/>
              <a:t>)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2137512" y="1959649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6685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15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45553" y="1959649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668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5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00881" y="1900871"/>
            <a:ext cx="1687830" cy="688975"/>
            <a:chOff x="4200881" y="1900871"/>
            <a:chExt cx="1687830" cy="688975"/>
          </a:xfrm>
        </p:grpSpPr>
        <p:sp>
          <p:nvSpPr>
            <p:cNvPr id="6" name="object 6"/>
            <p:cNvSpPr/>
            <p:nvPr/>
          </p:nvSpPr>
          <p:spPr>
            <a:xfrm>
              <a:off x="4205961" y="1905951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05961" y="1905951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712877" y="2103120"/>
            <a:ext cx="6642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akes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17483" y="2232979"/>
            <a:ext cx="3233420" cy="17780"/>
            <a:chOff x="3417483" y="2232979"/>
            <a:chExt cx="3233420" cy="17780"/>
          </a:xfrm>
        </p:grpSpPr>
        <p:sp>
          <p:nvSpPr>
            <p:cNvPr id="10" name="object 10"/>
            <p:cNvSpPr/>
            <p:nvPr/>
          </p:nvSpPr>
          <p:spPr>
            <a:xfrm>
              <a:off x="3422563" y="2238059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19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83580" y="2238060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19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42978" y="3177540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18339" y="3177540"/>
            <a:ext cx="2748915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102870">
              <a:lnSpc>
                <a:spcPts val="2210"/>
              </a:lnSpc>
              <a:spcBef>
                <a:spcPts val="33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-6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product(pid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(pid)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91799" y="3177540"/>
            <a:ext cx="197802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>
              <a:lnSpc>
                <a:spcPts val="2305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05"/>
              </a:lnSpc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98525" y="3177540"/>
            <a:ext cx="6419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2978" y="3915155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18339" y="3915155"/>
            <a:ext cx="3056890" cy="62293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102870">
              <a:lnSpc>
                <a:spcPts val="2300"/>
              </a:lnSpc>
              <a:spcBef>
                <a:spcPts val="259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-6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company(cname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(cname)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99953" y="3915155"/>
            <a:ext cx="2903220" cy="62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>
              <a:lnSpc>
                <a:spcPts val="235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VARCHAR(100),</a:t>
            </a:r>
            <a:r>
              <a:rPr sz="2000" spc="-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50"/>
              </a:lnSpc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2978" y="4664964"/>
            <a:ext cx="8089265" cy="111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95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makes(</a:t>
            </a:r>
            <a:endParaRPr sz="2000" dirty="0">
              <a:latin typeface="Courier New"/>
              <a:cs typeface="Courier New"/>
            </a:endParaRPr>
          </a:p>
          <a:p>
            <a:pPr marL="988060" marR="5080">
              <a:lnSpc>
                <a:spcPct val="87500"/>
              </a:lnSpc>
              <a:spcBef>
                <a:spcPts val="95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cname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VARCHAR(100)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company(cname), 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pid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VARCHAR(100)</a:t>
            </a:r>
            <a:r>
              <a:rPr sz="20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20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product(pid),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...,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(cname,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pid)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7512" y="1977067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955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16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45553" y="1977067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95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00881" y="1918289"/>
            <a:ext cx="1687830" cy="688975"/>
            <a:chOff x="4200881" y="1918289"/>
            <a:chExt cx="1687830" cy="688975"/>
          </a:xfrm>
        </p:grpSpPr>
        <p:sp>
          <p:nvSpPr>
            <p:cNvPr id="5" name="object 5"/>
            <p:cNvSpPr/>
            <p:nvPr/>
          </p:nvSpPr>
          <p:spPr>
            <a:xfrm>
              <a:off x="4205961" y="192336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05961" y="192336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712877" y="2118359"/>
            <a:ext cx="6642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akes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17483" y="2203122"/>
            <a:ext cx="3228340" cy="106680"/>
            <a:chOff x="3417483" y="2203122"/>
            <a:chExt cx="3228340" cy="106680"/>
          </a:xfrm>
        </p:grpSpPr>
        <p:sp>
          <p:nvSpPr>
            <p:cNvPr id="9" name="object 9"/>
            <p:cNvSpPr/>
            <p:nvPr/>
          </p:nvSpPr>
          <p:spPr>
            <a:xfrm>
              <a:off x="3422563" y="2255478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19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83532" y="2203122"/>
              <a:ext cx="762635" cy="106680"/>
            </a:xfrm>
            <a:custGeom>
              <a:avLst/>
              <a:gdLst/>
              <a:ahLst/>
              <a:cxnLst/>
              <a:rect l="l" t="t" r="r" b="b"/>
              <a:pathLst>
                <a:path w="762634" h="106680">
                  <a:moveTo>
                    <a:pt x="753309" y="47369"/>
                  </a:moveTo>
                  <a:lnTo>
                    <a:pt x="751911" y="47369"/>
                  </a:lnTo>
                  <a:lnTo>
                    <a:pt x="752006" y="57529"/>
                  </a:lnTo>
                  <a:lnTo>
                    <a:pt x="733220" y="57706"/>
                  </a:lnTo>
                  <a:lnTo>
                    <a:pt x="666121" y="97697"/>
                  </a:lnTo>
                  <a:lnTo>
                    <a:pt x="665332" y="100815"/>
                  </a:lnTo>
                  <a:lnTo>
                    <a:pt x="668205" y="105636"/>
                  </a:lnTo>
                  <a:lnTo>
                    <a:pt x="671323" y="106424"/>
                  </a:lnTo>
                  <a:lnTo>
                    <a:pt x="762044" y="52355"/>
                  </a:lnTo>
                  <a:lnTo>
                    <a:pt x="753309" y="47369"/>
                  </a:lnTo>
                  <a:close/>
                </a:path>
                <a:path w="762634" h="106680">
                  <a:moveTo>
                    <a:pt x="733124" y="47546"/>
                  </a:moveTo>
                  <a:lnTo>
                    <a:pt x="0" y="54434"/>
                  </a:lnTo>
                  <a:lnTo>
                    <a:pt x="95" y="64593"/>
                  </a:lnTo>
                  <a:lnTo>
                    <a:pt x="733220" y="57706"/>
                  </a:lnTo>
                  <a:lnTo>
                    <a:pt x="741881" y="52544"/>
                  </a:lnTo>
                  <a:lnTo>
                    <a:pt x="733124" y="47546"/>
                  </a:lnTo>
                  <a:close/>
                </a:path>
                <a:path w="762634" h="106680">
                  <a:moveTo>
                    <a:pt x="741881" y="52544"/>
                  </a:moveTo>
                  <a:lnTo>
                    <a:pt x="733220" y="57706"/>
                  </a:lnTo>
                  <a:lnTo>
                    <a:pt x="752006" y="57529"/>
                  </a:lnTo>
                  <a:lnTo>
                    <a:pt x="752000" y="56861"/>
                  </a:lnTo>
                  <a:lnTo>
                    <a:pt x="749444" y="56861"/>
                  </a:lnTo>
                  <a:lnTo>
                    <a:pt x="741881" y="52544"/>
                  </a:lnTo>
                  <a:close/>
                </a:path>
                <a:path w="762634" h="106680">
                  <a:moveTo>
                    <a:pt x="749362" y="48086"/>
                  </a:moveTo>
                  <a:lnTo>
                    <a:pt x="741881" y="52544"/>
                  </a:lnTo>
                  <a:lnTo>
                    <a:pt x="749444" y="56861"/>
                  </a:lnTo>
                  <a:lnTo>
                    <a:pt x="749362" y="48086"/>
                  </a:lnTo>
                  <a:close/>
                </a:path>
                <a:path w="762634" h="106680">
                  <a:moveTo>
                    <a:pt x="751917" y="48086"/>
                  </a:moveTo>
                  <a:lnTo>
                    <a:pt x="749362" y="48086"/>
                  </a:lnTo>
                  <a:lnTo>
                    <a:pt x="749444" y="56861"/>
                  </a:lnTo>
                  <a:lnTo>
                    <a:pt x="752000" y="56861"/>
                  </a:lnTo>
                  <a:lnTo>
                    <a:pt x="751917" y="48086"/>
                  </a:lnTo>
                  <a:close/>
                </a:path>
                <a:path w="762634" h="106680">
                  <a:moveTo>
                    <a:pt x="751911" y="47369"/>
                  </a:moveTo>
                  <a:lnTo>
                    <a:pt x="733124" y="47546"/>
                  </a:lnTo>
                  <a:lnTo>
                    <a:pt x="741881" y="52544"/>
                  </a:lnTo>
                  <a:lnTo>
                    <a:pt x="749362" y="48086"/>
                  </a:lnTo>
                  <a:lnTo>
                    <a:pt x="751917" y="48086"/>
                  </a:lnTo>
                  <a:lnTo>
                    <a:pt x="751911" y="47369"/>
                  </a:lnTo>
                  <a:close/>
                </a:path>
                <a:path w="762634" h="106680">
                  <a:moveTo>
                    <a:pt x="670323" y="0"/>
                  </a:moveTo>
                  <a:lnTo>
                    <a:pt x="667219" y="847"/>
                  </a:lnTo>
                  <a:lnTo>
                    <a:pt x="664438" y="5720"/>
                  </a:lnTo>
                  <a:lnTo>
                    <a:pt x="665286" y="8823"/>
                  </a:lnTo>
                  <a:lnTo>
                    <a:pt x="733124" y="47546"/>
                  </a:lnTo>
                  <a:lnTo>
                    <a:pt x="753309" y="47369"/>
                  </a:lnTo>
                  <a:lnTo>
                    <a:pt x="670323" y="0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 algn="ctr">
              <a:lnSpc>
                <a:spcPts val="3935"/>
              </a:lnSpc>
              <a:spcBef>
                <a:spcPts val="100"/>
              </a:spcBef>
            </a:pPr>
            <a:r>
              <a:rPr spc="-70" dirty="0"/>
              <a:t>CREATE</a:t>
            </a:r>
            <a:r>
              <a:rPr spc="-210" dirty="0"/>
              <a:t> </a:t>
            </a:r>
            <a:r>
              <a:rPr spc="-65" dirty="0"/>
              <a:t>TABLE</a:t>
            </a:r>
          </a:p>
          <a:p>
            <a:pPr marL="10160" algn="ctr">
              <a:lnSpc>
                <a:spcPts val="3935"/>
              </a:lnSpc>
            </a:pPr>
            <a:r>
              <a:rPr spc="-80" dirty="0"/>
              <a:t>(One-to-Many</a:t>
            </a:r>
            <a:r>
              <a:rPr spc="-210" dirty="0"/>
              <a:t> </a:t>
            </a:r>
            <a:r>
              <a:rPr dirty="0"/>
              <a:t>/</a:t>
            </a:r>
            <a:r>
              <a:rPr spc="-195" dirty="0"/>
              <a:t> </a:t>
            </a:r>
            <a:r>
              <a:rPr spc="-80" dirty="0"/>
              <a:t>Many-to-One)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598480" y="3144011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73841" y="3144011"/>
            <a:ext cx="2748915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102870">
              <a:lnSpc>
                <a:spcPts val="2210"/>
              </a:lnSpc>
              <a:spcBef>
                <a:spcPts val="33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-6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product(pid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(pid)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47301" y="3144011"/>
            <a:ext cx="197802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>
              <a:lnSpc>
                <a:spcPts val="2305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05"/>
              </a:lnSpc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54028" y="3144011"/>
            <a:ext cx="6419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8480" y="3878579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73841" y="3878579"/>
            <a:ext cx="3056890" cy="62293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102870">
              <a:lnSpc>
                <a:spcPts val="2300"/>
              </a:lnSpc>
              <a:spcBef>
                <a:spcPts val="259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-6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company(cname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(cname)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55455" y="3878579"/>
            <a:ext cx="2903220" cy="62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>
              <a:lnSpc>
                <a:spcPts val="235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VARCHAR(100),</a:t>
            </a:r>
            <a:r>
              <a:rPr sz="2000" spc="-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50"/>
              </a:lnSpc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8480" y="4628388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73841" y="4628388"/>
            <a:ext cx="899160" cy="58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>
              <a:lnSpc>
                <a:spcPts val="221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10"/>
              </a:lnSpc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cname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98401" y="4628388"/>
            <a:ext cx="6035675" cy="58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>
              <a:lnSpc>
                <a:spcPts val="221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makes(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10"/>
              </a:lnSpc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VARCHAR(100)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company(cname),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73841" y="5149596"/>
            <a:ext cx="24911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pid</a:t>
            </a:r>
            <a:r>
              <a:rPr sz="2000" spc="-6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VARCHAR(100)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73841" y="5417820"/>
            <a:ext cx="26435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(pid)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93239" y="5149596"/>
            <a:ext cx="4494530" cy="598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55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product(pid),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2000">
              <a:latin typeface="Courier New"/>
              <a:cs typeface="Courier New"/>
            </a:endParaRPr>
          </a:p>
          <a:p>
            <a:pPr marL="166370">
              <a:lnSpc>
                <a:spcPts val="2255"/>
              </a:lnSpc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3564" y="1607616"/>
            <a:ext cx="83235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Option</a:t>
            </a:r>
            <a:r>
              <a:rPr sz="21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100" dirty="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3968" y="5967165"/>
            <a:ext cx="7067550" cy="501650"/>
            <a:chOff x="493968" y="5967165"/>
            <a:chExt cx="7067550" cy="501650"/>
          </a:xfrm>
        </p:grpSpPr>
        <p:sp>
          <p:nvSpPr>
            <p:cNvPr id="27" name="object 27"/>
            <p:cNvSpPr/>
            <p:nvPr/>
          </p:nvSpPr>
          <p:spPr>
            <a:xfrm>
              <a:off x="500742" y="5973938"/>
              <a:ext cx="7054215" cy="487680"/>
            </a:xfrm>
            <a:custGeom>
              <a:avLst/>
              <a:gdLst/>
              <a:ahLst/>
              <a:cxnLst/>
              <a:rect l="l" t="t" r="r" b="b"/>
              <a:pathLst>
                <a:path w="7054215" h="487679">
                  <a:moveTo>
                    <a:pt x="6972664" y="0"/>
                  </a:moveTo>
                  <a:lnTo>
                    <a:pt x="81277" y="0"/>
                  </a:lnTo>
                  <a:lnTo>
                    <a:pt x="49640" y="6387"/>
                  </a:lnTo>
                  <a:lnTo>
                    <a:pt x="23805" y="23805"/>
                  </a:lnTo>
                  <a:lnTo>
                    <a:pt x="6387" y="49641"/>
                  </a:lnTo>
                  <a:lnTo>
                    <a:pt x="0" y="81278"/>
                  </a:lnTo>
                  <a:lnTo>
                    <a:pt x="0" y="406401"/>
                  </a:lnTo>
                  <a:lnTo>
                    <a:pt x="6387" y="438038"/>
                  </a:lnTo>
                  <a:lnTo>
                    <a:pt x="23805" y="463873"/>
                  </a:lnTo>
                  <a:lnTo>
                    <a:pt x="49640" y="481292"/>
                  </a:lnTo>
                  <a:lnTo>
                    <a:pt x="81277" y="487679"/>
                  </a:lnTo>
                  <a:lnTo>
                    <a:pt x="6972664" y="487679"/>
                  </a:lnTo>
                  <a:lnTo>
                    <a:pt x="7004300" y="481292"/>
                  </a:lnTo>
                  <a:lnTo>
                    <a:pt x="7030135" y="463873"/>
                  </a:lnTo>
                  <a:lnTo>
                    <a:pt x="7047554" y="438038"/>
                  </a:lnTo>
                  <a:lnTo>
                    <a:pt x="7053941" y="406401"/>
                  </a:lnTo>
                  <a:lnTo>
                    <a:pt x="7053941" y="81278"/>
                  </a:lnTo>
                  <a:lnTo>
                    <a:pt x="7047554" y="49641"/>
                  </a:lnTo>
                  <a:lnTo>
                    <a:pt x="7030135" y="23805"/>
                  </a:lnTo>
                  <a:lnTo>
                    <a:pt x="7004300" y="6387"/>
                  </a:lnTo>
                  <a:lnTo>
                    <a:pt x="6972664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0742" y="5973938"/>
              <a:ext cx="7054215" cy="487680"/>
            </a:xfrm>
            <a:custGeom>
              <a:avLst/>
              <a:gdLst/>
              <a:ahLst/>
              <a:cxnLst/>
              <a:rect l="l" t="t" r="r" b="b"/>
              <a:pathLst>
                <a:path w="7054215" h="487679">
                  <a:moveTo>
                    <a:pt x="0" y="81278"/>
                  </a:moveTo>
                  <a:lnTo>
                    <a:pt x="6387" y="49641"/>
                  </a:lnTo>
                  <a:lnTo>
                    <a:pt x="23805" y="23805"/>
                  </a:lnTo>
                  <a:lnTo>
                    <a:pt x="49640" y="6387"/>
                  </a:lnTo>
                  <a:lnTo>
                    <a:pt x="81277" y="0"/>
                  </a:lnTo>
                  <a:lnTo>
                    <a:pt x="1175657" y="0"/>
                  </a:lnTo>
                  <a:lnTo>
                    <a:pt x="2939142" y="0"/>
                  </a:lnTo>
                  <a:lnTo>
                    <a:pt x="6972664" y="0"/>
                  </a:lnTo>
                  <a:lnTo>
                    <a:pt x="7004301" y="6387"/>
                  </a:lnTo>
                  <a:lnTo>
                    <a:pt x="7030136" y="23805"/>
                  </a:lnTo>
                  <a:lnTo>
                    <a:pt x="7047555" y="49641"/>
                  </a:lnTo>
                  <a:lnTo>
                    <a:pt x="7053942" y="81278"/>
                  </a:lnTo>
                  <a:lnTo>
                    <a:pt x="7053942" y="284483"/>
                  </a:lnTo>
                  <a:lnTo>
                    <a:pt x="7053942" y="406401"/>
                  </a:lnTo>
                  <a:lnTo>
                    <a:pt x="7047555" y="438038"/>
                  </a:lnTo>
                  <a:lnTo>
                    <a:pt x="7030136" y="463873"/>
                  </a:lnTo>
                  <a:lnTo>
                    <a:pt x="7004301" y="481292"/>
                  </a:lnTo>
                  <a:lnTo>
                    <a:pt x="6972664" y="487679"/>
                  </a:lnTo>
                  <a:lnTo>
                    <a:pt x="2939142" y="487679"/>
                  </a:lnTo>
                  <a:lnTo>
                    <a:pt x="1175657" y="487679"/>
                  </a:lnTo>
                  <a:lnTo>
                    <a:pt x="81277" y="487679"/>
                  </a:lnTo>
                  <a:lnTo>
                    <a:pt x="49640" y="481292"/>
                  </a:lnTo>
                  <a:lnTo>
                    <a:pt x="23805" y="463873"/>
                  </a:lnTo>
                  <a:lnTo>
                    <a:pt x="6387" y="438038"/>
                  </a:lnTo>
                  <a:lnTo>
                    <a:pt x="0" y="406401"/>
                  </a:lnTo>
                  <a:lnTo>
                    <a:pt x="0" y="253193"/>
                  </a:lnTo>
                  <a:lnTo>
                    <a:pt x="0" y="284483"/>
                  </a:lnTo>
                  <a:lnTo>
                    <a:pt x="0" y="81278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38413" y="6030976"/>
            <a:ext cx="65779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FOREIGN</a:t>
            </a:r>
            <a:r>
              <a:rPr sz="1900" spc="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KEY</a:t>
            </a:r>
            <a:r>
              <a:rPr sz="1900" spc="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(cname)</a:t>
            </a:r>
            <a:r>
              <a:rPr sz="1900" spc="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REFERENCES</a:t>
            </a:r>
            <a:r>
              <a:rPr sz="1900" spc="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company(cname)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371605" y="5000892"/>
            <a:ext cx="156845" cy="254000"/>
          </a:xfrm>
          <a:custGeom>
            <a:avLst/>
            <a:gdLst/>
            <a:ahLst/>
            <a:cxnLst/>
            <a:rect l="l" t="t" r="r" b="b"/>
            <a:pathLst>
              <a:path w="156844" h="254000">
                <a:moveTo>
                  <a:pt x="156749" y="253593"/>
                </a:moveTo>
                <a:lnTo>
                  <a:pt x="95735" y="252567"/>
                </a:lnTo>
                <a:lnTo>
                  <a:pt x="45910" y="249767"/>
                </a:lnTo>
                <a:lnTo>
                  <a:pt x="12318" y="245615"/>
                </a:lnTo>
                <a:lnTo>
                  <a:pt x="0" y="240531"/>
                </a:lnTo>
                <a:lnTo>
                  <a:pt x="0" y="13061"/>
                </a:lnTo>
                <a:lnTo>
                  <a:pt x="12318" y="7977"/>
                </a:lnTo>
                <a:lnTo>
                  <a:pt x="45910" y="3825"/>
                </a:lnTo>
                <a:lnTo>
                  <a:pt x="95735" y="1026"/>
                </a:lnTo>
                <a:lnTo>
                  <a:pt x="156749" y="0"/>
                </a:lnTo>
              </a:path>
            </a:pathLst>
          </a:custGeom>
          <a:ln w="40639">
            <a:solidFill>
              <a:srgbClr val="0048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8303" y="6592823"/>
            <a:ext cx="5081015" cy="841247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5131542" y="6609861"/>
            <a:ext cx="4408170" cy="47180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5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Do we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these tables?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7512" y="2517004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16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45553" y="2517004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00881" y="2458225"/>
            <a:ext cx="1687830" cy="688975"/>
            <a:chOff x="4200881" y="2458225"/>
            <a:chExt cx="1687830" cy="688975"/>
          </a:xfrm>
        </p:grpSpPr>
        <p:sp>
          <p:nvSpPr>
            <p:cNvPr id="5" name="object 5"/>
            <p:cNvSpPr/>
            <p:nvPr/>
          </p:nvSpPr>
          <p:spPr>
            <a:xfrm>
              <a:off x="4205961" y="2463305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05961" y="2463305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712877" y="2657855"/>
            <a:ext cx="6642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akes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17483" y="2743059"/>
            <a:ext cx="3228340" cy="106680"/>
            <a:chOff x="3417483" y="2743059"/>
            <a:chExt cx="3228340" cy="106680"/>
          </a:xfrm>
        </p:grpSpPr>
        <p:sp>
          <p:nvSpPr>
            <p:cNvPr id="9" name="object 9"/>
            <p:cNvSpPr/>
            <p:nvPr/>
          </p:nvSpPr>
          <p:spPr>
            <a:xfrm>
              <a:off x="3422563" y="2795414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19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83532" y="2743059"/>
              <a:ext cx="762635" cy="106680"/>
            </a:xfrm>
            <a:custGeom>
              <a:avLst/>
              <a:gdLst/>
              <a:ahLst/>
              <a:cxnLst/>
              <a:rect l="l" t="t" r="r" b="b"/>
              <a:pathLst>
                <a:path w="762634" h="106680">
                  <a:moveTo>
                    <a:pt x="753311" y="47371"/>
                  </a:moveTo>
                  <a:lnTo>
                    <a:pt x="751911" y="47371"/>
                  </a:lnTo>
                  <a:lnTo>
                    <a:pt x="752006" y="57529"/>
                  </a:lnTo>
                  <a:lnTo>
                    <a:pt x="733222" y="57706"/>
                  </a:lnTo>
                  <a:lnTo>
                    <a:pt x="666121" y="97697"/>
                  </a:lnTo>
                  <a:lnTo>
                    <a:pt x="665332" y="100816"/>
                  </a:lnTo>
                  <a:lnTo>
                    <a:pt x="668205" y="105636"/>
                  </a:lnTo>
                  <a:lnTo>
                    <a:pt x="671323" y="106425"/>
                  </a:lnTo>
                  <a:lnTo>
                    <a:pt x="762044" y="52355"/>
                  </a:lnTo>
                  <a:lnTo>
                    <a:pt x="753311" y="47371"/>
                  </a:lnTo>
                  <a:close/>
                </a:path>
                <a:path w="762634" h="106680">
                  <a:moveTo>
                    <a:pt x="733127" y="47547"/>
                  </a:moveTo>
                  <a:lnTo>
                    <a:pt x="0" y="54434"/>
                  </a:lnTo>
                  <a:lnTo>
                    <a:pt x="95" y="64594"/>
                  </a:lnTo>
                  <a:lnTo>
                    <a:pt x="733222" y="57706"/>
                  </a:lnTo>
                  <a:lnTo>
                    <a:pt x="741882" y="52545"/>
                  </a:lnTo>
                  <a:lnTo>
                    <a:pt x="733127" y="47547"/>
                  </a:lnTo>
                  <a:close/>
                </a:path>
                <a:path w="762634" h="106680">
                  <a:moveTo>
                    <a:pt x="741882" y="52545"/>
                  </a:moveTo>
                  <a:lnTo>
                    <a:pt x="733222" y="57706"/>
                  </a:lnTo>
                  <a:lnTo>
                    <a:pt x="752006" y="57529"/>
                  </a:lnTo>
                  <a:lnTo>
                    <a:pt x="752000" y="56861"/>
                  </a:lnTo>
                  <a:lnTo>
                    <a:pt x="749444" y="56861"/>
                  </a:lnTo>
                  <a:lnTo>
                    <a:pt x="741882" y="52545"/>
                  </a:lnTo>
                  <a:close/>
                </a:path>
                <a:path w="762634" h="106680">
                  <a:moveTo>
                    <a:pt x="749362" y="48087"/>
                  </a:moveTo>
                  <a:lnTo>
                    <a:pt x="741882" y="52545"/>
                  </a:lnTo>
                  <a:lnTo>
                    <a:pt x="749444" y="56861"/>
                  </a:lnTo>
                  <a:lnTo>
                    <a:pt x="749362" y="48087"/>
                  </a:lnTo>
                  <a:close/>
                </a:path>
                <a:path w="762634" h="106680">
                  <a:moveTo>
                    <a:pt x="751917" y="48087"/>
                  </a:moveTo>
                  <a:lnTo>
                    <a:pt x="749362" y="48087"/>
                  </a:lnTo>
                  <a:lnTo>
                    <a:pt x="749444" y="56861"/>
                  </a:lnTo>
                  <a:lnTo>
                    <a:pt x="752000" y="56861"/>
                  </a:lnTo>
                  <a:lnTo>
                    <a:pt x="751917" y="48087"/>
                  </a:lnTo>
                  <a:close/>
                </a:path>
                <a:path w="762634" h="106680">
                  <a:moveTo>
                    <a:pt x="751911" y="47371"/>
                  </a:moveTo>
                  <a:lnTo>
                    <a:pt x="733127" y="47547"/>
                  </a:lnTo>
                  <a:lnTo>
                    <a:pt x="741882" y="52545"/>
                  </a:lnTo>
                  <a:lnTo>
                    <a:pt x="749362" y="48087"/>
                  </a:lnTo>
                  <a:lnTo>
                    <a:pt x="751917" y="48087"/>
                  </a:lnTo>
                  <a:lnTo>
                    <a:pt x="751911" y="47371"/>
                  </a:lnTo>
                  <a:close/>
                </a:path>
                <a:path w="762634" h="106680">
                  <a:moveTo>
                    <a:pt x="670323" y="0"/>
                  </a:moveTo>
                  <a:lnTo>
                    <a:pt x="667219" y="848"/>
                  </a:lnTo>
                  <a:lnTo>
                    <a:pt x="664438" y="5721"/>
                  </a:lnTo>
                  <a:lnTo>
                    <a:pt x="665286" y="8823"/>
                  </a:lnTo>
                  <a:lnTo>
                    <a:pt x="733127" y="47547"/>
                  </a:lnTo>
                  <a:lnTo>
                    <a:pt x="753311" y="47371"/>
                  </a:lnTo>
                  <a:lnTo>
                    <a:pt x="670323" y="0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 algn="ctr">
              <a:lnSpc>
                <a:spcPts val="3935"/>
              </a:lnSpc>
              <a:spcBef>
                <a:spcPts val="100"/>
              </a:spcBef>
            </a:pPr>
            <a:r>
              <a:rPr spc="-70" dirty="0"/>
              <a:t>CREATE</a:t>
            </a:r>
            <a:r>
              <a:rPr spc="-210" dirty="0"/>
              <a:t> </a:t>
            </a:r>
            <a:r>
              <a:rPr spc="-65" dirty="0"/>
              <a:t>TABLE</a:t>
            </a:r>
          </a:p>
          <a:p>
            <a:pPr marL="10160" algn="ctr">
              <a:lnSpc>
                <a:spcPts val="3935"/>
              </a:lnSpc>
            </a:pPr>
            <a:r>
              <a:rPr spc="-80" dirty="0"/>
              <a:t>(One-to-Many</a:t>
            </a:r>
            <a:r>
              <a:rPr spc="-210" dirty="0"/>
              <a:t> </a:t>
            </a:r>
            <a:r>
              <a:rPr dirty="0"/>
              <a:t>/</a:t>
            </a:r>
            <a:r>
              <a:rPr spc="-195" dirty="0"/>
              <a:t> </a:t>
            </a:r>
            <a:r>
              <a:rPr spc="-80" dirty="0"/>
              <a:t>Many-to-One)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98480" y="3683508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01531" y="3683508"/>
            <a:ext cx="17208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product(pid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50813" y="3683508"/>
            <a:ext cx="1874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73841" y="3683508"/>
            <a:ext cx="899160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">
              <a:lnSpc>
                <a:spcPts val="2305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05"/>
              </a:lnSpc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cname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54028" y="3683508"/>
            <a:ext cx="6419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98327" y="3963923"/>
            <a:ext cx="20288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VARCHAR(100),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73841" y="4256532"/>
            <a:ext cx="742251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4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(pid),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40"/>
              </a:lnSpc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FOREIGN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(cname)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company(cname)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8480" y="5003292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7044" y="5003292"/>
            <a:ext cx="7962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01531" y="5003292"/>
            <a:ext cx="20288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company(cname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73841" y="5003292"/>
            <a:ext cx="5984875" cy="62293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3185160">
              <a:lnSpc>
                <a:spcPts val="2300"/>
              </a:lnSpc>
              <a:spcBef>
                <a:spcPts val="259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VARCHAR(100),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...,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(cname)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8480" y="1695694"/>
            <a:ext cx="9041765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Option</a:t>
            </a:r>
            <a:r>
              <a:rPr sz="21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sets,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store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“one” side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“many”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side,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194" y="-17613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" algn="ctr">
              <a:lnSpc>
                <a:spcPts val="3935"/>
              </a:lnSpc>
              <a:spcBef>
                <a:spcPts val="100"/>
              </a:spcBef>
            </a:pPr>
            <a:r>
              <a:rPr spc="-70" dirty="0"/>
              <a:t>CREATE</a:t>
            </a:r>
            <a:r>
              <a:rPr spc="-210" dirty="0"/>
              <a:t> </a:t>
            </a:r>
            <a:r>
              <a:rPr spc="-65" dirty="0"/>
              <a:t>TABLE</a:t>
            </a:r>
          </a:p>
          <a:p>
            <a:pPr marL="8890" algn="ctr">
              <a:lnSpc>
                <a:spcPts val="3935"/>
              </a:lnSpc>
            </a:pPr>
            <a:r>
              <a:rPr spc="-80" dirty="0"/>
              <a:t>(Multi-Way</a:t>
            </a:r>
            <a:r>
              <a:rPr spc="-225" dirty="0"/>
              <a:t> </a:t>
            </a:r>
            <a:r>
              <a:rPr spc="-85" dirty="0"/>
              <a:t>Relations)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5561" y="3479800"/>
            <a:ext cx="8991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0921" y="3479800"/>
            <a:ext cx="7015480" cy="354012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1853564" indent="43815">
              <a:lnSpc>
                <a:spcPts val="1989"/>
              </a:lnSpc>
              <a:spcBef>
                <a:spcPts val="40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product(pid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...,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(pid)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);</a:t>
            </a:r>
            <a:endParaRPr sz="1900">
              <a:latin typeface="Courier New"/>
              <a:cs typeface="Courier New"/>
            </a:endParaRPr>
          </a:p>
          <a:p>
            <a:pPr marL="12700" marR="1416685" indent="43815">
              <a:lnSpc>
                <a:spcPts val="2090"/>
              </a:lnSpc>
              <a:spcBef>
                <a:spcPts val="134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company(cname</a:t>
            </a:r>
            <a:r>
              <a:rPr sz="19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VARCHAR(100),</a:t>
            </a:r>
            <a:r>
              <a:rPr sz="19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...,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(cname)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900">
              <a:latin typeface="Courier New"/>
              <a:cs typeface="Courier New"/>
            </a:endParaRPr>
          </a:p>
          <a:p>
            <a:pPr marL="56515">
              <a:lnSpc>
                <a:spcPts val="2185"/>
              </a:lnSpc>
              <a:spcBef>
                <a:spcPts val="99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person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2185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(personid)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);</a:t>
            </a:r>
            <a:endParaRPr sz="1900">
              <a:latin typeface="Courier New"/>
              <a:cs typeface="Courier New"/>
            </a:endParaRPr>
          </a:p>
          <a:p>
            <a:pPr marL="56515">
              <a:lnSpc>
                <a:spcPts val="2090"/>
              </a:lnSpc>
              <a:spcBef>
                <a:spcPts val="103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900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buys(</a:t>
            </a:r>
            <a:endParaRPr sz="1900">
              <a:latin typeface="Courier New"/>
              <a:cs typeface="Courier New"/>
            </a:endParaRPr>
          </a:p>
          <a:p>
            <a:pPr marL="12700" marR="5080">
              <a:lnSpc>
                <a:spcPct val="80400"/>
              </a:lnSpc>
              <a:spcBef>
                <a:spcPts val="254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cname</a:t>
            </a:r>
            <a:r>
              <a:rPr sz="1900" spc="8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VARCHAR(100)</a:t>
            </a:r>
            <a:r>
              <a:rPr sz="1900" spc="8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1900" spc="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company(cname), 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pid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VARCHAR(100)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product(pid), 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personID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VARCHAR(10)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REFERENCE</a:t>
            </a:r>
            <a:r>
              <a:rPr sz="19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person(personID),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price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FLOAT,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ts val="180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(cname,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pid,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personID,)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5561" y="4165600"/>
            <a:ext cx="8991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5561" y="4851400"/>
            <a:ext cx="8991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5561" y="5537200"/>
            <a:ext cx="8991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36628" y="6247384"/>
            <a:ext cx="6083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0370" y="2067025"/>
            <a:ext cx="1183005" cy="44894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74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53260" y="2067025"/>
            <a:ext cx="1183005" cy="44894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74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43832" y="1991644"/>
            <a:ext cx="1551305" cy="595630"/>
            <a:chOff x="4243832" y="1991644"/>
            <a:chExt cx="1551305" cy="595630"/>
          </a:xfrm>
        </p:grpSpPr>
        <p:sp>
          <p:nvSpPr>
            <p:cNvPr id="12" name="object 12"/>
            <p:cNvSpPr/>
            <p:nvPr/>
          </p:nvSpPr>
          <p:spPr>
            <a:xfrm>
              <a:off x="4248912" y="1996724"/>
              <a:ext cx="1541145" cy="585470"/>
            </a:xfrm>
            <a:custGeom>
              <a:avLst/>
              <a:gdLst/>
              <a:ahLst/>
              <a:cxnLst/>
              <a:rect l="l" t="t" r="r" b="b"/>
              <a:pathLst>
                <a:path w="1541145" h="585469">
                  <a:moveTo>
                    <a:pt x="770534" y="0"/>
                  </a:moveTo>
                  <a:lnTo>
                    <a:pt x="0" y="292608"/>
                  </a:lnTo>
                  <a:lnTo>
                    <a:pt x="770534" y="585215"/>
                  </a:lnTo>
                  <a:lnTo>
                    <a:pt x="1541068" y="292608"/>
                  </a:lnTo>
                  <a:lnTo>
                    <a:pt x="77053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48912" y="1996724"/>
              <a:ext cx="1541145" cy="585470"/>
            </a:xfrm>
            <a:custGeom>
              <a:avLst/>
              <a:gdLst/>
              <a:ahLst/>
              <a:cxnLst/>
              <a:rect l="l" t="t" r="r" b="b"/>
              <a:pathLst>
                <a:path w="1541145" h="585469">
                  <a:moveTo>
                    <a:pt x="0" y="292607"/>
                  </a:moveTo>
                  <a:lnTo>
                    <a:pt x="770534" y="0"/>
                  </a:lnTo>
                  <a:lnTo>
                    <a:pt x="1541068" y="292607"/>
                  </a:lnTo>
                  <a:lnTo>
                    <a:pt x="770534" y="585215"/>
                  </a:lnTo>
                  <a:lnTo>
                    <a:pt x="0" y="292607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27260" y="2774960"/>
            <a:ext cx="1183005" cy="44894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73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08391" y="1339406"/>
            <a:ext cx="1014094" cy="494030"/>
            <a:chOff x="4508391" y="1339406"/>
            <a:chExt cx="1014094" cy="494030"/>
          </a:xfrm>
        </p:grpSpPr>
        <p:sp>
          <p:nvSpPr>
            <p:cNvPr id="16" name="object 16"/>
            <p:cNvSpPr/>
            <p:nvPr/>
          </p:nvSpPr>
          <p:spPr>
            <a:xfrm>
              <a:off x="4513471" y="1344486"/>
              <a:ext cx="1003935" cy="483870"/>
            </a:xfrm>
            <a:custGeom>
              <a:avLst/>
              <a:gdLst/>
              <a:ahLst/>
              <a:cxnLst/>
              <a:rect l="l" t="t" r="r" b="b"/>
              <a:pathLst>
                <a:path w="1003935" h="483869">
                  <a:moveTo>
                    <a:pt x="501705" y="0"/>
                  </a:moveTo>
                  <a:lnTo>
                    <a:pt x="438772" y="1884"/>
                  </a:lnTo>
                  <a:lnTo>
                    <a:pt x="378172" y="7385"/>
                  </a:lnTo>
                  <a:lnTo>
                    <a:pt x="320375" y="16278"/>
                  </a:lnTo>
                  <a:lnTo>
                    <a:pt x="265851" y="28335"/>
                  </a:lnTo>
                  <a:lnTo>
                    <a:pt x="215070" y="43329"/>
                  </a:lnTo>
                  <a:lnTo>
                    <a:pt x="168502" y="61034"/>
                  </a:lnTo>
                  <a:lnTo>
                    <a:pt x="126619" y="81224"/>
                  </a:lnTo>
                  <a:lnTo>
                    <a:pt x="89888" y="103671"/>
                  </a:lnTo>
                  <a:lnTo>
                    <a:pt x="58782" y="128149"/>
                  </a:lnTo>
                  <a:lnTo>
                    <a:pt x="15322" y="182292"/>
                  </a:lnTo>
                  <a:lnTo>
                    <a:pt x="0" y="241839"/>
                  </a:lnTo>
                  <a:lnTo>
                    <a:pt x="3908" y="272175"/>
                  </a:lnTo>
                  <a:lnTo>
                    <a:pt x="33770" y="329247"/>
                  </a:lnTo>
                  <a:lnTo>
                    <a:pt x="89888" y="380008"/>
                  </a:lnTo>
                  <a:lnTo>
                    <a:pt x="126619" y="402455"/>
                  </a:lnTo>
                  <a:lnTo>
                    <a:pt x="168502" y="422644"/>
                  </a:lnTo>
                  <a:lnTo>
                    <a:pt x="215070" y="440349"/>
                  </a:lnTo>
                  <a:lnTo>
                    <a:pt x="265851" y="455344"/>
                  </a:lnTo>
                  <a:lnTo>
                    <a:pt x="320375" y="467400"/>
                  </a:lnTo>
                  <a:lnTo>
                    <a:pt x="378172" y="476293"/>
                  </a:lnTo>
                  <a:lnTo>
                    <a:pt x="438772" y="481795"/>
                  </a:lnTo>
                  <a:lnTo>
                    <a:pt x="501705" y="483679"/>
                  </a:lnTo>
                  <a:lnTo>
                    <a:pt x="564638" y="481795"/>
                  </a:lnTo>
                  <a:lnTo>
                    <a:pt x="625238" y="476293"/>
                  </a:lnTo>
                  <a:lnTo>
                    <a:pt x="683035" y="467400"/>
                  </a:lnTo>
                  <a:lnTo>
                    <a:pt x="737559" y="455344"/>
                  </a:lnTo>
                  <a:lnTo>
                    <a:pt x="788340" y="440349"/>
                  </a:lnTo>
                  <a:lnTo>
                    <a:pt x="834907" y="422644"/>
                  </a:lnTo>
                  <a:lnTo>
                    <a:pt x="876791" y="402455"/>
                  </a:lnTo>
                  <a:lnTo>
                    <a:pt x="913521" y="380008"/>
                  </a:lnTo>
                  <a:lnTo>
                    <a:pt x="944627" y="355529"/>
                  </a:lnTo>
                  <a:lnTo>
                    <a:pt x="988087" y="301387"/>
                  </a:lnTo>
                  <a:lnTo>
                    <a:pt x="1003410" y="241839"/>
                  </a:lnTo>
                  <a:lnTo>
                    <a:pt x="999501" y="211503"/>
                  </a:lnTo>
                  <a:lnTo>
                    <a:pt x="969640" y="154432"/>
                  </a:lnTo>
                  <a:lnTo>
                    <a:pt x="913521" y="103671"/>
                  </a:lnTo>
                  <a:lnTo>
                    <a:pt x="876791" y="81224"/>
                  </a:lnTo>
                  <a:lnTo>
                    <a:pt x="834907" y="61034"/>
                  </a:lnTo>
                  <a:lnTo>
                    <a:pt x="788340" y="43329"/>
                  </a:lnTo>
                  <a:lnTo>
                    <a:pt x="737559" y="28335"/>
                  </a:lnTo>
                  <a:lnTo>
                    <a:pt x="683035" y="16278"/>
                  </a:lnTo>
                  <a:lnTo>
                    <a:pt x="625238" y="7385"/>
                  </a:lnTo>
                  <a:lnTo>
                    <a:pt x="564638" y="1884"/>
                  </a:lnTo>
                  <a:lnTo>
                    <a:pt x="50170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13471" y="1344486"/>
              <a:ext cx="1003935" cy="483870"/>
            </a:xfrm>
            <a:custGeom>
              <a:avLst/>
              <a:gdLst/>
              <a:ahLst/>
              <a:cxnLst/>
              <a:rect l="l" t="t" r="r" b="b"/>
              <a:pathLst>
                <a:path w="1003935" h="483869">
                  <a:moveTo>
                    <a:pt x="0" y="241839"/>
                  </a:moveTo>
                  <a:lnTo>
                    <a:pt x="15322" y="182292"/>
                  </a:lnTo>
                  <a:lnTo>
                    <a:pt x="58782" y="128149"/>
                  </a:lnTo>
                  <a:lnTo>
                    <a:pt x="89888" y="103671"/>
                  </a:lnTo>
                  <a:lnTo>
                    <a:pt x="126619" y="81224"/>
                  </a:lnTo>
                  <a:lnTo>
                    <a:pt x="168502" y="61034"/>
                  </a:lnTo>
                  <a:lnTo>
                    <a:pt x="215070" y="43329"/>
                  </a:lnTo>
                  <a:lnTo>
                    <a:pt x="265851" y="28335"/>
                  </a:lnTo>
                  <a:lnTo>
                    <a:pt x="320375" y="16278"/>
                  </a:lnTo>
                  <a:lnTo>
                    <a:pt x="378172" y="7385"/>
                  </a:lnTo>
                  <a:lnTo>
                    <a:pt x="438772" y="1884"/>
                  </a:lnTo>
                  <a:lnTo>
                    <a:pt x="501705" y="0"/>
                  </a:lnTo>
                  <a:lnTo>
                    <a:pt x="564638" y="1884"/>
                  </a:lnTo>
                  <a:lnTo>
                    <a:pt x="625238" y="7385"/>
                  </a:lnTo>
                  <a:lnTo>
                    <a:pt x="683035" y="16278"/>
                  </a:lnTo>
                  <a:lnTo>
                    <a:pt x="737559" y="28335"/>
                  </a:lnTo>
                  <a:lnTo>
                    <a:pt x="788340" y="43329"/>
                  </a:lnTo>
                  <a:lnTo>
                    <a:pt x="834908" y="61034"/>
                  </a:lnTo>
                  <a:lnTo>
                    <a:pt x="876792" y="81224"/>
                  </a:lnTo>
                  <a:lnTo>
                    <a:pt x="913522" y="103671"/>
                  </a:lnTo>
                  <a:lnTo>
                    <a:pt x="944628" y="128149"/>
                  </a:lnTo>
                  <a:lnTo>
                    <a:pt x="988088" y="182292"/>
                  </a:lnTo>
                  <a:lnTo>
                    <a:pt x="1003411" y="241839"/>
                  </a:lnTo>
                  <a:lnTo>
                    <a:pt x="999502" y="272175"/>
                  </a:lnTo>
                  <a:lnTo>
                    <a:pt x="969640" y="329246"/>
                  </a:lnTo>
                  <a:lnTo>
                    <a:pt x="913522" y="380007"/>
                  </a:lnTo>
                  <a:lnTo>
                    <a:pt x="876792" y="402454"/>
                  </a:lnTo>
                  <a:lnTo>
                    <a:pt x="834908" y="422644"/>
                  </a:lnTo>
                  <a:lnTo>
                    <a:pt x="788340" y="440349"/>
                  </a:lnTo>
                  <a:lnTo>
                    <a:pt x="737559" y="455343"/>
                  </a:lnTo>
                  <a:lnTo>
                    <a:pt x="683035" y="467400"/>
                  </a:lnTo>
                  <a:lnTo>
                    <a:pt x="625238" y="476292"/>
                  </a:lnTo>
                  <a:lnTo>
                    <a:pt x="564638" y="481794"/>
                  </a:lnTo>
                  <a:lnTo>
                    <a:pt x="501705" y="483678"/>
                  </a:lnTo>
                  <a:lnTo>
                    <a:pt x="438772" y="481794"/>
                  </a:lnTo>
                  <a:lnTo>
                    <a:pt x="378172" y="476292"/>
                  </a:lnTo>
                  <a:lnTo>
                    <a:pt x="320375" y="467400"/>
                  </a:lnTo>
                  <a:lnTo>
                    <a:pt x="265851" y="455343"/>
                  </a:lnTo>
                  <a:lnTo>
                    <a:pt x="215070" y="440349"/>
                  </a:lnTo>
                  <a:lnTo>
                    <a:pt x="168502" y="422644"/>
                  </a:lnTo>
                  <a:lnTo>
                    <a:pt x="126619" y="402454"/>
                  </a:lnTo>
                  <a:lnTo>
                    <a:pt x="89888" y="380007"/>
                  </a:lnTo>
                  <a:lnTo>
                    <a:pt x="58782" y="355529"/>
                  </a:lnTo>
                  <a:lnTo>
                    <a:pt x="15322" y="301386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767950" y="1441703"/>
            <a:ext cx="4946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87847" y="2052304"/>
            <a:ext cx="1195070" cy="494030"/>
            <a:chOff x="1087847" y="2052304"/>
            <a:chExt cx="1195070" cy="494030"/>
          </a:xfrm>
        </p:grpSpPr>
        <p:sp>
          <p:nvSpPr>
            <p:cNvPr id="20" name="object 20"/>
            <p:cNvSpPr/>
            <p:nvPr/>
          </p:nvSpPr>
          <p:spPr>
            <a:xfrm>
              <a:off x="1092927" y="2057384"/>
              <a:ext cx="1184910" cy="483870"/>
            </a:xfrm>
            <a:custGeom>
              <a:avLst/>
              <a:gdLst/>
              <a:ahLst/>
              <a:cxnLst/>
              <a:rect l="l" t="t" r="r" b="b"/>
              <a:pathLst>
                <a:path w="1184910" h="483869">
                  <a:moveTo>
                    <a:pt x="592182" y="0"/>
                  </a:moveTo>
                  <a:lnTo>
                    <a:pt x="527658" y="1419"/>
                  </a:lnTo>
                  <a:lnTo>
                    <a:pt x="465145" y="5577"/>
                  </a:lnTo>
                  <a:lnTo>
                    <a:pt x="405007" y="12329"/>
                  </a:lnTo>
                  <a:lnTo>
                    <a:pt x="347603" y="21525"/>
                  </a:lnTo>
                  <a:lnTo>
                    <a:pt x="293296" y="33018"/>
                  </a:lnTo>
                  <a:lnTo>
                    <a:pt x="242447" y="46660"/>
                  </a:lnTo>
                  <a:lnTo>
                    <a:pt x="195416" y="62305"/>
                  </a:lnTo>
                  <a:lnTo>
                    <a:pt x="152565" y="79805"/>
                  </a:lnTo>
                  <a:lnTo>
                    <a:pt x="114256" y="99012"/>
                  </a:lnTo>
                  <a:lnTo>
                    <a:pt x="80850" y="119778"/>
                  </a:lnTo>
                  <a:lnTo>
                    <a:pt x="30189" y="165399"/>
                  </a:lnTo>
                  <a:lnTo>
                    <a:pt x="3474" y="215488"/>
                  </a:lnTo>
                  <a:lnTo>
                    <a:pt x="0" y="241839"/>
                  </a:lnTo>
                  <a:lnTo>
                    <a:pt x="3474" y="268190"/>
                  </a:lnTo>
                  <a:lnTo>
                    <a:pt x="30189" y="318279"/>
                  </a:lnTo>
                  <a:lnTo>
                    <a:pt x="80850" y="363901"/>
                  </a:lnTo>
                  <a:lnTo>
                    <a:pt x="114256" y="384667"/>
                  </a:lnTo>
                  <a:lnTo>
                    <a:pt x="152565" y="403873"/>
                  </a:lnTo>
                  <a:lnTo>
                    <a:pt x="195416" y="421373"/>
                  </a:lnTo>
                  <a:lnTo>
                    <a:pt x="242447" y="437018"/>
                  </a:lnTo>
                  <a:lnTo>
                    <a:pt x="293296" y="450661"/>
                  </a:lnTo>
                  <a:lnTo>
                    <a:pt x="347603" y="462154"/>
                  </a:lnTo>
                  <a:lnTo>
                    <a:pt x="405007" y="471350"/>
                  </a:lnTo>
                  <a:lnTo>
                    <a:pt x="465145" y="478101"/>
                  </a:lnTo>
                  <a:lnTo>
                    <a:pt x="527658" y="482260"/>
                  </a:lnTo>
                  <a:lnTo>
                    <a:pt x="592182" y="483679"/>
                  </a:lnTo>
                  <a:lnTo>
                    <a:pt x="656707" y="482260"/>
                  </a:lnTo>
                  <a:lnTo>
                    <a:pt x="719219" y="478101"/>
                  </a:lnTo>
                  <a:lnTo>
                    <a:pt x="779358" y="471350"/>
                  </a:lnTo>
                  <a:lnTo>
                    <a:pt x="836761" y="462154"/>
                  </a:lnTo>
                  <a:lnTo>
                    <a:pt x="891068" y="450661"/>
                  </a:lnTo>
                  <a:lnTo>
                    <a:pt x="941917" y="437018"/>
                  </a:lnTo>
                  <a:lnTo>
                    <a:pt x="988948" y="421373"/>
                  </a:lnTo>
                  <a:lnTo>
                    <a:pt x="1031798" y="403873"/>
                  </a:lnTo>
                  <a:lnTo>
                    <a:pt x="1070108" y="384667"/>
                  </a:lnTo>
                  <a:lnTo>
                    <a:pt x="1103514" y="363901"/>
                  </a:lnTo>
                  <a:lnTo>
                    <a:pt x="1154175" y="318279"/>
                  </a:lnTo>
                  <a:lnTo>
                    <a:pt x="1180890" y="268190"/>
                  </a:lnTo>
                  <a:lnTo>
                    <a:pt x="1184364" y="241839"/>
                  </a:lnTo>
                  <a:lnTo>
                    <a:pt x="1180890" y="215488"/>
                  </a:lnTo>
                  <a:lnTo>
                    <a:pt x="1154175" y="165399"/>
                  </a:lnTo>
                  <a:lnTo>
                    <a:pt x="1103514" y="119778"/>
                  </a:lnTo>
                  <a:lnTo>
                    <a:pt x="1070108" y="99012"/>
                  </a:lnTo>
                  <a:lnTo>
                    <a:pt x="1031798" y="79805"/>
                  </a:lnTo>
                  <a:lnTo>
                    <a:pt x="988948" y="62305"/>
                  </a:lnTo>
                  <a:lnTo>
                    <a:pt x="941917" y="46660"/>
                  </a:lnTo>
                  <a:lnTo>
                    <a:pt x="891068" y="33018"/>
                  </a:lnTo>
                  <a:lnTo>
                    <a:pt x="836761" y="21525"/>
                  </a:lnTo>
                  <a:lnTo>
                    <a:pt x="779358" y="12329"/>
                  </a:lnTo>
                  <a:lnTo>
                    <a:pt x="719219" y="5577"/>
                  </a:lnTo>
                  <a:lnTo>
                    <a:pt x="656707" y="1419"/>
                  </a:lnTo>
                  <a:lnTo>
                    <a:pt x="59218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92927" y="2057384"/>
              <a:ext cx="1184910" cy="483870"/>
            </a:xfrm>
            <a:custGeom>
              <a:avLst/>
              <a:gdLst/>
              <a:ahLst/>
              <a:cxnLst/>
              <a:rect l="l" t="t" r="r" b="b"/>
              <a:pathLst>
                <a:path w="1184910" h="483869">
                  <a:moveTo>
                    <a:pt x="0" y="241839"/>
                  </a:moveTo>
                  <a:lnTo>
                    <a:pt x="13658" y="189959"/>
                  </a:lnTo>
                  <a:lnTo>
                    <a:pt x="52707" y="141956"/>
                  </a:lnTo>
                  <a:lnTo>
                    <a:pt x="114256" y="99012"/>
                  </a:lnTo>
                  <a:lnTo>
                    <a:pt x="152566" y="79805"/>
                  </a:lnTo>
                  <a:lnTo>
                    <a:pt x="195416" y="62305"/>
                  </a:lnTo>
                  <a:lnTo>
                    <a:pt x="242447" y="46660"/>
                  </a:lnTo>
                  <a:lnTo>
                    <a:pt x="293296" y="33018"/>
                  </a:lnTo>
                  <a:lnTo>
                    <a:pt x="347603" y="21525"/>
                  </a:lnTo>
                  <a:lnTo>
                    <a:pt x="405006" y="12329"/>
                  </a:lnTo>
                  <a:lnTo>
                    <a:pt x="465145" y="5577"/>
                  </a:lnTo>
                  <a:lnTo>
                    <a:pt x="527657" y="1419"/>
                  </a:lnTo>
                  <a:lnTo>
                    <a:pt x="592182" y="0"/>
                  </a:lnTo>
                  <a:lnTo>
                    <a:pt x="656707" y="1419"/>
                  </a:lnTo>
                  <a:lnTo>
                    <a:pt x="719219" y="5577"/>
                  </a:lnTo>
                  <a:lnTo>
                    <a:pt x="779357" y="12329"/>
                  </a:lnTo>
                  <a:lnTo>
                    <a:pt x="836761" y="21525"/>
                  </a:lnTo>
                  <a:lnTo>
                    <a:pt x="891068" y="33018"/>
                  </a:lnTo>
                  <a:lnTo>
                    <a:pt x="941917" y="46660"/>
                  </a:lnTo>
                  <a:lnTo>
                    <a:pt x="988948" y="62305"/>
                  </a:lnTo>
                  <a:lnTo>
                    <a:pt x="1031798" y="79805"/>
                  </a:lnTo>
                  <a:lnTo>
                    <a:pt x="1070107" y="99012"/>
                  </a:lnTo>
                  <a:lnTo>
                    <a:pt x="1103514" y="119778"/>
                  </a:lnTo>
                  <a:lnTo>
                    <a:pt x="1154174" y="165399"/>
                  </a:lnTo>
                  <a:lnTo>
                    <a:pt x="1180889" y="215488"/>
                  </a:lnTo>
                  <a:lnTo>
                    <a:pt x="1184364" y="241839"/>
                  </a:lnTo>
                  <a:lnTo>
                    <a:pt x="1180889" y="268190"/>
                  </a:lnTo>
                  <a:lnTo>
                    <a:pt x="1154174" y="318279"/>
                  </a:lnTo>
                  <a:lnTo>
                    <a:pt x="1103514" y="363900"/>
                  </a:lnTo>
                  <a:lnTo>
                    <a:pt x="1070107" y="384666"/>
                  </a:lnTo>
                  <a:lnTo>
                    <a:pt x="1031798" y="403873"/>
                  </a:lnTo>
                  <a:lnTo>
                    <a:pt x="988948" y="421372"/>
                  </a:lnTo>
                  <a:lnTo>
                    <a:pt x="941917" y="437017"/>
                  </a:lnTo>
                  <a:lnTo>
                    <a:pt x="891068" y="450660"/>
                  </a:lnTo>
                  <a:lnTo>
                    <a:pt x="836761" y="462153"/>
                  </a:lnTo>
                  <a:lnTo>
                    <a:pt x="779357" y="471349"/>
                  </a:lnTo>
                  <a:lnTo>
                    <a:pt x="719219" y="478100"/>
                  </a:lnTo>
                  <a:lnTo>
                    <a:pt x="656707" y="482259"/>
                  </a:lnTo>
                  <a:lnTo>
                    <a:pt x="592182" y="483678"/>
                  </a:lnTo>
                  <a:lnTo>
                    <a:pt x="527657" y="482259"/>
                  </a:lnTo>
                  <a:lnTo>
                    <a:pt x="465145" y="478100"/>
                  </a:lnTo>
                  <a:lnTo>
                    <a:pt x="405006" y="471349"/>
                  </a:lnTo>
                  <a:lnTo>
                    <a:pt x="347603" y="462153"/>
                  </a:lnTo>
                  <a:lnTo>
                    <a:pt x="293296" y="450660"/>
                  </a:lnTo>
                  <a:lnTo>
                    <a:pt x="242447" y="437017"/>
                  </a:lnTo>
                  <a:lnTo>
                    <a:pt x="195416" y="421372"/>
                  </a:lnTo>
                  <a:lnTo>
                    <a:pt x="152566" y="403873"/>
                  </a:lnTo>
                  <a:lnTo>
                    <a:pt x="114256" y="384666"/>
                  </a:lnTo>
                  <a:lnTo>
                    <a:pt x="80850" y="363900"/>
                  </a:lnTo>
                  <a:lnTo>
                    <a:pt x="30189" y="318279"/>
                  </a:lnTo>
                  <a:lnTo>
                    <a:pt x="3474" y="268190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857933" y="1823085"/>
            <a:ext cx="2300605" cy="957580"/>
            <a:chOff x="3857933" y="1823085"/>
            <a:chExt cx="2300605" cy="957580"/>
          </a:xfrm>
        </p:grpSpPr>
        <p:sp>
          <p:nvSpPr>
            <p:cNvPr id="23" name="object 23"/>
            <p:cNvSpPr/>
            <p:nvPr/>
          </p:nvSpPr>
          <p:spPr>
            <a:xfrm>
              <a:off x="3863013" y="2289332"/>
              <a:ext cx="386080" cy="2540"/>
            </a:xfrm>
            <a:custGeom>
              <a:avLst/>
              <a:gdLst/>
              <a:ahLst/>
              <a:cxnLst/>
              <a:rect l="l" t="t" r="r" b="b"/>
              <a:pathLst>
                <a:path w="386079" h="2539">
                  <a:moveTo>
                    <a:pt x="385898" y="0"/>
                  </a:moveTo>
                  <a:lnTo>
                    <a:pt x="0" y="2025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15177" y="1828165"/>
              <a:ext cx="4445" cy="168910"/>
            </a:xfrm>
            <a:custGeom>
              <a:avLst/>
              <a:gdLst/>
              <a:ahLst/>
              <a:cxnLst/>
              <a:rect l="l" t="t" r="r" b="b"/>
              <a:pathLst>
                <a:path w="4445" h="168910">
                  <a:moveTo>
                    <a:pt x="4268" y="168558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48912" y="2289332"/>
              <a:ext cx="0" cy="45085"/>
            </a:xfrm>
            <a:custGeom>
              <a:avLst/>
              <a:gdLst/>
              <a:ahLst/>
              <a:cxnLst/>
              <a:rect l="l" t="t" r="r" b="b"/>
              <a:pathLst>
                <a:path h="45085">
                  <a:moveTo>
                    <a:pt x="0" y="0"/>
                  </a:moveTo>
                  <a:lnTo>
                    <a:pt x="1" y="4472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89980" y="2289332"/>
              <a:ext cx="363855" cy="2540"/>
            </a:xfrm>
            <a:custGeom>
              <a:avLst/>
              <a:gdLst/>
              <a:ahLst/>
              <a:cxnLst/>
              <a:rect l="l" t="t" r="r" b="b"/>
              <a:pathLst>
                <a:path w="363854" h="2539">
                  <a:moveTo>
                    <a:pt x="363279" y="2025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018581" y="2581942"/>
              <a:ext cx="1270" cy="193040"/>
            </a:xfrm>
            <a:custGeom>
              <a:avLst/>
              <a:gdLst/>
              <a:ahLst/>
              <a:cxnLst/>
              <a:rect l="l" t="t" r="r" b="b"/>
              <a:pathLst>
                <a:path w="1270" h="193039">
                  <a:moveTo>
                    <a:pt x="0" y="193017"/>
                  </a:moveTo>
                  <a:lnTo>
                    <a:pt x="86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52677" y="2161032"/>
            <a:ext cx="9048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pe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son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723766" y="2034888"/>
            <a:ext cx="1195070" cy="494030"/>
            <a:chOff x="7723766" y="2034888"/>
            <a:chExt cx="1195070" cy="494030"/>
          </a:xfrm>
        </p:grpSpPr>
        <p:sp>
          <p:nvSpPr>
            <p:cNvPr id="30" name="object 30"/>
            <p:cNvSpPr/>
            <p:nvPr/>
          </p:nvSpPr>
          <p:spPr>
            <a:xfrm>
              <a:off x="7728846" y="2039968"/>
              <a:ext cx="1184910" cy="483870"/>
            </a:xfrm>
            <a:custGeom>
              <a:avLst/>
              <a:gdLst/>
              <a:ahLst/>
              <a:cxnLst/>
              <a:rect l="l" t="t" r="r" b="b"/>
              <a:pathLst>
                <a:path w="1184909" h="483869">
                  <a:moveTo>
                    <a:pt x="592181" y="0"/>
                  </a:moveTo>
                  <a:lnTo>
                    <a:pt x="527657" y="1419"/>
                  </a:lnTo>
                  <a:lnTo>
                    <a:pt x="465145" y="5577"/>
                  </a:lnTo>
                  <a:lnTo>
                    <a:pt x="405006" y="12329"/>
                  </a:lnTo>
                  <a:lnTo>
                    <a:pt x="347603" y="21525"/>
                  </a:lnTo>
                  <a:lnTo>
                    <a:pt x="293296" y="33018"/>
                  </a:lnTo>
                  <a:lnTo>
                    <a:pt x="242447" y="46660"/>
                  </a:lnTo>
                  <a:lnTo>
                    <a:pt x="195416" y="62305"/>
                  </a:lnTo>
                  <a:lnTo>
                    <a:pt x="152565" y="79805"/>
                  </a:lnTo>
                  <a:lnTo>
                    <a:pt x="114256" y="99011"/>
                  </a:lnTo>
                  <a:lnTo>
                    <a:pt x="80850" y="119778"/>
                  </a:lnTo>
                  <a:lnTo>
                    <a:pt x="30189" y="165398"/>
                  </a:lnTo>
                  <a:lnTo>
                    <a:pt x="3474" y="215487"/>
                  </a:lnTo>
                  <a:lnTo>
                    <a:pt x="0" y="241838"/>
                  </a:lnTo>
                  <a:lnTo>
                    <a:pt x="3474" y="268189"/>
                  </a:lnTo>
                  <a:lnTo>
                    <a:pt x="30189" y="318278"/>
                  </a:lnTo>
                  <a:lnTo>
                    <a:pt x="80850" y="363899"/>
                  </a:lnTo>
                  <a:lnTo>
                    <a:pt x="114256" y="384665"/>
                  </a:lnTo>
                  <a:lnTo>
                    <a:pt x="152565" y="403872"/>
                  </a:lnTo>
                  <a:lnTo>
                    <a:pt x="195416" y="421372"/>
                  </a:lnTo>
                  <a:lnTo>
                    <a:pt x="242447" y="437017"/>
                  </a:lnTo>
                  <a:lnTo>
                    <a:pt x="293296" y="450660"/>
                  </a:lnTo>
                  <a:lnTo>
                    <a:pt x="347603" y="462153"/>
                  </a:lnTo>
                  <a:lnTo>
                    <a:pt x="405006" y="471349"/>
                  </a:lnTo>
                  <a:lnTo>
                    <a:pt x="465145" y="478100"/>
                  </a:lnTo>
                  <a:lnTo>
                    <a:pt x="527657" y="482259"/>
                  </a:lnTo>
                  <a:lnTo>
                    <a:pt x="592181" y="483678"/>
                  </a:lnTo>
                  <a:lnTo>
                    <a:pt x="656706" y="482259"/>
                  </a:lnTo>
                  <a:lnTo>
                    <a:pt x="719218" y="478100"/>
                  </a:lnTo>
                  <a:lnTo>
                    <a:pt x="779357" y="471349"/>
                  </a:lnTo>
                  <a:lnTo>
                    <a:pt x="836760" y="462153"/>
                  </a:lnTo>
                  <a:lnTo>
                    <a:pt x="891067" y="450660"/>
                  </a:lnTo>
                  <a:lnTo>
                    <a:pt x="941916" y="437017"/>
                  </a:lnTo>
                  <a:lnTo>
                    <a:pt x="988947" y="421372"/>
                  </a:lnTo>
                  <a:lnTo>
                    <a:pt x="1031797" y="403872"/>
                  </a:lnTo>
                  <a:lnTo>
                    <a:pt x="1070107" y="384665"/>
                  </a:lnTo>
                  <a:lnTo>
                    <a:pt x="1103513" y="363899"/>
                  </a:lnTo>
                  <a:lnTo>
                    <a:pt x="1154174" y="318278"/>
                  </a:lnTo>
                  <a:lnTo>
                    <a:pt x="1180889" y="268189"/>
                  </a:lnTo>
                  <a:lnTo>
                    <a:pt x="1184363" y="241838"/>
                  </a:lnTo>
                  <a:lnTo>
                    <a:pt x="1180889" y="215487"/>
                  </a:lnTo>
                  <a:lnTo>
                    <a:pt x="1154174" y="165398"/>
                  </a:lnTo>
                  <a:lnTo>
                    <a:pt x="1103513" y="119778"/>
                  </a:lnTo>
                  <a:lnTo>
                    <a:pt x="1070107" y="99011"/>
                  </a:lnTo>
                  <a:lnTo>
                    <a:pt x="1031797" y="79805"/>
                  </a:lnTo>
                  <a:lnTo>
                    <a:pt x="988947" y="62305"/>
                  </a:lnTo>
                  <a:lnTo>
                    <a:pt x="941916" y="46660"/>
                  </a:lnTo>
                  <a:lnTo>
                    <a:pt x="891067" y="33018"/>
                  </a:lnTo>
                  <a:lnTo>
                    <a:pt x="836760" y="21525"/>
                  </a:lnTo>
                  <a:lnTo>
                    <a:pt x="779357" y="12329"/>
                  </a:lnTo>
                  <a:lnTo>
                    <a:pt x="719218" y="5577"/>
                  </a:lnTo>
                  <a:lnTo>
                    <a:pt x="656706" y="1419"/>
                  </a:lnTo>
                  <a:lnTo>
                    <a:pt x="59218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28846" y="2039968"/>
              <a:ext cx="1184910" cy="483870"/>
            </a:xfrm>
            <a:custGeom>
              <a:avLst/>
              <a:gdLst/>
              <a:ahLst/>
              <a:cxnLst/>
              <a:rect l="l" t="t" r="r" b="b"/>
              <a:pathLst>
                <a:path w="1184909" h="483869">
                  <a:moveTo>
                    <a:pt x="0" y="241839"/>
                  </a:moveTo>
                  <a:lnTo>
                    <a:pt x="13658" y="189959"/>
                  </a:lnTo>
                  <a:lnTo>
                    <a:pt x="52707" y="141956"/>
                  </a:lnTo>
                  <a:lnTo>
                    <a:pt x="114256" y="99012"/>
                  </a:lnTo>
                  <a:lnTo>
                    <a:pt x="152566" y="79805"/>
                  </a:lnTo>
                  <a:lnTo>
                    <a:pt x="195416" y="62305"/>
                  </a:lnTo>
                  <a:lnTo>
                    <a:pt x="242447" y="46660"/>
                  </a:lnTo>
                  <a:lnTo>
                    <a:pt x="293296" y="33018"/>
                  </a:lnTo>
                  <a:lnTo>
                    <a:pt x="347603" y="21525"/>
                  </a:lnTo>
                  <a:lnTo>
                    <a:pt x="405006" y="12329"/>
                  </a:lnTo>
                  <a:lnTo>
                    <a:pt x="465145" y="5577"/>
                  </a:lnTo>
                  <a:lnTo>
                    <a:pt x="527657" y="1419"/>
                  </a:lnTo>
                  <a:lnTo>
                    <a:pt x="592182" y="0"/>
                  </a:lnTo>
                  <a:lnTo>
                    <a:pt x="656707" y="1419"/>
                  </a:lnTo>
                  <a:lnTo>
                    <a:pt x="719219" y="5577"/>
                  </a:lnTo>
                  <a:lnTo>
                    <a:pt x="779357" y="12329"/>
                  </a:lnTo>
                  <a:lnTo>
                    <a:pt x="836761" y="21525"/>
                  </a:lnTo>
                  <a:lnTo>
                    <a:pt x="891068" y="33018"/>
                  </a:lnTo>
                  <a:lnTo>
                    <a:pt x="941917" y="46660"/>
                  </a:lnTo>
                  <a:lnTo>
                    <a:pt x="988948" y="62305"/>
                  </a:lnTo>
                  <a:lnTo>
                    <a:pt x="1031798" y="79805"/>
                  </a:lnTo>
                  <a:lnTo>
                    <a:pt x="1070107" y="99012"/>
                  </a:lnTo>
                  <a:lnTo>
                    <a:pt x="1103514" y="119778"/>
                  </a:lnTo>
                  <a:lnTo>
                    <a:pt x="1154174" y="165399"/>
                  </a:lnTo>
                  <a:lnTo>
                    <a:pt x="1180889" y="215488"/>
                  </a:lnTo>
                  <a:lnTo>
                    <a:pt x="1184364" y="241839"/>
                  </a:lnTo>
                  <a:lnTo>
                    <a:pt x="1180889" y="268190"/>
                  </a:lnTo>
                  <a:lnTo>
                    <a:pt x="1154174" y="318279"/>
                  </a:lnTo>
                  <a:lnTo>
                    <a:pt x="1103514" y="363900"/>
                  </a:lnTo>
                  <a:lnTo>
                    <a:pt x="1070107" y="384666"/>
                  </a:lnTo>
                  <a:lnTo>
                    <a:pt x="1031798" y="403873"/>
                  </a:lnTo>
                  <a:lnTo>
                    <a:pt x="988948" y="421372"/>
                  </a:lnTo>
                  <a:lnTo>
                    <a:pt x="941917" y="437017"/>
                  </a:lnTo>
                  <a:lnTo>
                    <a:pt x="891068" y="450660"/>
                  </a:lnTo>
                  <a:lnTo>
                    <a:pt x="836761" y="462153"/>
                  </a:lnTo>
                  <a:lnTo>
                    <a:pt x="779357" y="471349"/>
                  </a:lnTo>
                  <a:lnTo>
                    <a:pt x="719219" y="478100"/>
                  </a:lnTo>
                  <a:lnTo>
                    <a:pt x="656707" y="482259"/>
                  </a:lnTo>
                  <a:lnTo>
                    <a:pt x="592182" y="483678"/>
                  </a:lnTo>
                  <a:lnTo>
                    <a:pt x="527657" y="482259"/>
                  </a:lnTo>
                  <a:lnTo>
                    <a:pt x="465145" y="478100"/>
                  </a:lnTo>
                  <a:lnTo>
                    <a:pt x="405006" y="471349"/>
                  </a:lnTo>
                  <a:lnTo>
                    <a:pt x="347603" y="462153"/>
                  </a:lnTo>
                  <a:lnTo>
                    <a:pt x="293296" y="450660"/>
                  </a:lnTo>
                  <a:lnTo>
                    <a:pt x="242447" y="437017"/>
                  </a:lnTo>
                  <a:lnTo>
                    <a:pt x="195416" y="421372"/>
                  </a:lnTo>
                  <a:lnTo>
                    <a:pt x="152566" y="403873"/>
                  </a:lnTo>
                  <a:lnTo>
                    <a:pt x="114256" y="384666"/>
                  </a:lnTo>
                  <a:lnTo>
                    <a:pt x="80850" y="363900"/>
                  </a:lnTo>
                  <a:lnTo>
                    <a:pt x="30189" y="318279"/>
                  </a:lnTo>
                  <a:lnTo>
                    <a:pt x="3474" y="268190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184084" y="2145791"/>
            <a:ext cx="313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07579" y="2145791"/>
            <a:ext cx="4826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buys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335902" y="2281807"/>
            <a:ext cx="393065" cy="10160"/>
          </a:xfrm>
          <a:custGeom>
            <a:avLst/>
            <a:gdLst/>
            <a:ahLst/>
            <a:cxnLst/>
            <a:rect l="l" t="t" r="r" b="b"/>
            <a:pathLst>
              <a:path w="393065" h="10160">
                <a:moveTo>
                  <a:pt x="392943" y="0"/>
                </a:moveTo>
                <a:lnTo>
                  <a:pt x="0" y="9550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6074949" y="2748977"/>
            <a:ext cx="1195070" cy="494030"/>
            <a:chOff x="6074949" y="2748977"/>
            <a:chExt cx="1195070" cy="494030"/>
          </a:xfrm>
        </p:grpSpPr>
        <p:sp>
          <p:nvSpPr>
            <p:cNvPr id="36" name="object 36"/>
            <p:cNvSpPr/>
            <p:nvPr/>
          </p:nvSpPr>
          <p:spPr>
            <a:xfrm>
              <a:off x="6080029" y="2754057"/>
              <a:ext cx="1184910" cy="483870"/>
            </a:xfrm>
            <a:custGeom>
              <a:avLst/>
              <a:gdLst/>
              <a:ahLst/>
              <a:cxnLst/>
              <a:rect l="l" t="t" r="r" b="b"/>
              <a:pathLst>
                <a:path w="1184909" h="483869">
                  <a:moveTo>
                    <a:pt x="592181" y="0"/>
                  </a:moveTo>
                  <a:lnTo>
                    <a:pt x="527657" y="1419"/>
                  </a:lnTo>
                  <a:lnTo>
                    <a:pt x="465145" y="5577"/>
                  </a:lnTo>
                  <a:lnTo>
                    <a:pt x="405006" y="12329"/>
                  </a:lnTo>
                  <a:lnTo>
                    <a:pt x="347603" y="21525"/>
                  </a:lnTo>
                  <a:lnTo>
                    <a:pt x="293296" y="33018"/>
                  </a:lnTo>
                  <a:lnTo>
                    <a:pt x="242447" y="46660"/>
                  </a:lnTo>
                  <a:lnTo>
                    <a:pt x="195416" y="62305"/>
                  </a:lnTo>
                  <a:lnTo>
                    <a:pt x="152565" y="79805"/>
                  </a:lnTo>
                  <a:lnTo>
                    <a:pt x="114256" y="99012"/>
                  </a:lnTo>
                  <a:lnTo>
                    <a:pt x="80850" y="119778"/>
                  </a:lnTo>
                  <a:lnTo>
                    <a:pt x="30189" y="165399"/>
                  </a:lnTo>
                  <a:lnTo>
                    <a:pt x="3474" y="215488"/>
                  </a:lnTo>
                  <a:lnTo>
                    <a:pt x="0" y="241839"/>
                  </a:lnTo>
                  <a:lnTo>
                    <a:pt x="3474" y="268190"/>
                  </a:lnTo>
                  <a:lnTo>
                    <a:pt x="30189" y="318279"/>
                  </a:lnTo>
                  <a:lnTo>
                    <a:pt x="80850" y="363900"/>
                  </a:lnTo>
                  <a:lnTo>
                    <a:pt x="114256" y="384666"/>
                  </a:lnTo>
                  <a:lnTo>
                    <a:pt x="152565" y="403872"/>
                  </a:lnTo>
                  <a:lnTo>
                    <a:pt x="195416" y="421372"/>
                  </a:lnTo>
                  <a:lnTo>
                    <a:pt x="242447" y="437017"/>
                  </a:lnTo>
                  <a:lnTo>
                    <a:pt x="293296" y="450660"/>
                  </a:lnTo>
                  <a:lnTo>
                    <a:pt x="347603" y="462153"/>
                  </a:lnTo>
                  <a:lnTo>
                    <a:pt x="405006" y="471349"/>
                  </a:lnTo>
                  <a:lnTo>
                    <a:pt x="465145" y="478100"/>
                  </a:lnTo>
                  <a:lnTo>
                    <a:pt x="527657" y="482259"/>
                  </a:lnTo>
                  <a:lnTo>
                    <a:pt x="592181" y="483678"/>
                  </a:lnTo>
                  <a:lnTo>
                    <a:pt x="656706" y="482259"/>
                  </a:lnTo>
                  <a:lnTo>
                    <a:pt x="719219" y="478100"/>
                  </a:lnTo>
                  <a:lnTo>
                    <a:pt x="779357" y="471349"/>
                  </a:lnTo>
                  <a:lnTo>
                    <a:pt x="836761" y="462153"/>
                  </a:lnTo>
                  <a:lnTo>
                    <a:pt x="891068" y="450660"/>
                  </a:lnTo>
                  <a:lnTo>
                    <a:pt x="941917" y="437017"/>
                  </a:lnTo>
                  <a:lnTo>
                    <a:pt x="988948" y="421372"/>
                  </a:lnTo>
                  <a:lnTo>
                    <a:pt x="1031799" y="403872"/>
                  </a:lnTo>
                  <a:lnTo>
                    <a:pt x="1070108" y="384666"/>
                  </a:lnTo>
                  <a:lnTo>
                    <a:pt x="1103514" y="363900"/>
                  </a:lnTo>
                  <a:lnTo>
                    <a:pt x="1154175" y="318279"/>
                  </a:lnTo>
                  <a:lnTo>
                    <a:pt x="1180890" y="268190"/>
                  </a:lnTo>
                  <a:lnTo>
                    <a:pt x="1184365" y="241839"/>
                  </a:lnTo>
                  <a:lnTo>
                    <a:pt x="1180890" y="215488"/>
                  </a:lnTo>
                  <a:lnTo>
                    <a:pt x="1154175" y="165399"/>
                  </a:lnTo>
                  <a:lnTo>
                    <a:pt x="1103514" y="119778"/>
                  </a:lnTo>
                  <a:lnTo>
                    <a:pt x="1070108" y="99012"/>
                  </a:lnTo>
                  <a:lnTo>
                    <a:pt x="1031799" y="79805"/>
                  </a:lnTo>
                  <a:lnTo>
                    <a:pt x="988948" y="62305"/>
                  </a:lnTo>
                  <a:lnTo>
                    <a:pt x="941917" y="46660"/>
                  </a:lnTo>
                  <a:lnTo>
                    <a:pt x="891068" y="33018"/>
                  </a:lnTo>
                  <a:lnTo>
                    <a:pt x="836761" y="21525"/>
                  </a:lnTo>
                  <a:lnTo>
                    <a:pt x="779357" y="12329"/>
                  </a:lnTo>
                  <a:lnTo>
                    <a:pt x="719219" y="5577"/>
                  </a:lnTo>
                  <a:lnTo>
                    <a:pt x="656706" y="1419"/>
                  </a:lnTo>
                  <a:lnTo>
                    <a:pt x="59218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80029" y="2754057"/>
              <a:ext cx="1184910" cy="483870"/>
            </a:xfrm>
            <a:custGeom>
              <a:avLst/>
              <a:gdLst/>
              <a:ahLst/>
              <a:cxnLst/>
              <a:rect l="l" t="t" r="r" b="b"/>
              <a:pathLst>
                <a:path w="1184909" h="483869">
                  <a:moveTo>
                    <a:pt x="0" y="241839"/>
                  </a:moveTo>
                  <a:lnTo>
                    <a:pt x="13658" y="189959"/>
                  </a:lnTo>
                  <a:lnTo>
                    <a:pt x="52707" y="141956"/>
                  </a:lnTo>
                  <a:lnTo>
                    <a:pt x="114256" y="99012"/>
                  </a:lnTo>
                  <a:lnTo>
                    <a:pt x="152566" y="79805"/>
                  </a:lnTo>
                  <a:lnTo>
                    <a:pt x="195416" y="62305"/>
                  </a:lnTo>
                  <a:lnTo>
                    <a:pt x="242447" y="46660"/>
                  </a:lnTo>
                  <a:lnTo>
                    <a:pt x="293296" y="33018"/>
                  </a:lnTo>
                  <a:lnTo>
                    <a:pt x="347603" y="21525"/>
                  </a:lnTo>
                  <a:lnTo>
                    <a:pt x="405006" y="12329"/>
                  </a:lnTo>
                  <a:lnTo>
                    <a:pt x="465145" y="5577"/>
                  </a:lnTo>
                  <a:lnTo>
                    <a:pt x="527657" y="1419"/>
                  </a:lnTo>
                  <a:lnTo>
                    <a:pt x="592182" y="0"/>
                  </a:lnTo>
                  <a:lnTo>
                    <a:pt x="656707" y="1419"/>
                  </a:lnTo>
                  <a:lnTo>
                    <a:pt x="719219" y="5577"/>
                  </a:lnTo>
                  <a:lnTo>
                    <a:pt x="779357" y="12329"/>
                  </a:lnTo>
                  <a:lnTo>
                    <a:pt x="836761" y="21525"/>
                  </a:lnTo>
                  <a:lnTo>
                    <a:pt x="891068" y="33018"/>
                  </a:lnTo>
                  <a:lnTo>
                    <a:pt x="941917" y="46660"/>
                  </a:lnTo>
                  <a:lnTo>
                    <a:pt x="988948" y="62305"/>
                  </a:lnTo>
                  <a:lnTo>
                    <a:pt x="1031798" y="79805"/>
                  </a:lnTo>
                  <a:lnTo>
                    <a:pt x="1070107" y="99012"/>
                  </a:lnTo>
                  <a:lnTo>
                    <a:pt x="1103514" y="119778"/>
                  </a:lnTo>
                  <a:lnTo>
                    <a:pt x="1154174" y="165399"/>
                  </a:lnTo>
                  <a:lnTo>
                    <a:pt x="1180889" y="215488"/>
                  </a:lnTo>
                  <a:lnTo>
                    <a:pt x="1184364" y="241839"/>
                  </a:lnTo>
                  <a:lnTo>
                    <a:pt x="1180889" y="268190"/>
                  </a:lnTo>
                  <a:lnTo>
                    <a:pt x="1154174" y="318279"/>
                  </a:lnTo>
                  <a:lnTo>
                    <a:pt x="1103514" y="363900"/>
                  </a:lnTo>
                  <a:lnTo>
                    <a:pt x="1070107" y="384666"/>
                  </a:lnTo>
                  <a:lnTo>
                    <a:pt x="1031798" y="403873"/>
                  </a:lnTo>
                  <a:lnTo>
                    <a:pt x="988948" y="421372"/>
                  </a:lnTo>
                  <a:lnTo>
                    <a:pt x="941917" y="437017"/>
                  </a:lnTo>
                  <a:lnTo>
                    <a:pt x="891068" y="450660"/>
                  </a:lnTo>
                  <a:lnTo>
                    <a:pt x="836761" y="462153"/>
                  </a:lnTo>
                  <a:lnTo>
                    <a:pt x="779357" y="471349"/>
                  </a:lnTo>
                  <a:lnTo>
                    <a:pt x="719219" y="478100"/>
                  </a:lnTo>
                  <a:lnTo>
                    <a:pt x="656707" y="482259"/>
                  </a:lnTo>
                  <a:lnTo>
                    <a:pt x="592182" y="483678"/>
                  </a:lnTo>
                  <a:lnTo>
                    <a:pt x="527657" y="482259"/>
                  </a:lnTo>
                  <a:lnTo>
                    <a:pt x="465145" y="478100"/>
                  </a:lnTo>
                  <a:lnTo>
                    <a:pt x="405006" y="471349"/>
                  </a:lnTo>
                  <a:lnTo>
                    <a:pt x="347603" y="462153"/>
                  </a:lnTo>
                  <a:lnTo>
                    <a:pt x="293296" y="450660"/>
                  </a:lnTo>
                  <a:lnTo>
                    <a:pt x="242447" y="437017"/>
                  </a:lnTo>
                  <a:lnTo>
                    <a:pt x="195416" y="421372"/>
                  </a:lnTo>
                  <a:lnTo>
                    <a:pt x="152566" y="403873"/>
                  </a:lnTo>
                  <a:lnTo>
                    <a:pt x="114256" y="384666"/>
                  </a:lnTo>
                  <a:lnTo>
                    <a:pt x="80850" y="363900"/>
                  </a:lnTo>
                  <a:lnTo>
                    <a:pt x="30189" y="318279"/>
                  </a:lnTo>
                  <a:lnTo>
                    <a:pt x="3474" y="268190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354080" y="2859023"/>
            <a:ext cx="6756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cna</a:t>
            </a:r>
            <a:r>
              <a:rPr sz="1700" spc="10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609902" y="3065567"/>
            <a:ext cx="470534" cy="3810"/>
          </a:xfrm>
          <a:custGeom>
            <a:avLst/>
            <a:gdLst/>
            <a:ahLst/>
            <a:cxnLst/>
            <a:rect l="l" t="t" r="r" b="b"/>
            <a:pathLst>
              <a:path w="470535" h="3810">
                <a:moveTo>
                  <a:pt x="470126" y="0"/>
                </a:moveTo>
                <a:lnTo>
                  <a:pt x="0" y="3395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277293" y="2291358"/>
            <a:ext cx="403225" cy="8255"/>
          </a:xfrm>
          <a:custGeom>
            <a:avLst/>
            <a:gdLst/>
            <a:ahLst/>
            <a:cxnLst/>
            <a:rect l="l" t="t" r="r" b="b"/>
            <a:pathLst>
              <a:path w="403225" h="8255">
                <a:moveTo>
                  <a:pt x="403077" y="0"/>
                </a:moveTo>
                <a:lnTo>
                  <a:pt x="0" y="7866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032" y="358140"/>
            <a:ext cx="868870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CREATE</a:t>
            </a:r>
            <a:r>
              <a:rPr spc="-185" dirty="0"/>
              <a:t> </a:t>
            </a:r>
            <a:r>
              <a:rPr spc="-65" dirty="0"/>
              <a:t>TABLE</a:t>
            </a:r>
            <a:r>
              <a:rPr spc="-185" dirty="0"/>
              <a:t> </a:t>
            </a:r>
            <a:r>
              <a:rPr spc="-65" dirty="0"/>
              <a:t>(Weak</a:t>
            </a:r>
            <a:r>
              <a:rPr spc="-190" dirty="0"/>
              <a:t> </a:t>
            </a:r>
            <a:r>
              <a:rPr spc="-80" dirty="0"/>
              <a:t>Entity</a:t>
            </a:r>
            <a:r>
              <a:rPr spc="-195" dirty="0"/>
              <a:t> </a:t>
            </a:r>
            <a:r>
              <a:rPr spc="-65" dirty="0"/>
              <a:t>Set)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8480" y="4625340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3841" y="4625340"/>
            <a:ext cx="6138545" cy="6076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indent="102870">
              <a:lnSpc>
                <a:spcPts val="2180"/>
              </a:lnSpc>
              <a:spcBef>
                <a:spcPts val="355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course(c_number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...,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(c_number)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8480" y="5359908"/>
            <a:ext cx="8551545" cy="915669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988060" marR="5080" indent="-975360">
              <a:lnSpc>
                <a:spcPts val="2300"/>
              </a:lnSpc>
              <a:spcBef>
                <a:spcPts val="259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homework(hw_number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..., 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c_number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VARCHAR(10)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course(c_number),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(c_number,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hw_number)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69731" y="2474199"/>
            <a:ext cx="2029460" cy="537845"/>
            <a:chOff x="2069731" y="2474199"/>
            <a:chExt cx="2029460" cy="537845"/>
          </a:xfrm>
        </p:grpSpPr>
        <p:sp>
          <p:nvSpPr>
            <p:cNvPr id="7" name="object 7"/>
            <p:cNvSpPr/>
            <p:nvPr/>
          </p:nvSpPr>
          <p:spPr>
            <a:xfrm>
              <a:off x="3391547" y="2704713"/>
              <a:ext cx="702310" cy="3810"/>
            </a:xfrm>
            <a:custGeom>
              <a:avLst/>
              <a:gdLst/>
              <a:ahLst/>
              <a:cxnLst/>
              <a:rect l="l" t="t" r="r" b="b"/>
              <a:pathLst>
                <a:path w="702310" h="3810">
                  <a:moveTo>
                    <a:pt x="0" y="3422"/>
                  </a:moveTo>
                  <a:lnTo>
                    <a:pt x="70225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91547" y="2782070"/>
              <a:ext cx="702310" cy="3810"/>
            </a:xfrm>
            <a:custGeom>
              <a:avLst/>
              <a:gdLst/>
              <a:ahLst/>
              <a:cxnLst/>
              <a:rect l="l" t="t" r="r" b="b"/>
              <a:pathLst>
                <a:path w="702310" h="3810">
                  <a:moveTo>
                    <a:pt x="0" y="3422"/>
                  </a:moveTo>
                  <a:lnTo>
                    <a:pt x="70225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74811" y="2479279"/>
              <a:ext cx="1316990" cy="527685"/>
            </a:xfrm>
            <a:custGeom>
              <a:avLst/>
              <a:gdLst/>
              <a:ahLst/>
              <a:cxnLst/>
              <a:rect l="l" t="t" r="r" b="b"/>
              <a:pathLst>
                <a:path w="1316989" h="527685">
                  <a:moveTo>
                    <a:pt x="0" y="0"/>
                  </a:moveTo>
                  <a:lnTo>
                    <a:pt x="1316735" y="0"/>
                  </a:lnTo>
                  <a:lnTo>
                    <a:pt x="1316735" y="527382"/>
                  </a:lnTo>
                  <a:lnTo>
                    <a:pt x="0" y="52738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144943" y="2532604"/>
            <a:ext cx="1188085" cy="42164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63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homework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89024" y="2676664"/>
            <a:ext cx="631825" cy="106680"/>
          </a:xfrm>
          <a:custGeom>
            <a:avLst/>
            <a:gdLst/>
            <a:ahLst/>
            <a:cxnLst/>
            <a:rect l="l" t="t" r="r" b="b"/>
            <a:pathLst>
              <a:path w="631825" h="106680">
                <a:moveTo>
                  <a:pt x="622908" y="46673"/>
                </a:moveTo>
                <a:lnTo>
                  <a:pt x="621492" y="46673"/>
                </a:lnTo>
                <a:lnTo>
                  <a:pt x="621675" y="56832"/>
                </a:lnTo>
                <a:lnTo>
                  <a:pt x="602885" y="57169"/>
                </a:lnTo>
                <a:lnTo>
                  <a:pt x="536129" y="97729"/>
                </a:lnTo>
                <a:lnTo>
                  <a:pt x="535365" y="100854"/>
                </a:lnTo>
                <a:lnTo>
                  <a:pt x="538279" y="105650"/>
                </a:lnTo>
                <a:lnTo>
                  <a:pt x="541404" y="106412"/>
                </a:lnTo>
                <a:lnTo>
                  <a:pt x="631662" y="51572"/>
                </a:lnTo>
                <a:lnTo>
                  <a:pt x="622908" y="46673"/>
                </a:lnTo>
                <a:close/>
              </a:path>
              <a:path w="631825" h="106680">
                <a:moveTo>
                  <a:pt x="602704" y="47010"/>
                </a:moveTo>
                <a:lnTo>
                  <a:pt x="0" y="57804"/>
                </a:lnTo>
                <a:lnTo>
                  <a:pt x="182" y="67962"/>
                </a:lnTo>
                <a:lnTo>
                  <a:pt x="602885" y="57169"/>
                </a:lnTo>
                <a:lnTo>
                  <a:pt x="611502" y="51933"/>
                </a:lnTo>
                <a:lnTo>
                  <a:pt x="602704" y="47010"/>
                </a:lnTo>
                <a:close/>
              </a:path>
              <a:path w="631825" h="106680">
                <a:moveTo>
                  <a:pt x="611502" y="51933"/>
                </a:moveTo>
                <a:lnTo>
                  <a:pt x="602885" y="57169"/>
                </a:lnTo>
                <a:lnTo>
                  <a:pt x="621675" y="56832"/>
                </a:lnTo>
                <a:lnTo>
                  <a:pt x="621663" y="56186"/>
                </a:lnTo>
                <a:lnTo>
                  <a:pt x="619102" y="56186"/>
                </a:lnTo>
                <a:lnTo>
                  <a:pt x="611502" y="51933"/>
                </a:lnTo>
                <a:close/>
              </a:path>
              <a:path w="631825" h="106680">
                <a:moveTo>
                  <a:pt x="618944" y="47411"/>
                </a:moveTo>
                <a:lnTo>
                  <a:pt x="611502" y="51933"/>
                </a:lnTo>
                <a:lnTo>
                  <a:pt x="619102" y="56186"/>
                </a:lnTo>
                <a:lnTo>
                  <a:pt x="618944" y="47411"/>
                </a:lnTo>
                <a:close/>
              </a:path>
              <a:path w="631825" h="106680">
                <a:moveTo>
                  <a:pt x="621505" y="47411"/>
                </a:moveTo>
                <a:lnTo>
                  <a:pt x="618944" y="47411"/>
                </a:lnTo>
                <a:lnTo>
                  <a:pt x="619102" y="56186"/>
                </a:lnTo>
                <a:lnTo>
                  <a:pt x="621663" y="56186"/>
                </a:lnTo>
                <a:lnTo>
                  <a:pt x="621505" y="47411"/>
                </a:lnTo>
                <a:close/>
              </a:path>
              <a:path w="631825" h="106680">
                <a:moveTo>
                  <a:pt x="621492" y="46673"/>
                </a:moveTo>
                <a:lnTo>
                  <a:pt x="602704" y="47010"/>
                </a:lnTo>
                <a:lnTo>
                  <a:pt x="611502" y="51933"/>
                </a:lnTo>
                <a:lnTo>
                  <a:pt x="618944" y="47411"/>
                </a:lnTo>
                <a:lnTo>
                  <a:pt x="621505" y="47411"/>
                </a:lnTo>
                <a:lnTo>
                  <a:pt x="621492" y="46673"/>
                </a:lnTo>
                <a:close/>
              </a:path>
              <a:path w="631825" h="106680">
                <a:moveTo>
                  <a:pt x="539498" y="0"/>
                </a:moveTo>
                <a:lnTo>
                  <a:pt x="536403" y="873"/>
                </a:lnTo>
                <a:lnTo>
                  <a:pt x="533662" y="5770"/>
                </a:lnTo>
                <a:lnTo>
                  <a:pt x="534537" y="8865"/>
                </a:lnTo>
                <a:lnTo>
                  <a:pt x="602704" y="47010"/>
                </a:lnTo>
                <a:lnTo>
                  <a:pt x="621492" y="46673"/>
                </a:lnTo>
                <a:lnTo>
                  <a:pt x="622908" y="46673"/>
                </a:lnTo>
                <a:lnTo>
                  <a:pt x="539498" y="0"/>
                </a:lnTo>
                <a:close/>
              </a:path>
            </a:pathLst>
          </a:custGeom>
          <a:solidFill>
            <a:srgbClr val="3B3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20663" y="2517642"/>
            <a:ext cx="1188085" cy="42164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62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course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21352" y="2318782"/>
            <a:ext cx="2068195" cy="842010"/>
          </a:xfrm>
          <a:custGeom>
            <a:avLst/>
            <a:gdLst/>
            <a:ahLst/>
            <a:cxnLst/>
            <a:rect l="l" t="t" r="r" b="b"/>
            <a:pathLst>
              <a:path w="2068195" h="842010">
                <a:moveTo>
                  <a:pt x="0" y="420765"/>
                </a:moveTo>
                <a:lnTo>
                  <a:pt x="1033881" y="0"/>
                </a:lnTo>
                <a:lnTo>
                  <a:pt x="2067763" y="420765"/>
                </a:lnTo>
                <a:lnTo>
                  <a:pt x="1033881" y="841531"/>
                </a:lnTo>
                <a:lnTo>
                  <a:pt x="0" y="420765"/>
                </a:lnTo>
                <a:close/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4217817" y="2399089"/>
            <a:ext cx="1687830" cy="688975"/>
            <a:chOff x="4217817" y="2399089"/>
            <a:chExt cx="1687830" cy="688975"/>
          </a:xfrm>
        </p:grpSpPr>
        <p:sp>
          <p:nvSpPr>
            <p:cNvPr id="15" name="object 15"/>
            <p:cNvSpPr/>
            <p:nvPr/>
          </p:nvSpPr>
          <p:spPr>
            <a:xfrm>
              <a:off x="4222897" y="240416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7"/>
                  </a:lnTo>
                  <a:lnTo>
                    <a:pt x="838809" y="678534"/>
                  </a:lnTo>
                  <a:lnTo>
                    <a:pt x="1677619" y="339267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2897" y="240416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835107" y="2593847"/>
            <a:ext cx="4946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have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537328" y="1610061"/>
            <a:ext cx="1126490" cy="494030"/>
            <a:chOff x="7537328" y="1610061"/>
            <a:chExt cx="1126490" cy="494030"/>
          </a:xfrm>
        </p:grpSpPr>
        <p:sp>
          <p:nvSpPr>
            <p:cNvPr id="19" name="object 19"/>
            <p:cNvSpPr/>
            <p:nvPr/>
          </p:nvSpPr>
          <p:spPr>
            <a:xfrm>
              <a:off x="7542408" y="1615141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557888" y="0"/>
                  </a:moveTo>
                  <a:lnTo>
                    <a:pt x="492826" y="1627"/>
                  </a:lnTo>
                  <a:lnTo>
                    <a:pt x="429969" y="6387"/>
                  </a:lnTo>
                  <a:lnTo>
                    <a:pt x="369735" y="14098"/>
                  </a:lnTo>
                  <a:lnTo>
                    <a:pt x="312543" y="24580"/>
                  </a:lnTo>
                  <a:lnTo>
                    <a:pt x="258811" y="37651"/>
                  </a:lnTo>
                  <a:lnTo>
                    <a:pt x="208957" y="53129"/>
                  </a:lnTo>
                  <a:lnTo>
                    <a:pt x="163402" y="70833"/>
                  </a:lnTo>
                  <a:lnTo>
                    <a:pt x="122562" y="90581"/>
                  </a:lnTo>
                  <a:lnTo>
                    <a:pt x="86856" y="112192"/>
                  </a:lnTo>
                  <a:lnTo>
                    <a:pt x="56704" y="135484"/>
                  </a:lnTo>
                  <a:lnTo>
                    <a:pt x="14734" y="186388"/>
                  </a:lnTo>
                  <a:lnTo>
                    <a:pt x="0" y="241839"/>
                  </a:lnTo>
                  <a:lnTo>
                    <a:pt x="3753" y="270043"/>
                  </a:lnTo>
                  <a:lnTo>
                    <a:pt x="32524" y="323402"/>
                  </a:lnTo>
                  <a:lnTo>
                    <a:pt x="86856" y="371487"/>
                  </a:lnTo>
                  <a:lnTo>
                    <a:pt x="122562" y="393098"/>
                  </a:lnTo>
                  <a:lnTo>
                    <a:pt x="163402" y="412846"/>
                  </a:lnTo>
                  <a:lnTo>
                    <a:pt x="208957" y="430550"/>
                  </a:lnTo>
                  <a:lnTo>
                    <a:pt x="258811" y="446028"/>
                  </a:lnTo>
                  <a:lnTo>
                    <a:pt x="312543" y="459098"/>
                  </a:lnTo>
                  <a:lnTo>
                    <a:pt x="369735" y="469580"/>
                  </a:lnTo>
                  <a:lnTo>
                    <a:pt x="429969" y="477292"/>
                  </a:lnTo>
                  <a:lnTo>
                    <a:pt x="492826" y="482052"/>
                  </a:lnTo>
                  <a:lnTo>
                    <a:pt x="557888" y="483679"/>
                  </a:lnTo>
                  <a:lnTo>
                    <a:pt x="622949" y="482052"/>
                  </a:lnTo>
                  <a:lnTo>
                    <a:pt x="685806" y="477292"/>
                  </a:lnTo>
                  <a:lnTo>
                    <a:pt x="746041" y="469580"/>
                  </a:lnTo>
                  <a:lnTo>
                    <a:pt x="803233" y="459098"/>
                  </a:lnTo>
                  <a:lnTo>
                    <a:pt x="856965" y="446028"/>
                  </a:lnTo>
                  <a:lnTo>
                    <a:pt x="906819" y="430550"/>
                  </a:lnTo>
                  <a:lnTo>
                    <a:pt x="952375" y="412846"/>
                  </a:lnTo>
                  <a:lnTo>
                    <a:pt x="993215" y="393098"/>
                  </a:lnTo>
                  <a:lnTo>
                    <a:pt x="1028920" y="371487"/>
                  </a:lnTo>
                  <a:lnTo>
                    <a:pt x="1059072" y="348194"/>
                  </a:lnTo>
                  <a:lnTo>
                    <a:pt x="1101043" y="297291"/>
                  </a:lnTo>
                  <a:lnTo>
                    <a:pt x="1115777" y="241839"/>
                  </a:lnTo>
                  <a:lnTo>
                    <a:pt x="1112024" y="213636"/>
                  </a:lnTo>
                  <a:lnTo>
                    <a:pt x="1083253" y="160277"/>
                  </a:lnTo>
                  <a:lnTo>
                    <a:pt x="1028920" y="112192"/>
                  </a:lnTo>
                  <a:lnTo>
                    <a:pt x="993215" y="90581"/>
                  </a:lnTo>
                  <a:lnTo>
                    <a:pt x="952375" y="70833"/>
                  </a:lnTo>
                  <a:lnTo>
                    <a:pt x="906819" y="53129"/>
                  </a:lnTo>
                  <a:lnTo>
                    <a:pt x="856965" y="37651"/>
                  </a:lnTo>
                  <a:lnTo>
                    <a:pt x="803233" y="24580"/>
                  </a:lnTo>
                  <a:lnTo>
                    <a:pt x="746041" y="14098"/>
                  </a:lnTo>
                  <a:lnTo>
                    <a:pt x="685806" y="6387"/>
                  </a:lnTo>
                  <a:lnTo>
                    <a:pt x="622949" y="1627"/>
                  </a:lnTo>
                  <a:lnTo>
                    <a:pt x="557888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42408" y="1615141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0" y="241839"/>
                  </a:moveTo>
                  <a:lnTo>
                    <a:pt x="14734" y="186387"/>
                  </a:lnTo>
                  <a:lnTo>
                    <a:pt x="56704" y="135484"/>
                  </a:lnTo>
                  <a:lnTo>
                    <a:pt x="86856" y="112192"/>
                  </a:lnTo>
                  <a:lnTo>
                    <a:pt x="122561" y="90581"/>
                  </a:lnTo>
                  <a:lnTo>
                    <a:pt x="163401" y="70833"/>
                  </a:lnTo>
                  <a:lnTo>
                    <a:pt x="208957" y="53129"/>
                  </a:lnTo>
                  <a:lnTo>
                    <a:pt x="258811" y="37651"/>
                  </a:lnTo>
                  <a:lnTo>
                    <a:pt x="312543" y="24580"/>
                  </a:lnTo>
                  <a:lnTo>
                    <a:pt x="369735" y="14098"/>
                  </a:lnTo>
                  <a:lnTo>
                    <a:pt x="429969" y="6387"/>
                  </a:lnTo>
                  <a:lnTo>
                    <a:pt x="492826" y="1627"/>
                  </a:lnTo>
                  <a:lnTo>
                    <a:pt x="557888" y="0"/>
                  </a:lnTo>
                  <a:lnTo>
                    <a:pt x="622950" y="1627"/>
                  </a:lnTo>
                  <a:lnTo>
                    <a:pt x="685807" y="6387"/>
                  </a:lnTo>
                  <a:lnTo>
                    <a:pt x="746041" y="14098"/>
                  </a:lnTo>
                  <a:lnTo>
                    <a:pt x="803233" y="24580"/>
                  </a:lnTo>
                  <a:lnTo>
                    <a:pt x="856965" y="37651"/>
                  </a:lnTo>
                  <a:lnTo>
                    <a:pt x="906819" y="53129"/>
                  </a:lnTo>
                  <a:lnTo>
                    <a:pt x="952375" y="70833"/>
                  </a:lnTo>
                  <a:lnTo>
                    <a:pt x="993215" y="90581"/>
                  </a:lnTo>
                  <a:lnTo>
                    <a:pt x="1028920" y="112192"/>
                  </a:lnTo>
                  <a:lnTo>
                    <a:pt x="1059072" y="135484"/>
                  </a:lnTo>
                  <a:lnTo>
                    <a:pt x="1101042" y="186387"/>
                  </a:lnTo>
                  <a:lnTo>
                    <a:pt x="1115777" y="241839"/>
                  </a:lnTo>
                  <a:lnTo>
                    <a:pt x="1112023" y="270043"/>
                  </a:lnTo>
                  <a:lnTo>
                    <a:pt x="1083252" y="323401"/>
                  </a:lnTo>
                  <a:lnTo>
                    <a:pt x="1028920" y="371486"/>
                  </a:lnTo>
                  <a:lnTo>
                    <a:pt x="993215" y="393097"/>
                  </a:lnTo>
                  <a:lnTo>
                    <a:pt x="952375" y="412845"/>
                  </a:lnTo>
                  <a:lnTo>
                    <a:pt x="906819" y="430549"/>
                  </a:lnTo>
                  <a:lnTo>
                    <a:pt x="856965" y="446027"/>
                  </a:lnTo>
                  <a:lnTo>
                    <a:pt x="803233" y="459098"/>
                  </a:lnTo>
                  <a:lnTo>
                    <a:pt x="746041" y="469580"/>
                  </a:lnTo>
                  <a:lnTo>
                    <a:pt x="685807" y="477291"/>
                  </a:lnTo>
                  <a:lnTo>
                    <a:pt x="622950" y="482051"/>
                  </a:lnTo>
                  <a:lnTo>
                    <a:pt x="557888" y="483678"/>
                  </a:lnTo>
                  <a:lnTo>
                    <a:pt x="492826" y="482051"/>
                  </a:lnTo>
                  <a:lnTo>
                    <a:pt x="429969" y="477291"/>
                  </a:lnTo>
                  <a:lnTo>
                    <a:pt x="369735" y="469580"/>
                  </a:lnTo>
                  <a:lnTo>
                    <a:pt x="312543" y="459098"/>
                  </a:lnTo>
                  <a:lnTo>
                    <a:pt x="258811" y="446027"/>
                  </a:lnTo>
                  <a:lnTo>
                    <a:pt x="208957" y="430549"/>
                  </a:lnTo>
                  <a:lnTo>
                    <a:pt x="163401" y="412845"/>
                  </a:lnTo>
                  <a:lnTo>
                    <a:pt x="122561" y="393097"/>
                  </a:lnTo>
                  <a:lnTo>
                    <a:pt x="86856" y="371486"/>
                  </a:lnTo>
                  <a:lnTo>
                    <a:pt x="56704" y="348194"/>
                  </a:lnTo>
                  <a:lnTo>
                    <a:pt x="14734" y="297291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632813" y="1725167"/>
            <a:ext cx="98869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c_nu</a:t>
            </a:r>
            <a:r>
              <a:rPr sz="17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m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ber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443005" y="2254493"/>
            <a:ext cx="1126490" cy="494030"/>
            <a:chOff x="8443005" y="2254493"/>
            <a:chExt cx="1126490" cy="494030"/>
          </a:xfrm>
        </p:grpSpPr>
        <p:sp>
          <p:nvSpPr>
            <p:cNvPr id="23" name="object 23"/>
            <p:cNvSpPr/>
            <p:nvPr/>
          </p:nvSpPr>
          <p:spPr>
            <a:xfrm>
              <a:off x="8448085" y="2259573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557889" y="0"/>
                  </a:moveTo>
                  <a:lnTo>
                    <a:pt x="492827" y="1627"/>
                  </a:lnTo>
                  <a:lnTo>
                    <a:pt x="429970" y="6387"/>
                  </a:lnTo>
                  <a:lnTo>
                    <a:pt x="369736" y="14098"/>
                  </a:lnTo>
                  <a:lnTo>
                    <a:pt x="312543" y="24580"/>
                  </a:lnTo>
                  <a:lnTo>
                    <a:pt x="258811" y="37651"/>
                  </a:lnTo>
                  <a:lnTo>
                    <a:pt x="208958" y="53129"/>
                  </a:lnTo>
                  <a:lnTo>
                    <a:pt x="163402" y="70833"/>
                  </a:lnTo>
                  <a:lnTo>
                    <a:pt x="122562" y="90581"/>
                  </a:lnTo>
                  <a:lnTo>
                    <a:pt x="86856" y="112192"/>
                  </a:lnTo>
                  <a:lnTo>
                    <a:pt x="56704" y="135484"/>
                  </a:lnTo>
                  <a:lnTo>
                    <a:pt x="14734" y="186388"/>
                  </a:lnTo>
                  <a:lnTo>
                    <a:pt x="0" y="241839"/>
                  </a:lnTo>
                  <a:lnTo>
                    <a:pt x="3753" y="270043"/>
                  </a:lnTo>
                  <a:lnTo>
                    <a:pt x="32524" y="323402"/>
                  </a:lnTo>
                  <a:lnTo>
                    <a:pt x="86856" y="371487"/>
                  </a:lnTo>
                  <a:lnTo>
                    <a:pt x="122562" y="393098"/>
                  </a:lnTo>
                  <a:lnTo>
                    <a:pt x="163402" y="412846"/>
                  </a:lnTo>
                  <a:lnTo>
                    <a:pt x="208958" y="430550"/>
                  </a:lnTo>
                  <a:lnTo>
                    <a:pt x="258811" y="446028"/>
                  </a:lnTo>
                  <a:lnTo>
                    <a:pt x="312543" y="459098"/>
                  </a:lnTo>
                  <a:lnTo>
                    <a:pt x="369736" y="469580"/>
                  </a:lnTo>
                  <a:lnTo>
                    <a:pt x="429970" y="477292"/>
                  </a:lnTo>
                  <a:lnTo>
                    <a:pt x="492827" y="482052"/>
                  </a:lnTo>
                  <a:lnTo>
                    <a:pt x="557889" y="483679"/>
                  </a:lnTo>
                  <a:lnTo>
                    <a:pt x="622951" y="482052"/>
                  </a:lnTo>
                  <a:lnTo>
                    <a:pt x="685808" y="477292"/>
                  </a:lnTo>
                  <a:lnTo>
                    <a:pt x="746042" y="469580"/>
                  </a:lnTo>
                  <a:lnTo>
                    <a:pt x="803234" y="459098"/>
                  </a:lnTo>
                  <a:lnTo>
                    <a:pt x="856966" y="446028"/>
                  </a:lnTo>
                  <a:lnTo>
                    <a:pt x="906820" y="430550"/>
                  </a:lnTo>
                  <a:lnTo>
                    <a:pt x="952376" y="412846"/>
                  </a:lnTo>
                  <a:lnTo>
                    <a:pt x="993215" y="393098"/>
                  </a:lnTo>
                  <a:lnTo>
                    <a:pt x="1028921" y="371487"/>
                  </a:lnTo>
                  <a:lnTo>
                    <a:pt x="1059073" y="348194"/>
                  </a:lnTo>
                  <a:lnTo>
                    <a:pt x="1101043" y="297291"/>
                  </a:lnTo>
                  <a:lnTo>
                    <a:pt x="1115777" y="241839"/>
                  </a:lnTo>
                  <a:lnTo>
                    <a:pt x="1112024" y="213636"/>
                  </a:lnTo>
                  <a:lnTo>
                    <a:pt x="1083253" y="160277"/>
                  </a:lnTo>
                  <a:lnTo>
                    <a:pt x="1028921" y="112192"/>
                  </a:lnTo>
                  <a:lnTo>
                    <a:pt x="993215" y="90581"/>
                  </a:lnTo>
                  <a:lnTo>
                    <a:pt x="952376" y="70833"/>
                  </a:lnTo>
                  <a:lnTo>
                    <a:pt x="906820" y="53129"/>
                  </a:lnTo>
                  <a:lnTo>
                    <a:pt x="856966" y="37651"/>
                  </a:lnTo>
                  <a:lnTo>
                    <a:pt x="803234" y="24580"/>
                  </a:lnTo>
                  <a:lnTo>
                    <a:pt x="746042" y="14098"/>
                  </a:lnTo>
                  <a:lnTo>
                    <a:pt x="685808" y="6387"/>
                  </a:lnTo>
                  <a:lnTo>
                    <a:pt x="622951" y="1627"/>
                  </a:lnTo>
                  <a:lnTo>
                    <a:pt x="55788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448085" y="2259573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0" y="241839"/>
                  </a:moveTo>
                  <a:lnTo>
                    <a:pt x="14734" y="186387"/>
                  </a:lnTo>
                  <a:lnTo>
                    <a:pt x="56704" y="135484"/>
                  </a:lnTo>
                  <a:lnTo>
                    <a:pt x="86856" y="112192"/>
                  </a:lnTo>
                  <a:lnTo>
                    <a:pt x="122561" y="90581"/>
                  </a:lnTo>
                  <a:lnTo>
                    <a:pt x="163401" y="70833"/>
                  </a:lnTo>
                  <a:lnTo>
                    <a:pt x="208957" y="53129"/>
                  </a:lnTo>
                  <a:lnTo>
                    <a:pt x="258811" y="37651"/>
                  </a:lnTo>
                  <a:lnTo>
                    <a:pt x="312543" y="24580"/>
                  </a:lnTo>
                  <a:lnTo>
                    <a:pt x="369735" y="14098"/>
                  </a:lnTo>
                  <a:lnTo>
                    <a:pt x="429969" y="6387"/>
                  </a:lnTo>
                  <a:lnTo>
                    <a:pt x="492826" y="1627"/>
                  </a:lnTo>
                  <a:lnTo>
                    <a:pt x="557888" y="0"/>
                  </a:lnTo>
                  <a:lnTo>
                    <a:pt x="622950" y="1627"/>
                  </a:lnTo>
                  <a:lnTo>
                    <a:pt x="685807" y="6387"/>
                  </a:lnTo>
                  <a:lnTo>
                    <a:pt x="746041" y="14098"/>
                  </a:lnTo>
                  <a:lnTo>
                    <a:pt x="803233" y="24580"/>
                  </a:lnTo>
                  <a:lnTo>
                    <a:pt x="856965" y="37651"/>
                  </a:lnTo>
                  <a:lnTo>
                    <a:pt x="906819" y="53129"/>
                  </a:lnTo>
                  <a:lnTo>
                    <a:pt x="952375" y="70833"/>
                  </a:lnTo>
                  <a:lnTo>
                    <a:pt x="993215" y="90581"/>
                  </a:lnTo>
                  <a:lnTo>
                    <a:pt x="1028920" y="112192"/>
                  </a:lnTo>
                  <a:lnTo>
                    <a:pt x="1059072" y="135484"/>
                  </a:lnTo>
                  <a:lnTo>
                    <a:pt x="1101042" y="186387"/>
                  </a:lnTo>
                  <a:lnTo>
                    <a:pt x="1115777" y="241839"/>
                  </a:lnTo>
                  <a:lnTo>
                    <a:pt x="1112023" y="270043"/>
                  </a:lnTo>
                  <a:lnTo>
                    <a:pt x="1083252" y="323401"/>
                  </a:lnTo>
                  <a:lnTo>
                    <a:pt x="1028920" y="371486"/>
                  </a:lnTo>
                  <a:lnTo>
                    <a:pt x="993215" y="393097"/>
                  </a:lnTo>
                  <a:lnTo>
                    <a:pt x="952375" y="412845"/>
                  </a:lnTo>
                  <a:lnTo>
                    <a:pt x="906819" y="430549"/>
                  </a:lnTo>
                  <a:lnTo>
                    <a:pt x="856965" y="446027"/>
                  </a:lnTo>
                  <a:lnTo>
                    <a:pt x="803233" y="459098"/>
                  </a:lnTo>
                  <a:lnTo>
                    <a:pt x="746041" y="469580"/>
                  </a:lnTo>
                  <a:lnTo>
                    <a:pt x="685807" y="477291"/>
                  </a:lnTo>
                  <a:lnTo>
                    <a:pt x="622950" y="482051"/>
                  </a:lnTo>
                  <a:lnTo>
                    <a:pt x="557888" y="483678"/>
                  </a:lnTo>
                  <a:lnTo>
                    <a:pt x="492826" y="482051"/>
                  </a:lnTo>
                  <a:lnTo>
                    <a:pt x="429969" y="477291"/>
                  </a:lnTo>
                  <a:lnTo>
                    <a:pt x="369735" y="469580"/>
                  </a:lnTo>
                  <a:lnTo>
                    <a:pt x="312543" y="459098"/>
                  </a:lnTo>
                  <a:lnTo>
                    <a:pt x="258811" y="446027"/>
                  </a:lnTo>
                  <a:lnTo>
                    <a:pt x="208957" y="430549"/>
                  </a:lnTo>
                  <a:lnTo>
                    <a:pt x="163401" y="412845"/>
                  </a:lnTo>
                  <a:lnTo>
                    <a:pt x="122561" y="393097"/>
                  </a:lnTo>
                  <a:lnTo>
                    <a:pt x="86856" y="371486"/>
                  </a:lnTo>
                  <a:lnTo>
                    <a:pt x="56704" y="348194"/>
                  </a:lnTo>
                  <a:lnTo>
                    <a:pt x="14734" y="297291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851761" y="2368296"/>
            <a:ext cx="3625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08160" y="2098821"/>
            <a:ext cx="540385" cy="629920"/>
          </a:xfrm>
          <a:custGeom>
            <a:avLst/>
            <a:gdLst/>
            <a:ahLst/>
            <a:cxnLst/>
            <a:rect l="l" t="t" r="r" b="b"/>
            <a:pathLst>
              <a:path w="540384" h="629919">
                <a:moveTo>
                  <a:pt x="0" y="629416"/>
                </a:moveTo>
                <a:lnTo>
                  <a:pt x="192136" y="0"/>
                </a:lnTo>
              </a:path>
              <a:path w="540384" h="629919">
                <a:moveTo>
                  <a:pt x="0" y="629416"/>
                </a:moveTo>
                <a:lnTo>
                  <a:pt x="539925" y="402593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1470350" y="1621657"/>
            <a:ext cx="1705610" cy="494030"/>
            <a:chOff x="1470350" y="1621657"/>
            <a:chExt cx="1705610" cy="494030"/>
          </a:xfrm>
        </p:grpSpPr>
        <p:sp>
          <p:nvSpPr>
            <p:cNvPr id="28" name="object 28"/>
            <p:cNvSpPr/>
            <p:nvPr/>
          </p:nvSpPr>
          <p:spPr>
            <a:xfrm>
              <a:off x="1475430" y="1626737"/>
              <a:ext cx="1695450" cy="483870"/>
            </a:xfrm>
            <a:custGeom>
              <a:avLst/>
              <a:gdLst/>
              <a:ahLst/>
              <a:cxnLst/>
              <a:rect l="l" t="t" r="r" b="b"/>
              <a:pathLst>
                <a:path w="1695450" h="483869">
                  <a:moveTo>
                    <a:pt x="847629" y="0"/>
                  </a:moveTo>
                  <a:lnTo>
                    <a:pt x="778111" y="801"/>
                  </a:lnTo>
                  <a:lnTo>
                    <a:pt x="710140" y="3165"/>
                  </a:lnTo>
                  <a:lnTo>
                    <a:pt x="643934" y="7028"/>
                  </a:lnTo>
                  <a:lnTo>
                    <a:pt x="579713" y="12329"/>
                  </a:lnTo>
                  <a:lnTo>
                    <a:pt x="517694" y="19004"/>
                  </a:lnTo>
                  <a:lnTo>
                    <a:pt x="458095" y="26993"/>
                  </a:lnTo>
                  <a:lnTo>
                    <a:pt x="401134" y="36233"/>
                  </a:lnTo>
                  <a:lnTo>
                    <a:pt x="347030" y="46660"/>
                  </a:lnTo>
                  <a:lnTo>
                    <a:pt x="296001" y="58215"/>
                  </a:lnTo>
                  <a:lnTo>
                    <a:pt x="248265" y="70833"/>
                  </a:lnTo>
                  <a:lnTo>
                    <a:pt x="204039" y="84452"/>
                  </a:lnTo>
                  <a:lnTo>
                    <a:pt x="163543" y="99012"/>
                  </a:lnTo>
                  <a:lnTo>
                    <a:pt x="126994" y="114448"/>
                  </a:lnTo>
                  <a:lnTo>
                    <a:pt x="66611" y="147704"/>
                  </a:lnTo>
                  <a:lnTo>
                    <a:pt x="24634" y="183722"/>
                  </a:lnTo>
                  <a:lnTo>
                    <a:pt x="2809" y="222005"/>
                  </a:lnTo>
                  <a:lnTo>
                    <a:pt x="0" y="241839"/>
                  </a:lnTo>
                  <a:lnTo>
                    <a:pt x="2809" y="261674"/>
                  </a:lnTo>
                  <a:lnTo>
                    <a:pt x="24634" y="299956"/>
                  </a:lnTo>
                  <a:lnTo>
                    <a:pt x="66611" y="335974"/>
                  </a:lnTo>
                  <a:lnTo>
                    <a:pt x="126994" y="369229"/>
                  </a:lnTo>
                  <a:lnTo>
                    <a:pt x="163543" y="384666"/>
                  </a:lnTo>
                  <a:lnTo>
                    <a:pt x="204039" y="399225"/>
                  </a:lnTo>
                  <a:lnTo>
                    <a:pt x="248265" y="412845"/>
                  </a:lnTo>
                  <a:lnTo>
                    <a:pt x="296001" y="425463"/>
                  </a:lnTo>
                  <a:lnTo>
                    <a:pt x="347030" y="437017"/>
                  </a:lnTo>
                  <a:lnTo>
                    <a:pt x="401134" y="447445"/>
                  </a:lnTo>
                  <a:lnTo>
                    <a:pt x="458095" y="456684"/>
                  </a:lnTo>
                  <a:lnTo>
                    <a:pt x="517694" y="464673"/>
                  </a:lnTo>
                  <a:lnTo>
                    <a:pt x="579713" y="471349"/>
                  </a:lnTo>
                  <a:lnTo>
                    <a:pt x="643934" y="476649"/>
                  </a:lnTo>
                  <a:lnTo>
                    <a:pt x="710140" y="480512"/>
                  </a:lnTo>
                  <a:lnTo>
                    <a:pt x="778111" y="482876"/>
                  </a:lnTo>
                  <a:lnTo>
                    <a:pt x="847629" y="483678"/>
                  </a:lnTo>
                  <a:lnTo>
                    <a:pt x="917148" y="482876"/>
                  </a:lnTo>
                  <a:lnTo>
                    <a:pt x="985119" y="480512"/>
                  </a:lnTo>
                  <a:lnTo>
                    <a:pt x="1051325" y="476649"/>
                  </a:lnTo>
                  <a:lnTo>
                    <a:pt x="1115546" y="471349"/>
                  </a:lnTo>
                  <a:lnTo>
                    <a:pt x="1177565" y="464673"/>
                  </a:lnTo>
                  <a:lnTo>
                    <a:pt x="1237164" y="456684"/>
                  </a:lnTo>
                  <a:lnTo>
                    <a:pt x="1294125" y="447445"/>
                  </a:lnTo>
                  <a:lnTo>
                    <a:pt x="1348229" y="437017"/>
                  </a:lnTo>
                  <a:lnTo>
                    <a:pt x="1399258" y="425463"/>
                  </a:lnTo>
                  <a:lnTo>
                    <a:pt x="1446994" y="412845"/>
                  </a:lnTo>
                  <a:lnTo>
                    <a:pt x="1491220" y="399225"/>
                  </a:lnTo>
                  <a:lnTo>
                    <a:pt x="1531716" y="384666"/>
                  </a:lnTo>
                  <a:lnTo>
                    <a:pt x="1568265" y="369229"/>
                  </a:lnTo>
                  <a:lnTo>
                    <a:pt x="1628648" y="335974"/>
                  </a:lnTo>
                  <a:lnTo>
                    <a:pt x="1670625" y="299956"/>
                  </a:lnTo>
                  <a:lnTo>
                    <a:pt x="1692449" y="261674"/>
                  </a:lnTo>
                  <a:lnTo>
                    <a:pt x="1695259" y="241839"/>
                  </a:lnTo>
                  <a:lnTo>
                    <a:pt x="1692449" y="222005"/>
                  </a:lnTo>
                  <a:lnTo>
                    <a:pt x="1670625" y="183722"/>
                  </a:lnTo>
                  <a:lnTo>
                    <a:pt x="1628648" y="147704"/>
                  </a:lnTo>
                  <a:lnTo>
                    <a:pt x="1568265" y="114448"/>
                  </a:lnTo>
                  <a:lnTo>
                    <a:pt x="1531716" y="99012"/>
                  </a:lnTo>
                  <a:lnTo>
                    <a:pt x="1491220" y="84452"/>
                  </a:lnTo>
                  <a:lnTo>
                    <a:pt x="1446994" y="70833"/>
                  </a:lnTo>
                  <a:lnTo>
                    <a:pt x="1399258" y="58215"/>
                  </a:lnTo>
                  <a:lnTo>
                    <a:pt x="1348229" y="46660"/>
                  </a:lnTo>
                  <a:lnTo>
                    <a:pt x="1294125" y="36233"/>
                  </a:lnTo>
                  <a:lnTo>
                    <a:pt x="1237164" y="26993"/>
                  </a:lnTo>
                  <a:lnTo>
                    <a:pt x="1177565" y="19004"/>
                  </a:lnTo>
                  <a:lnTo>
                    <a:pt x="1115546" y="12329"/>
                  </a:lnTo>
                  <a:lnTo>
                    <a:pt x="1051325" y="7028"/>
                  </a:lnTo>
                  <a:lnTo>
                    <a:pt x="985119" y="3165"/>
                  </a:lnTo>
                  <a:lnTo>
                    <a:pt x="917148" y="801"/>
                  </a:lnTo>
                  <a:lnTo>
                    <a:pt x="84762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75430" y="1626737"/>
              <a:ext cx="1695450" cy="483870"/>
            </a:xfrm>
            <a:custGeom>
              <a:avLst/>
              <a:gdLst/>
              <a:ahLst/>
              <a:cxnLst/>
              <a:rect l="l" t="t" r="r" b="b"/>
              <a:pathLst>
                <a:path w="1695450" h="483869">
                  <a:moveTo>
                    <a:pt x="0" y="241839"/>
                  </a:moveTo>
                  <a:lnTo>
                    <a:pt x="11094" y="202611"/>
                  </a:lnTo>
                  <a:lnTo>
                    <a:pt x="43212" y="165399"/>
                  </a:lnTo>
                  <a:lnTo>
                    <a:pt x="94610" y="130700"/>
                  </a:lnTo>
                  <a:lnTo>
                    <a:pt x="163543" y="99012"/>
                  </a:lnTo>
                  <a:lnTo>
                    <a:pt x="204039" y="84452"/>
                  </a:lnTo>
                  <a:lnTo>
                    <a:pt x="248265" y="70833"/>
                  </a:lnTo>
                  <a:lnTo>
                    <a:pt x="296001" y="58215"/>
                  </a:lnTo>
                  <a:lnTo>
                    <a:pt x="347030" y="46660"/>
                  </a:lnTo>
                  <a:lnTo>
                    <a:pt x="401134" y="36233"/>
                  </a:lnTo>
                  <a:lnTo>
                    <a:pt x="458095" y="26993"/>
                  </a:lnTo>
                  <a:lnTo>
                    <a:pt x="517694" y="19004"/>
                  </a:lnTo>
                  <a:lnTo>
                    <a:pt x="579713" y="12329"/>
                  </a:lnTo>
                  <a:lnTo>
                    <a:pt x="643934" y="7028"/>
                  </a:lnTo>
                  <a:lnTo>
                    <a:pt x="710139" y="3165"/>
                  </a:lnTo>
                  <a:lnTo>
                    <a:pt x="778111" y="801"/>
                  </a:lnTo>
                  <a:lnTo>
                    <a:pt x="847629" y="0"/>
                  </a:lnTo>
                  <a:lnTo>
                    <a:pt x="917148" y="801"/>
                  </a:lnTo>
                  <a:lnTo>
                    <a:pt x="985119" y="3165"/>
                  </a:lnTo>
                  <a:lnTo>
                    <a:pt x="1051325" y="7028"/>
                  </a:lnTo>
                  <a:lnTo>
                    <a:pt x="1115546" y="12329"/>
                  </a:lnTo>
                  <a:lnTo>
                    <a:pt x="1177565" y="19004"/>
                  </a:lnTo>
                  <a:lnTo>
                    <a:pt x="1237164" y="26993"/>
                  </a:lnTo>
                  <a:lnTo>
                    <a:pt x="1294125" y="36233"/>
                  </a:lnTo>
                  <a:lnTo>
                    <a:pt x="1348229" y="46660"/>
                  </a:lnTo>
                  <a:lnTo>
                    <a:pt x="1399258" y="58215"/>
                  </a:lnTo>
                  <a:lnTo>
                    <a:pt x="1446994" y="70833"/>
                  </a:lnTo>
                  <a:lnTo>
                    <a:pt x="1491220" y="84452"/>
                  </a:lnTo>
                  <a:lnTo>
                    <a:pt x="1531716" y="99012"/>
                  </a:lnTo>
                  <a:lnTo>
                    <a:pt x="1568265" y="114448"/>
                  </a:lnTo>
                  <a:lnTo>
                    <a:pt x="1628648" y="147704"/>
                  </a:lnTo>
                  <a:lnTo>
                    <a:pt x="1670625" y="183722"/>
                  </a:lnTo>
                  <a:lnTo>
                    <a:pt x="1692449" y="222004"/>
                  </a:lnTo>
                  <a:lnTo>
                    <a:pt x="1695259" y="241839"/>
                  </a:lnTo>
                  <a:lnTo>
                    <a:pt x="1692449" y="261674"/>
                  </a:lnTo>
                  <a:lnTo>
                    <a:pt x="1670625" y="299956"/>
                  </a:lnTo>
                  <a:lnTo>
                    <a:pt x="1628648" y="335974"/>
                  </a:lnTo>
                  <a:lnTo>
                    <a:pt x="1568265" y="369230"/>
                  </a:lnTo>
                  <a:lnTo>
                    <a:pt x="1531716" y="384666"/>
                  </a:lnTo>
                  <a:lnTo>
                    <a:pt x="1491220" y="399226"/>
                  </a:lnTo>
                  <a:lnTo>
                    <a:pt x="1446994" y="412845"/>
                  </a:lnTo>
                  <a:lnTo>
                    <a:pt x="1399258" y="425463"/>
                  </a:lnTo>
                  <a:lnTo>
                    <a:pt x="1348229" y="437017"/>
                  </a:lnTo>
                  <a:lnTo>
                    <a:pt x="1294125" y="447445"/>
                  </a:lnTo>
                  <a:lnTo>
                    <a:pt x="1237164" y="456685"/>
                  </a:lnTo>
                  <a:lnTo>
                    <a:pt x="1177565" y="464673"/>
                  </a:lnTo>
                  <a:lnTo>
                    <a:pt x="1115546" y="471349"/>
                  </a:lnTo>
                  <a:lnTo>
                    <a:pt x="1051325" y="476650"/>
                  </a:lnTo>
                  <a:lnTo>
                    <a:pt x="985119" y="480513"/>
                  </a:lnTo>
                  <a:lnTo>
                    <a:pt x="917148" y="482877"/>
                  </a:lnTo>
                  <a:lnTo>
                    <a:pt x="847629" y="483678"/>
                  </a:lnTo>
                  <a:lnTo>
                    <a:pt x="778111" y="482877"/>
                  </a:lnTo>
                  <a:lnTo>
                    <a:pt x="710139" y="480513"/>
                  </a:lnTo>
                  <a:lnTo>
                    <a:pt x="643934" y="476650"/>
                  </a:lnTo>
                  <a:lnTo>
                    <a:pt x="579713" y="471349"/>
                  </a:lnTo>
                  <a:lnTo>
                    <a:pt x="517694" y="464673"/>
                  </a:lnTo>
                  <a:lnTo>
                    <a:pt x="458095" y="456685"/>
                  </a:lnTo>
                  <a:lnTo>
                    <a:pt x="401134" y="447445"/>
                  </a:lnTo>
                  <a:lnTo>
                    <a:pt x="347030" y="437017"/>
                  </a:lnTo>
                  <a:lnTo>
                    <a:pt x="296001" y="425463"/>
                  </a:lnTo>
                  <a:lnTo>
                    <a:pt x="248265" y="412845"/>
                  </a:lnTo>
                  <a:lnTo>
                    <a:pt x="204039" y="399226"/>
                  </a:lnTo>
                  <a:lnTo>
                    <a:pt x="163543" y="384666"/>
                  </a:lnTo>
                  <a:lnTo>
                    <a:pt x="126994" y="369230"/>
                  </a:lnTo>
                  <a:lnTo>
                    <a:pt x="66610" y="335974"/>
                  </a:lnTo>
                  <a:lnTo>
                    <a:pt x="24634" y="299956"/>
                  </a:lnTo>
                  <a:lnTo>
                    <a:pt x="2809" y="261674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694947" y="1703832"/>
            <a:ext cx="12045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45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h</a:t>
            </a:r>
            <a:r>
              <a:rPr sz="1700" u="sng" spc="-5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w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_nu</a:t>
            </a:r>
            <a:r>
              <a:rPr sz="1700" u="sng" spc="5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m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ber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02688" y="2737891"/>
            <a:ext cx="1572260" cy="1056005"/>
            <a:chOff x="802688" y="2737891"/>
            <a:chExt cx="1572260" cy="1056005"/>
          </a:xfrm>
        </p:grpSpPr>
        <p:sp>
          <p:nvSpPr>
            <p:cNvPr id="32" name="object 32"/>
            <p:cNvSpPr/>
            <p:nvPr/>
          </p:nvSpPr>
          <p:spPr>
            <a:xfrm>
              <a:off x="1615844" y="2742971"/>
              <a:ext cx="459105" cy="54610"/>
            </a:xfrm>
            <a:custGeom>
              <a:avLst/>
              <a:gdLst/>
              <a:ahLst/>
              <a:cxnLst/>
              <a:rect l="l" t="t" r="r" b="b"/>
              <a:pathLst>
                <a:path w="459105" h="54610">
                  <a:moveTo>
                    <a:pt x="458967" y="0"/>
                  </a:moveTo>
                  <a:lnTo>
                    <a:pt x="0" y="54513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7768" y="3304580"/>
              <a:ext cx="1562100" cy="483870"/>
            </a:xfrm>
            <a:custGeom>
              <a:avLst/>
              <a:gdLst/>
              <a:ahLst/>
              <a:cxnLst/>
              <a:rect l="l" t="t" r="r" b="b"/>
              <a:pathLst>
                <a:path w="1562100" h="483870">
                  <a:moveTo>
                    <a:pt x="780866" y="0"/>
                  </a:moveTo>
                  <a:lnTo>
                    <a:pt x="709792" y="988"/>
                  </a:lnTo>
                  <a:lnTo>
                    <a:pt x="640505" y="3896"/>
                  </a:lnTo>
                  <a:lnTo>
                    <a:pt x="573281" y="8638"/>
                  </a:lnTo>
                  <a:lnTo>
                    <a:pt x="508397" y="15130"/>
                  </a:lnTo>
                  <a:lnTo>
                    <a:pt x="446127" y="23285"/>
                  </a:lnTo>
                  <a:lnTo>
                    <a:pt x="386748" y="33018"/>
                  </a:lnTo>
                  <a:lnTo>
                    <a:pt x="330535" y="44244"/>
                  </a:lnTo>
                  <a:lnTo>
                    <a:pt x="277764" y="56877"/>
                  </a:lnTo>
                  <a:lnTo>
                    <a:pt x="228710" y="70833"/>
                  </a:lnTo>
                  <a:lnTo>
                    <a:pt x="183650" y="86025"/>
                  </a:lnTo>
                  <a:lnTo>
                    <a:pt x="142858" y="102368"/>
                  </a:lnTo>
                  <a:lnTo>
                    <a:pt x="106611" y="119778"/>
                  </a:lnTo>
                  <a:lnTo>
                    <a:pt x="48853" y="157453"/>
                  </a:lnTo>
                  <a:lnTo>
                    <a:pt x="12580" y="198368"/>
                  </a:lnTo>
                  <a:lnTo>
                    <a:pt x="0" y="241839"/>
                  </a:lnTo>
                  <a:lnTo>
                    <a:pt x="3191" y="263852"/>
                  </a:lnTo>
                  <a:lnTo>
                    <a:pt x="27893" y="306130"/>
                  </a:lnTo>
                  <a:lnTo>
                    <a:pt x="75184" y="345510"/>
                  </a:lnTo>
                  <a:lnTo>
                    <a:pt x="142858" y="381310"/>
                  </a:lnTo>
                  <a:lnTo>
                    <a:pt x="183650" y="397654"/>
                  </a:lnTo>
                  <a:lnTo>
                    <a:pt x="228710" y="412846"/>
                  </a:lnTo>
                  <a:lnTo>
                    <a:pt x="277764" y="426801"/>
                  </a:lnTo>
                  <a:lnTo>
                    <a:pt x="330535" y="439435"/>
                  </a:lnTo>
                  <a:lnTo>
                    <a:pt x="386748" y="450661"/>
                  </a:lnTo>
                  <a:lnTo>
                    <a:pt x="446127" y="460394"/>
                  </a:lnTo>
                  <a:lnTo>
                    <a:pt x="508397" y="468549"/>
                  </a:lnTo>
                  <a:lnTo>
                    <a:pt x="573281" y="475040"/>
                  </a:lnTo>
                  <a:lnTo>
                    <a:pt x="640505" y="479783"/>
                  </a:lnTo>
                  <a:lnTo>
                    <a:pt x="709792" y="482691"/>
                  </a:lnTo>
                  <a:lnTo>
                    <a:pt x="780866" y="483679"/>
                  </a:lnTo>
                  <a:lnTo>
                    <a:pt x="851941" y="482691"/>
                  </a:lnTo>
                  <a:lnTo>
                    <a:pt x="921228" y="479783"/>
                  </a:lnTo>
                  <a:lnTo>
                    <a:pt x="988452" y="475040"/>
                  </a:lnTo>
                  <a:lnTo>
                    <a:pt x="1053336" y="468549"/>
                  </a:lnTo>
                  <a:lnTo>
                    <a:pt x="1115606" y="460394"/>
                  </a:lnTo>
                  <a:lnTo>
                    <a:pt x="1174985" y="450661"/>
                  </a:lnTo>
                  <a:lnTo>
                    <a:pt x="1231198" y="439435"/>
                  </a:lnTo>
                  <a:lnTo>
                    <a:pt x="1283969" y="426801"/>
                  </a:lnTo>
                  <a:lnTo>
                    <a:pt x="1333023" y="412846"/>
                  </a:lnTo>
                  <a:lnTo>
                    <a:pt x="1378084" y="397654"/>
                  </a:lnTo>
                  <a:lnTo>
                    <a:pt x="1418875" y="381310"/>
                  </a:lnTo>
                  <a:lnTo>
                    <a:pt x="1455122" y="363901"/>
                  </a:lnTo>
                  <a:lnTo>
                    <a:pt x="1512881" y="326225"/>
                  </a:lnTo>
                  <a:lnTo>
                    <a:pt x="1549153" y="285310"/>
                  </a:lnTo>
                  <a:lnTo>
                    <a:pt x="1561733" y="241839"/>
                  </a:lnTo>
                  <a:lnTo>
                    <a:pt x="1558542" y="219827"/>
                  </a:lnTo>
                  <a:lnTo>
                    <a:pt x="1533840" y="177549"/>
                  </a:lnTo>
                  <a:lnTo>
                    <a:pt x="1486549" y="138168"/>
                  </a:lnTo>
                  <a:lnTo>
                    <a:pt x="1418875" y="102368"/>
                  </a:lnTo>
                  <a:lnTo>
                    <a:pt x="1378084" y="86025"/>
                  </a:lnTo>
                  <a:lnTo>
                    <a:pt x="1333023" y="70833"/>
                  </a:lnTo>
                  <a:lnTo>
                    <a:pt x="1283969" y="56877"/>
                  </a:lnTo>
                  <a:lnTo>
                    <a:pt x="1231198" y="44244"/>
                  </a:lnTo>
                  <a:lnTo>
                    <a:pt x="1174985" y="33018"/>
                  </a:lnTo>
                  <a:lnTo>
                    <a:pt x="1115606" y="23285"/>
                  </a:lnTo>
                  <a:lnTo>
                    <a:pt x="1053336" y="15130"/>
                  </a:lnTo>
                  <a:lnTo>
                    <a:pt x="988452" y="8638"/>
                  </a:lnTo>
                  <a:lnTo>
                    <a:pt x="921228" y="3896"/>
                  </a:lnTo>
                  <a:lnTo>
                    <a:pt x="851941" y="988"/>
                  </a:lnTo>
                  <a:lnTo>
                    <a:pt x="78086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7768" y="3304580"/>
              <a:ext cx="1562100" cy="483870"/>
            </a:xfrm>
            <a:custGeom>
              <a:avLst/>
              <a:gdLst/>
              <a:ahLst/>
              <a:cxnLst/>
              <a:rect l="l" t="t" r="r" b="b"/>
              <a:pathLst>
                <a:path w="1562100" h="483870">
                  <a:moveTo>
                    <a:pt x="0" y="241839"/>
                  </a:moveTo>
                  <a:lnTo>
                    <a:pt x="12580" y="198368"/>
                  </a:lnTo>
                  <a:lnTo>
                    <a:pt x="48853" y="157453"/>
                  </a:lnTo>
                  <a:lnTo>
                    <a:pt x="106611" y="119778"/>
                  </a:lnTo>
                  <a:lnTo>
                    <a:pt x="142858" y="102368"/>
                  </a:lnTo>
                  <a:lnTo>
                    <a:pt x="183650" y="86025"/>
                  </a:lnTo>
                  <a:lnTo>
                    <a:pt x="228710" y="70833"/>
                  </a:lnTo>
                  <a:lnTo>
                    <a:pt x="277764" y="56877"/>
                  </a:lnTo>
                  <a:lnTo>
                    <a:pt x="330535" y="44244"/>
                  </a:lnTo>
                  <a:lnTo>
                    <a:pt x="386748" y="33018"/>
                  </a:lnTo>
                  <a:lnTo>
                    <a:pt x="446127" y="23285"/>
                  </a:lnTo>
                  <a:lnTo>
                    <a:pt x="508397" y="15130"/>
                  </a:lnTo>
                  <a:lnTo>
                    <a:pt x="573281" y="8638"/>
                  </a:lnTo>
                  <a:lnTo>
                    <a:pt x="640505" y="3896"/>
                  </a:lnTo>
                  <a:lnTo>
                    <a:pt x="709792" y="988"/>
                  </a:lnTo>
                  <a:lnTo>
                    <a:pt x="780867" y="0"/>
                  </a:lnTo>
                  <a:lnTo>
                    <a:pt x="851941" y="988"/>
                  </a:lnTo>
                  <a:lnTo>
                    <a:pt x="921228" y="3896"/>
                  </a:lnTo>
                  <a:lnTo>
                    <a:pt x="988452" y="8638"/>
                  </a:lnTo>
                  <a:lnTo>
                    <a:pt x="1053336" y="15130"/>
                  </a:lnTo>
                  <a:lnTo>
                    <a:pt x="1115606" y="23285"/>
                  </a:lnTo>
                  <a:lnTo>
                    <a:pt x="1174985" y="33018"/>
                  </a:lnTo>
                  <a:lnTo>
                    <a:pt x="1231198" y="44244"/>
                  </a:lnTo>
                  <a:lnTo>
                    <a:pt x="1283969" y="56877"/>
                  </a:lnTo>
                  <a:lnTo>
                    <a:pt x="1333023" y="70833"/>
                  </a:lnTo>
                  <a:lnTo>
                    <a:pt x="1378084" y="86025"/>
                  </a:lnTo>
                  <a:lnTo>
                    <a:pt x="1418875" y="102368"/>
                  </a:lnTo>
                  <a:lnTo>
                    <a:pt x="1455123" y="119778"/>
                  </a:lnTo>
                  <a:lnTo>
                    <a:pt x="1512881" y="157453"/>
                  </a:lnTo>
                  <a:lnTo>
                    <a:pt x="1549153" y="198368"/>
                  </a:lnTo>
                  <a:lnTo>
                    <a:pt x="1561734" y="241839"/>
                  </a:lnTo>
                  <a:lnTo>
                    <a:pt x="1558543" y="263851"/>
                  </a:lnTo>
                  <a:lnTo>
                    <a:pt x="1533841" y="306129"/>
                  </a:lnTo>
                  <a:lnTo>
                    <a:pt x="1486550" y="345510"/>
                  </a:lnTo>
                  <a:lnTo>
                    <a:pt x="1418875" y="381309"/>
                  </a:lnTo>
                  <a:lnTo>
                    <a:pt x="1378084" y="397653"/>
                  </a:lnTo>
                  <a:lnTo>
                    <a:pt x="1333023" y="412845"/>
                  </a:lnTo>
                  <a:lnTo>
                    <a:pt x="1283969" y="426801"/>
                  </a:lnTo>
                  <a:lnTo>
                    <a:pt x="1231198" y="439434"/>
                  </a:lnTo>
                  <a:lnTo>
                    <a:pt x="1174985" y="450660"/>
                  </a:lnTo>
                  <a:lnTo>
                    <a:pt x="1115606" y="460393"/>
                  </a:lnTo>
                  <a:lnTo>
                    <a:pt x="1053336" y="468548"/>
                  </a:lnTo>
                  <a:lnTo>
                    <a:pt x="988452" y="475040"/>
                  </a:lnTo>
                  <a:lnTo>
                    <a:pt x="921228" y="479782"/>
                  </a:lnTo>
                  <a:lnTo>
                    <a:pt x="851941" y="482690"/>
                  </a:lnTo>
                  <a:lnTo>
                    <a:pt x="780867" y="483678"/>
                  </a:lnTo>
                  <a:lnTo>
                    <a:pt x="709792" y="482690"/>
                  </a:lnTo>
                  <a:lnTo>
                    <a:pt x="640505" y="479782"/>
                  </a:lnTo>
                  <a:lnTo>
                    <a:pt x="573281" y="475040"/>
                  </a:lnTo>
                  <a:lnTo>
                    <a:pt x="508397" y="468548"/>
                  </a:lnTo>
                  <a:lnTo>
                    <a:pt x="446127" y="460393"/>
                  </a:lnTo>
                  <a:lnTo>
                    <a:pt x="386748" y="450660"/>
                  </a:lnTo>
                  <a:lnTo>
                    <a:pt x="330535" y="439434"/>
                  </a:lnTo>
                  <a:lnTo>
                    <a:pt x="277764" y="426801"/>
                  </a:lnTo>
                  <a:lnTo>
                    <a:pt x="228710" y="412845"/>
                  </a:lnTo>
                  <a:lnTo>
                    <a:pt x="183650" y="397653"/>
                  </a:lnTo>
                  <a:lnTo>
                    <a:pt x="142858" y="381309"/>
                  </a:lnTo>
                  <a:lnTo>
                    <a:pt x="106611" y="363900"/>
                  </a:lnTo>
                  <a:lnTo>
                    <a:pt x="48853" y="326225"/>
                  </a:lnTo>
                  <a:lnTo>
                    <a:pt x="12580" y="285310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22156" y="3380232"/>
            <a:ext cx="11938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_sco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18204" y="2550563"/>
            <a:ext cx="1102995" cy="494030"/>
            <a:chOff x="518204" y="2550563"/>
            <a:chExt cx="1102995" cy="494030"/>
          </a:xfrm>
        </p:grpSpPr>
        <p:sp>
          <p:nvSpPr>
            <p:cNvPr id="37" name="object 37"/>
            <p:cNvSpPr/>
            <p:nvPr/>
          </p:nvSpPr>
          <p:spPr>
            <a:xfrm>
              <a:off x="523284" y="2555643"/>
              <a:ext cx="1092835" cy="483870"/>
            </a:xfrm>
            <a:custGeom>
              <a:avLst/>
              <a:gdLst/>
              <a:ahLst/>
              <a:cxnLst/>
              <a:rect l="l" t="t" r="r" b="b"/>
              <a:pathLst>
                <a:path w="1092835" h="483869">
                  <a:moveTo>
                    <a:pt x="546279" y="0"/>
                  </a:moveTo>
                  <a:lnTo>
                    <a:pt x="482571" y="1627"/>
                  </a:lnTo>
                  <a:lnTo>
                    <a:pt x="421022" y="6387"/>
                  </a:lnTo>
                  <a:lnTo>
                    <a:pt x="362041" y="14098"/>
                  </a:lnTo>
                  <a:lnTo>
                    <a:pt x="306039" y="24580"/>
                  </a:lnTo>
                  <a:lnTo>
                    <a:pt x="253425" y="37651"/>
                  </a:lnTo>
                  <a:lnTo>
                    <a:pt x="204609" y="53129"/>
                  </a:lnTo>
                  <a:lnTo>
                    <a:pt x="160001" y="70833"/>
                  </a:lnTo>
                  <a:lnTo>
                    <a:pt x="120011" y="90581"/>
                  </a:lnTo>
                  <a:lnTo>
                    <a:pt x="85049" y="112192"/>
                  </a:lnTo>
                  <a:lnTo>
                    <a:pt x="31847" y="160277"/>
                  </a:lnTo>
                  <a:lnTo>
                    <a:pt x="3675" y="213636"/>
                  </a:lnTo>
                  <a:lnTo>
                    <a:pt x="0" y="241839"/>
                  </a:lnTo>
                  <a:lnTo>
                    <a:pt x="3675" y="270043"/>
                  </a:lnTo>
                  <a:lnTo>
                    <a:pt x="31847" y="323402"/>
                  </a:lnTo>
                  <a:lnTo>
                    <a:pt x="85049" y="371487"/>
                  </a:lnTo>
                  <a:lnTo>
                    <a:pt x="120011" y="393098"/>
                  </a:lnTo>
                  <a:lnTo>
                    <a:pt x="160001" y="412846"/>
                  </a:lnTo>
                  <a:lnTo>
                    <a:pt x="204609" y="430550"/>
                  </a:lnTo>
                  <a:lnTo>
                    <a:pt x="253425" y="446028"/>
                  </a:lnTo>
                  <a:lnTo>
                    <a:pt x="306039" y="459098"/>
                  </a:lnTo>
                  <a:lnTo>
                    <a:pt x="362041" y="469580"/>
                  </a:lnTo>
                  <a:lnTo>
                    <a:pt x="421022" y="477292"/>
                  </a:lnTo>
                  <a:lnTo>
                    <a:pt x="482571" y="482052"/>
                  </a:lnTo>
                  <a:lnTo>
                    <a:pt x="546279" y="483679"/>
                  </a:lnTo>
                  <a:lnTo>
                    <a:pt x="609987" y="482052"/>
                  </a:lnTo>
                  <a:lnTo>
                    <a:pt x="671536" y="477292"/>
                  </a:lnTo>
                  <a:lnTo>
                    <a:pt x="730517" y="469580"/>
                  </a:lnTo>
                  <a:lnTo>
                    <a:pt x="786519" y="459098"/>
                  </a:lnTo>
                  <a:lnTo>
                    <a:pt x="839133" y="446028"/>
                  </a:lnTo>
                  <a:lnTo>
                    <a:pt x="887949" y="430550"/>
                  </a:lnTo>
                  <a:lnTo>
                    <a:pt x="932557" y="412846"/>
                  </a:lnTo>
                  <a:lnTo>
                    <a:pt x="972547" y="393098"/>
                  </a:lnTo>
                  <a:lnTo>
                    <a:pt x="1007509" y="371487"/>
                  </a:lnTo>
                  <a:lnTo>
                    <a:pt x="1060711" y="323402"/>
                  </a:lnTo>
                  <a:lnTo>
                    <a:pt x="1088883" y="270043"/>
                  </a:lnTo>
                  <a:lnTo>
                    <a:pt x="1092558" y="241839"/>
                  </a:lnTo>
                  <a:lnTo>
                    <a:pt x="1088883" y="213636"/>
                  </a:lnTo>
                  <a:lnTo>
                    <a:pt x="1060711" y="160277"/>
                  </a:lnTo>
                  <a:lnTo>
                    <a:pt x="1007509" y="112192"/>
                  </a:lnTo>
                  <a:lnTo>
                    <a:pt x="972547" y="90581"/>
                  </a:lnTo>
                  <a:lnTo>
                    <a:pt x="932557" y="70833"/>
                  </a:lnTo>
                  <a:lnTo>
                    <a:pt x="887949" y="53129"/>
                  </a:lnTo>
                  <a:lnTo>
                    <a:pt x="839133" y="37651"/>
                  </a:lnTo>
                  <a:lnTo>
                    <a:pt x="786519" y="24580"/>
                  </a:lnTo>
                  <a:lnTo>
                    <a:pt x="730517" y="14098"/>
                  </a:lnTo>
                  <a:lnTo>
                    <a:pt x="671536" y="6387"/>
                  </a:lnTo>
                  <a:lnTo>
                    <a:pt x="609987" y="1627"/>
                  </a:lnTo>
                  <a:lnTo>
                    <a:pt x="54627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3284" y="2555643"/>
              <a:ext cx="1092835" cy="483870"/>
            </a:xfrm>
            <a:custGeom>
              <a:avLst/>
              <a:gdLst/>
              <a:ahLst/>
              <a:cxnLst/>
              <a:rect l="l" t="t" r="r" b="b"/>
              <a:pathLst>
                <a:path w="1092835" h="483869">
                  <a:moveTo>
                    <a:pt x="0" y="241839"/>
                  </a:moveTo>
                  <a:lnTo>
                    <a:pt x="14427" y="186387"/>
                  </a:lnTo>
                  <a:lnTo>
                    <a:pt x="55524" y="135484"/>
                  </a:lnTo>
                  <a:lnTo>
                    <a:pt x="120011" y="90581"/>
                  </a:lnTo>
                  <a:lnTo>
                    <a:pt x="160001" y="70833"/>
                  </a:lnTo>
                  <a:lnTo>
                    <a:pt x="204609" y="53129"/>
                  </a:lnTo>
                  <a:lnTo>
                    <a:pt x="253425" y="37651"/>
                  </a:lnTo>
                  <a:lnTo>
                    <a:pt x="306039" y="24580"/>
                  </a:lnTo>
                  <a:lnTo>
                    <a:pt x="362041" y="14098"/>
                  </a:lnTo>
                  <a:lnTo>
                    <a:pt x="421022" y="6387"/>
                  </a:lnTo>
                  <a:lnTo>
                    <a:pt x="482571" y="1627"/>
                  </a:lnTo>
                  <a:lnTo>
                    <a:pt x="546279" y="0"/>
                  </a:lnTo>
                  <a:lnTo>
                    <a:pt x="609987" y="1627"/>
                  </a:lnTo>
                  <a:lnTo>
                    <a:pt x="671536" y="6387"/>
                  </a:lnTo>
                  <a:lnTo>
                    <a:pt x="730516" y="14098"/>
                  </a:lnTo>
                  <a:lnTo>
                    <a:pt x="786519" y="24580"/>
                  </a:lnTo>
                  <a:lnTo>
                    <a:pt x="839133" y="37651"/>
                  </a:lnTo>
                  <a:lnTo>
                    <a:pt x="887949" y="53129"/>
                  </a:lnTo>
                  <a:lnTo>
                    <a:pt x="932557" y="70833"/>
                  </a:lnTo>
                  <a:lnTo>
                    <a:pt x="972547" y="90581"/>
                  </a:lnTo>
                  <a:lnTo>
                    <a:pt x="1007509" y="112192"/>
                  </a:lnTo>
                  <a:lnTo>
                    <a:pt x="1060711" y="160276"/>
                  </a:lnTo>
                  <a:lnTo>
                    <a:pt x="1088883" y="213635"/>
                  </a:lnTo>
                  <a:lnTo>
                    <a:pt x="1092558" y="241839"/>
                  </a:lnTo>
                  <a:lnTo>
                    <a:pt x="1088883" y="270043"/>
                  </a:lnTo>
                  <a:lnTo>
                    <a:pt x="1060711" y="323401"/>
                  </a:lnTo>
                  <a:lnTo>
                    <a:pt x="1007509" y="371486"/>
                  </a:lnTo>
                  <a:lnTo>
                    <a:pt x="972547" y="393097"/>
                  </a:lnTo>
                  <a:lnTo>
                    <a:pt x="932557" y="412845"/>
                  </a:lnTo>
                  <a:lnTo>
                    <a:pt x="887949" y="430549"/>
                  </a:lnTo>
                  <a:lnTo>
                    <a:pt x="839133" y="446027"/>
                  </a:lnTo>
                  <a:lnTo>
                    <a:pt x="786519" y="459098"/>
                  </a:lnTo>
                  <a:lnTo>
                    <a:pt x="730516" y="469580"/>
                  </a:lnTo>
                  <a:lnTo>
                    <a:pt x="671536" y="477291"/>
                  </a:lnTo>
                  <a:lnTo>
                    <a:pt x="609987" y="482051"/>
                  </a:lnTo>
                  <a:lnTo>
                    <a:pt x="546279" y="483678"/>
                  </a:lnTo>
                  <a:lnTo>
                    <a:pt x="482571" y="482051"/>
                  </a:lnTo>
                  <a:lnTo>
                    <a:pt x="421022" y="477291"/>
                  </a:lnTo>
                  <a:lnTo>
                    <a:pt x="362041" y="469580"/>
                  </a:lnTo>
                  <a:lnTo>
                    <a:pt x="306039" y="459098"/>
                  </a:lnTo>
                  <a:lnTo>
                    <a:pt x="253425" y="446027"/>
                  </a:lnTo>
                  <a:lnTo>
                    <a:pt x="204609" y="430549"/>
                  </a:lnTo>
                  <a:lnTo>
                    <a:pt x="160001" y="412845"/>
                  </a:lnTo>
                  <a:lnTo>
                    <a:pt x="120011" y="393097"/>
                  </a:lnTo>
                  <a:lnTo>
                    <a:pt x="85049" y="371486"/>
                  </a:lnTo>
                  <a:lnTo>
                    <a:pt x="31847" y="323401"/>
                  </a:lnTo>
                  <a:lnTo>
                    <a:pt x="3675" y="270043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31174" y="2648711"/>
            <a:ext cx="92836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due_da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583555" y="2105336"/>
            <a:ext cx="1155065" cy="1204595"/>
            <a:chOff x="1583555" y="2105336"/>
            <a:chExt cx="1155065" cy="1204595"/>
          </a:xfrm>
        </p:grpSpPr>
        <p:sp>
          <p:nvSpPr>
            <p:cNvPr id="41" name="object 41"/>
            <p:cNvSpPr/>
            <p:nvPr/>
          </p:nvSpPr>
          <p:spPr>
            <a:xfrm>
              <a:off x="1588635" y="2742971"/>
              <a:ext cx="486409" cy="561975"/>
            </a:xfrm>
            <a:custGeom>
              <a:avLst/>
              <a:gdLst/>
              <a:ahLst/>
              <a:cxnLst/>
              <a:rect l="l" t="t" r="r" b="b"/>
              <a:pathLst>
                <a:path w="486410" h="561975">
                  <a:moveTo>
                    <a:pt x="486175" y="0"/>
                  </a:moveTo>
                  <a:lnTo>
                    <a:pt x="0" y="561609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23059" y="2110416"/>
              <a:ext cx="410209" cy="368935"/>
            </a:xfrm>
            <a:custGeom>
              <a:avLst/>
              <a:gdLst/>
              <a:ahLst/>
              <a:cxnLst/>
              <a:rect l="l" t="t" r="r" b="b"/>
              <a:pathLst>
                <a:path w="410210" h="368935">
                  <a:moveTo>
                    <a:pt x="0" y="0"/>
                  </a:moveTo>
                  <a:lnTo>
                    <a:pt x="410119" y="36886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6532" y="379983"/>
            <a:ext cx="374205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0" dirty="0"/>
              <a:t>D</a:t>
            </a:r>
            <a:r>
              <a:rPr sz="4300" spc="-140" dirty="0"/>
              <a:t>R</a:t>
            </a:r>
            <a:r>
              <a:rPr sz="4300" spc="-135" dirty="0"/>
              <a:t>O</a:t>
            </a:r>
            <a:r>
              <a:rPr sz="4300" dirty="0"/>
              <a:t>P</a:t>
            </a:r>
            <a:r>
              <a:rPr sz="4300" spc="-250" dirty="0"/>
              <a:t> </a:t>
            </a:r>
            <a:r>
              <a:rPr sz="4300" spc="-135" dirty="0"/>
              <a:t>T</a:t>
            </a:r>
            <a:r>
              <a:rPr sz="4300" spc="-140" dirty="0"/>
              <a:t>A</a:t>
            </a:r>
            <a:r>
              <a:rPr sz="4300" spc="-130" dirty="0"/>
              <a:t>B</a:t>
            </a:r>
            <a:r>
              <a:rPr sz="4300" spc="-125" dirty="0"/>
              <a:t>L</a:t>
            </a:r>
            <a:r>
              <a:rPr sz="4300" dirty="0"/>
              <a:t>E</a:t>
            </a:r>
            <a:endParaRPr sz="43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83007" y="2246477"/>
          <a:ext cx="3637915" cy="72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9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31750">
                        <a:lnSpc>
                          <a:spcPts val="2005"/>
                        </a:lnSpc>
                      </a:pPr>
                      <a:r>
                        <a:rPr sz="21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DROP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005"/>
                        </a:lnSpc>
                      </a:pPr>
                      <a:r>
                        <a:rPr sz="21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TABLE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005"/>
                        </a:lnSpc>
                      </a:pPr>
                      <a:r>
                        <a:rPr sz="2100" i="1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table_name</a:t>
                      </a:r>
                      <a:r>
                        <a:rPr sz="21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31750">
                        <a:lnSpc>
                          <a:spcPts val="2515"/>
                        </a:lnSpc>
                        <a:spcBef>
                          <a:spcPts val="229"/>
                        </a:spcBef>
                      </a:pPr>
                      <a:r>
                        <a:rPr sz="21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DROP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515"/>
                        </a:lnSpc>
                        <a:spcBef>
                          <a:spcPts val="229"/>
                        </a:spcBef>
                      </a:pPr>
                      <a:r>
                        <a:rPr sz="21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TABLE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515"/>
                        </a:lnSpc>
                        <a:spcBef>
                          <a:spcPts val="229"/>
                        </a:spcBef>
                      </a:pPr>
                      <a:r>
                        <a:rPr sz="2100" spc="1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homework;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7064" y="3895344"/>
            <a:ext cx="5084064" cy="838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32479" y="3910199"/>
            <a:ext cx="4408170" cy="47180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49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cannot be undone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!!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6893" y="379983"/>
            <a:ext cx="81407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40" dirty="0"/>
              <a:t>A</a:t>
            </a:r>
            <a:r>
              <a:rPr sz="4300" spc="-130" dirty="0"/>
              <a:t>L</a:t>
            </a:r>
            <a:r>
              <a:rPr sz="4300" spc="-135" dirty="0"/>
              <a:t>T</a:t>
            </a:r>
            <a:r>
              <a:rPr sz="4300" spc="-125" dirty="0"/>
              <a:t>E</a:t>
            </a:r>
            <a:r>
              <a:rPr sz="4300" dirty="0"/>
              <a:t>R</a:t>
            </a:r>
            <a:r>
              <a:rPr sz="4300" spc="-265" dirty="0"/>
              <a:t> </a:t>
            </a:r>
            <a:r>
              <a:rPr sz="4300" spc="-135" dirty="0"/>
              <a:t>T</a:t>
            </a:r>
            <a:r>
              <a:rPr sz="4300" spc="-140" dirty="0"/>
              <a:t>A</a:t>
            </a:r>
            <a:r>
              <a:rPr sz="4300" spc="-130" dirty="0"/>
              <a:t>B</a:t>
            </a:r>
            <a:r>
              <a:rPr sz="4300" spc="-125" dirty="0"/>
              <a:t>L</a:t>
            </a:r>
            <a:r>
              <a:rPr sz="4300" dirty="0"/>
              <a:t>E</a:t>
            </a:r>
            <a:r>
              <a:rPr sz="4300" spc="-250" dirty="0"/>
              <a:t> </a:t>
            </a:r>
            <a:r>
              <a:rPr sz="4300" dirty="0"/>
              <a:t>…</a:t>
            </a:r>
            <a:r>
              <a:rPr sz="4300" spc="-260" dirty="0"/>
              <a:t> </a:t>
            </a:r>
            <a:r>
              <a:rPr sz="4300" spc="-140" dirty="0"/>
              <a:t>A</a:t>
            </a:r>
            <a:r>
              <a:rPr sz="4300" spc="-135" dirty="0"/>
              <a:t>D</a:t>
            </a:r>
            <a:r>
              <a:rPr sz="4300" spc="-130" dirty="0"/>
              <a:t>D/D</a:t>
            </a:r>
            <a:r>
              <a:rPr sz="4300" spc="-140" dirty="0"/>
              <a:t>R</a:t>
            </a:r>
            <a:r>
              <a:rPr sz="4300" spc="-135" dirty="0"/>
              <a:t>O</a:t>
            </a:r>
            <a:r>
              <a:rPr sz="4300" dirty="0"/>
              <a:t>P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051327" y="3683508"/>
            <a:ext cx="29533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ALTER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company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1327" y="4000500"/>
            <a:ext cx="31076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ADD</a:t>
            </a:r>
            <a:r>
              <a:rPr sz="2000" spc="-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ceo</a:t>
            </a:r>
            <a:r>
              <a:rPr sz="2000" spc="-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VARCHAR(40);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44092" y="4186966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59548" y="3400919"/>
            <a:ext cx="1229360" cy="501650"/>
            <a:chOff x="5459548" y="3400919"/>
            <a:chExt cx="1229360" cy="501650"/>
          </a:xfrm>
        </p:grpSpPr>
        <p:sp>
          <p:nvSpPr>
            <p:cNvPr id="7" name="object 7"/>
            <p:cNvSpPr/>
            <p:nvPr/>
          </p:nvSpPr>
          <p:spPr>
            <a:xfrm>
              <a:off x="5464628" y="340599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2" y="5663"/>
                  </a:lnTo>
                  <a:lnTo>
                    <a:pt x="416750" y="12519"/>
                  </a:lnTo>
                  <a:lnTo>
                    <a:pt x="357682" y="21856"/>
                  </a:lnTo>
                  <a:lnTo>
                    <a:pt x="301800" y="33526"/>
                  </a:lnTo>
                  <a:lnTo>
                    <a:pt x="249477" y="47379"/>
                  </a:lnTo>
                  <a:lnTo>
                    <a:pt x="201082" y="63265"/>
                  </a:lnTo>
                  <a:lnTo>
                    <a:pt x="156989" y="81035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69" y="390592"/>
                  </a:lnTo>
                  <a:lnTo>
                    <a:pt x="156989" y="410095"/>
                  </a:lnTo>
                  <a:lnTo>
                    <a:pt x="201082" y="427864"/>
                  </a:lnTo>
                  <a:lnTo>
                    <a:pt x="249477" y="443750"/>
                  </a:lnTo>
                  <a:lnTo>
                    <a:pt x="301800" y="457603"/>
                  </a:lnTo>
                  <a:lnTo>
                    <a:pt x="357682" y="469273"/>
                  </a:lnTo>
                  <a:lnTo>
                    <a:pt x="416750" y="478611"/>
                  </a:lnTo>
                  <a:lnTo>
                    <a:pt x="478632" y="485466"/>
                  </a:lnTo>
                  <a:lnTo>
                    <a:pt x="542957" y="489689"/>
                  </a:lnTo>
                  <a:lnTo>
                    <a:pt x="609353" y="491130"/>
                  </a:lnTo>
                  <a:lnTo>
                    <a:pt x="675749" y="489689"/>
                  </a:lnTo>
                  <a:lnTo>
                    <a:pt x="740074" y="485466"/>
                  </a:lnTo>
                  <a:lnTo>
                    <a:pt x="801956" y="478611"/>
                  </a:lnTo>
                  <a:lnTo>
                    <a:pt x="861024" y="469273"/>
                  </a:lnTo>
                  <a:lnTo>
                    <a:pt x="916906" y="457603"/>
                  </a:lnTo>
                  <a:lnTo>
                    <a:pt x="969230" y="443750"/>
                  </a:lnTo>
                  <a:lnTo>
                    <a:pt x="1017625" y="427864"/>
                  </a:lnTo>
                  <a:lnTo>
                    <a:pt x="1061718" y="410095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5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64628" y="340599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736161" y="3508247"/>
            <a:ext cx="6756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cna</a:t>
            </a:r>
            <a:r>
              <a:rPr sz="17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m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68903" y="3400925"/>
            <a:ext cx="1938020" cy="791210"/>
            <a:chOff x="6068903" y="3400925"/>
            <a:chExt cx="1938020" cy="791210"/>
          </a:xfrm>
        </p:grpSpPr>
        <p:sp>
          <p:nvSpPr>
            <p:cNvPr id="11" name="object 11"/>
            <p:cNvSpPr/>
            <p:nvPr/>
          </p:nvSpPr>
          <p:spPr>
            <a:xfrm>
              <a:off x="6828480" y="3406005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586630" y="0"/>
                  </a:moveTo>
                  <a:lnTo>
                    <a:pt x="522710" y="1440"/>
                  </a:lnTo>
                  <a:lnTo>
                    <a:pt x="460784" y="5663"/>
                  </a:lnTo>
                  <a:lnTo>
                    <a:pt x="401210" y="12519"/>
                  </a:lnTo>
                  <a:lnTo>
                    <a:pt x="344344" y="21856"/>
                  </a:lnTo>
                  <a:lnTo>
                    <a:pt x="290547" y="33526"/>
                  </a:lnTo>
                  <a:lnTo>
                    <a:pt x="240174" y="47379"/>
                  </a:lnTo>
                  <a:lnTo>
                    <a:pt x="193584" y="63265"/>
                  </a:lnTo>
                  <a:lnTo>
                    <a:pt x="151135" y="81034"/>
                  </a:lnTo>
                  <a:lnTo>
                    <a:pt x="113185" y="100537"/>
                  </a:lnTo>
                  <a:lnTo>
                    <a:pt x="80092" y="121623"/>
                  </a:lnTo>
                  <a:lnTo>
                    <a:pt x="29906" y="167947"/>
                  </a:lnTo>
                  <a:lnTo>
                    <a:pt x="3442" y="218807"/>
                  </a:lnTo>
                  <a:lnTo>
                    <a:pt x="0" y="245564"/>
                  </a:lnTo>
                  <a:lnTo>
                    <a:pt x="3442" y="272321"/>
                  </a:lnTo>
                  <a:lnTo>
                    <a:pt x="29906" y="323182"/>
                  </a:lnTo>
                  <a:lnTo>
                    <a:pt x="80092" y="369506"/>
                  </a:lnTo>
                  <a:lnTo>
                    <a:pt x="113185" y="390592"/>
                  </a:lnTo>
                  <a:lnTo>
                    <a:pt x="151135" y="410094"/>
                  </a:lnTo>
                  <a:lnTo>
                    <a:pt x="193584" y="427863"/>
                  </a:lnTo>
                  <a:lnTo>
                    <a:pt x="240174" y="443749"/>
                  </a:lnTo>
                  <a:lnTo>
                    <a:pt x="290547" y="457602"/>
                  </a:lnTo>
                  <a:lnTo>
                    <a:pt x="344344" y="469272"/>
                  </a:lnTo>
                  <a:lnTo>
                    <a:pt x="401210" y="478610"/>
                  </a:lnTo>
                  <a:lnTo>
                    <a:pt x="460784" y="485465"/>
                  </a:lnTo>
                  <a:lnTo>
                    <a:pt x="522710" y="489688"/>
                  </a:lnTo>
                  <a:lnTo>
                    <a:pt x="586630" y="491129"/>
                  </a:lnTo>
                  <a:lnTo>
                    <a:pt x="650550" y="489688"/>
                  </a:lnTo>
                  <a:lnTo>
                    <a:pt x="712476" y="485465"/>
                  </a:lnTo>
                  <a:lnTo>
                    <a:pt x="772051" y="478610"/>
                  </a:lnTo>
                  <a:lnTo>
                    <a:pt x="828916" y="469272"/>
                  </a:lnTo>
                  <a:lnTo>
                    <a:pt x="882714" y="457602"/>
                  </a:lnTo>
                  <a:lnTo>
                    <a:pt x="933087" y="443749"/>
                  </a:lnTo>
                  <a:lnTo>
                    <a:pt x="979676" y="427863"/>
                  </a:lnTo>
                  <a:lnTo>
                    <a:pt x="1022125" y="410094"/>
                  </a:lnTo>
                  <a:lnTo>
                    <a:pt x="1060075" y="390592"/>
                  </a:lnTo>
                  <a:lnTo>
                    <a:pt x="1093169" y="369506"/>
                  </a:lnTo>
                  <a:lnTo>
                    <a:pt x="1143354" y="323182"/>
                  </a:lnTo>
                  <a:lnTo>
                    <a:pt x="1169819" y="272321"/>
                  </a:lnTo>
                  <a:lnTo>
                    <a:pt x="1173261" y="245564"/>
                  </a:lnTo>
                  <a:lnTo>
                    <a:pt x="1169819" y="218807"/>
                  </a:lnTo>
                  <a:lnTo>
                    <a:pt x="1143354" y="167947"/>
                  </a:lnTo>
                  <a:lnTo>
                    <a:pt x="1093169" y="121623"/>
                  </a:lnTo>
                  <a:lnTo>
                    <a:pt x="1060075" y="100537"/>
                  </a:lnTo>
                  <a:lnTo>
                    <a:pt x="1022125" y="81034"/>
                  </a:lnTo>
                  <a:lnTo>
                    <a:pt x="979676" y="63265"/>
                  </a:lnTo>
                  <a:lnTo>
                    <a:pt x="933087" y="47379"/>
                  </a:lnTo>
                  <a:lnTo>
                    <a:pt x="882714" y="33526"/>
                  </a:lnTo>
                  <a:lnTo>
                    <a:pt x="828916" y="21856"/>
                  </a:lnTo>
                  <a:lnTo>
                    <a:pt x="772051" y="12519"/>
                  </a:lnTo>
                  <a:lnTo>
                    <a:pt x="712476" y="5663"/>
                  </a:lnTo>
                  <a:lnTo>
                    <a:pt x="650550" y="1440"/>
                  </a:lnTo>
                  <a:lnTo>
                    <a:pt x="58663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28480" y="3406005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0" y="245564"/>
                  </a:moveTo>
                  <a:lnTo>
                    <a:pt x="13530" y="192885"/>
                  </a:lnTo>
                  <a:lnTo>
                    <a:pt x="52213" y="144143"/>
                  </a:lnTo>
                  <a:lnTo>
                    <a:pt x="113185" y="100537"/>
                  </a:lnTo>
                  <a:lnTo>
                    <a:pt x="151135" y="81034"/>
                  </a:lnTo>
                  <a:lnTo>
                    <a:pt x="193584" y="63265"/>
                  </a:lnTo>
                  <a:lnTo>
                    <a:pt x="240174" y="47379"/>
                  </a:lnTo>
                  <a:lnTo>
                    <a:pt x="290547" y="33526"/>
                  </a:lnTo>
                  <a:lnTo>
                    <a:pt x="344344" y="21856"/>
                  </a:lnTo>
                  <a:lnTo>
                    <a:pt x="401210" y="12519"/>
                  </a:lnTo>
                  <a:lnTo>
                    <a:pt x="460784" y="5663"/>
                  </a:lnTo>
                  <a:lnTo>
                    <a:pt x="522711" y="1440"/>
                  </a:lnTo>
                  <a:lnTo>
                    <a:pt x="586630" y="0"/>
                  </a:lnTo>
                  <a:lnTo>
                    <a:pt x="650550" y="1440"/>
                  </a:lnTo>
                  <a:lnTo>
                    <a:pt x="712477" y="5663"/>
                  </a:lnTo>
                  <a:lnTo>
                    <a:pt x="772051" y="12519"/>
                  </a:lnTo>
                  <a:lnTo>
                    <a:pt x="828916" y="21856"/>
                  </a:lnTo>
                  <a:lnTo>
                    <a:pt x="882714" y="33526"/>
                  </a:lnTo>
                  <a:lnTo>
                    <a:pt x="933087" y="47379"/>
                  </a:lnTo>
                  <a:lnTo>
                    <a:pt x="979677" y="63265"/>
                  </a:lnTo>
                  <a:lnTo>
                    <a:pt x="1022126" y="81034"/>
                  </a:lnTo>
                  <a:lnTo>
                    <a:pt x="1060076" y="100537"/>
                  </a:lnTo>
                  <a:lnTo>
                    <a:pt x="1093169" y="121623"/>
                  </a:lnTo>
                  <a:lnTo>
                    <a:pt x="1143355" y="167947"/>
                  </a:lnTo>
                  <a:lnTo>
                    <a:pt x="1169819" y="218807"/>
                  </a:lnTo>
                  <a:lnTo>
                    <a:pt x="1173261" y="245564"/>
                  </a:lnTo>
                  <a:lnTo>
                    <a:pt x="1169819" y="272321"/>
                  </a:lnTo>
                  <a:lnTo>
                    <a:pt x="1143355" y="323182"/>
                  </a:lnTo>
                  <a:lnTo>
                    <a:pt x="1093169" y="369506"/>
                  </a:lnTo>
                  <a:lnTo>
                    <a:pt x="1060076" y="390592"/>
                  </a:lnTo>
                  <a:lnTo>
                    <a:pt x="1022126" y="410094"/>
                  </a:lnTo>
                  <a:lnTo>
                    <a:pt x="979677" y="427863"/>
                  </a:lnTo>
                  <a:lnTo>
                    <a:pt x="933087" y="443749"/>
                  </a:lnTo>
                  <a:lnTo>
                    <a:pt x="882714" y="457602"/>
                  </a:lnTo>
                  <a:lnTo>
                    <a:pt x="828916" y="469272"/>
                  </a:lnTo>
                  <a:lnTo>
                    <a:pt x="772051" y="478610"/>
                  </a:lnTo>
                  <a:lnTo>
                    <a:pt x="712477" y="485465"/>
                  </a:lnTo>
                  <a:lnTo>
                    <a:pt x="650550" y="489688"/>
                  </a:lnTo>
                  <a:lnTo>
                    <a:pt x="586630" y="491129"/>
                  </a:lnTo>
                  <a:lnTo>
                    <a:pt x="522711" y="489688"/>
                  </a:lnTo>
                  <a:lnTo>
                    <a:pt x="460784" y="485465"/>
                  </a:lnTo>
                  <a:lnTo>
                    <a:pt x="401210" y="478610"/>
                  </a:lnTo>
                  <a:lnTo>
                    <a:pt x="344344" y="469272"/>
                  </a:lnTo>
                  <a:lnTo>
                    <a:pt x="290547" y="457602"/>
                  </a:lnTo>
                  <a:lnTo>
                    <a:pt x="240174" y="443749"/>
                  </a:lnTo>
                  <a:lnTo>
                    <a:pt x="193584" y="427863"/>
                  </a:lnTo>
                  <a:lnTo>
                    <a:pt x="151135" y="410094"/>
                  </a:lnTo>
                  <a:lnTo>
                    <a:pt x="113185" y="390592"/>
                  </a:lnTo>
                  <a:lnTo>
                    <a:pt x="80092" y="369506"/>
                  </a:lnTo>
                  <a:lnTo>
                    <a:pt x="29906" y="323182"/>
                  </a:lnTo>
                  <a:lnTo>
                    <a:pt x="3442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73983" y="3897129"/>
              <a:ext cx="713105" cy="290195"/>
            </a:xfrm>
            <a:custGeom>
              <a:avLst/>
              <a:gdLst/>
              <a:ahLst/>
              <a:cxnLst/>
              <a:rect l="l" t="t" r="r" b="b"/>
              <a:pathLst>
                <a:path w="713104" h="290195">
                  <a:moveTo>
                    <a:pt x="0" y="0"/>
                  </a:moveTo>
                  <a:lnTo>
                    <a:pt x="712635" y="28983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86618" y="3897134"/>
              <a:ext cx="628650" cy="290195"/>
            </a:xfrm>
            <a:custGeom>
              <a:avLst/>
              <a:gdLst/>
              <a:ahLst/>
              <a:cxnLst/>
              <a:rect l="l" t="t" r="r" b="b"/>
              <a:pathLst>
                <a:path w="628650" h="290195">
                  <a:moveTo>
                    <a:pt x="628492" y="0"/>
                  </a:moveTo>
                  <a:lnTo>
                    <a:pt x="0" y="28983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047608" y="3502152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ess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043088" y="4010521"/>
            <a:ext cx="1084580" cy="501650"/>
            <a:chOff x="8043088" y="4010521"/>
            <a:chExt cx="1084580" cy="501650"/>
          </a:xfrm>
        </p:grpSpPr>
        <p:sp>
          <p:nvSpPr>
            <p:cNvPr id="17" name="object 17"/>
            <p:cNvSpPr/>
            <p:nvPr/>
          </p:nvSpPr>
          <p:spPr>
            <a:xfrm>
              <a:off x="8048168" y="4015601"/>
              <a:ext cx="1074420" cy="491490"/>
            </a:xfrm>
            <a:custGeom>
              <a:avLst/>
              <a:gdLst/>
              <a:ahLst/>
              <a:cxnLst/>
              <a:rect l="l" t="t" r="r" b="b"/>
              <a:pathLst>
                <a:path w="1074420" h="491489">
                  <a:moveTo>
                    <a:pt x="537029" y="0"/>
                  </a:moveTo>
                  <a:lnTo>
                    <a:pt x="474400" y="1652"/>
                  </a:lnTo>
                  <a:lnTo>
                    <a:pt x="413893" y="6485"/>
                  </a:lnTo>
                  <a:lnTo>
                    <a:pt x="355911" y="14316"/>
                  </a:lnTo>
                  <a:lnTo>
                    <a:pt x="300857" y="24959"/>
                  </a:lnTo>
                  <a:lnTo>
                    <a:pt x="249134" y="38231"/>
                  </a:lnTo>
                  <a:lnTo>
                    <a:pt x="201145" y="53947"/>
                  </a:lnTo>
                  <a:lnTo>
                    <a:pt x="157292" y="71924"/>
                  </a:lnTo>
                  <a:lnTo>
                    <a:pt x="117979" y="91976"/>
                  </a:lnTo>
                  <a:lnTo>
                    <a:pt x="83609" y="113920"/>
                  </a:lnTo>
                  <a:lnTo>
                    <a:pt x="31308" y="162745"/>
                  </a:lnTo>
                  <a:lnTo>
                    <a:pt x="3612" y="216926"/>
                  </a:lnTo>
                  <a:lnTo>
                    <a:pt x="0" y="245564"/>
                  </a:lnTo>
                  <a:lnTo>
                    <a:pt x="3612" y="274202"/>
                  </a:lnTo>
                  <a:lnTo>
                    <a:pt x="31308" y="328383"/>
                  </a:lnTo>
                  <a:lnTo>
                    <a:pt x="83609" y="377209"/>
                  </a:lnTo>
                  <a:lnTo>
                    <a:pt x="117979" y="399153"/>
                  </a:lnTo>
                  <a:lnTo>
                    <a:pt x="157292" y="419205"/>
                  </a:lnTo>
                  <a:lnTo>
                    <a:pt x="201145" y="437181"/>
                  </a:lnTo>
                  <a:lnTo>
                    <a:pt x="249134" y="452897"/>
                  </a:lnTo>
                  <a:lnTo>
                    <a:pt x="300857" y="466169"/>
                  </a:lnTo>
                  <a:lnTo>
                    <a:pt x="355911" y="476813"/>
                  </a:lnTo>
                  <a:lnTo>
                    <a:pt x="413893" y="484643"/>
                  </a:lnTo>
                  <a:lnTo>
                    <a:pt x="474400" y="489477"/>
                  </a:lnTo>
                  <a:lnTo>
                    <a:pt x="537029" y="491129"/>
                  </a:lnTo>
                  <a:lnTo>
                    <a:pt x="599658" y="489477"/>
                  </a:lnTo>
                  <a:lnTo>
                    <a:pt x="660165" y="484643"/>
                  </a:lnTo>
                  <a:lnTo>
                    <a:pt x="718146" y="476813"/>
                  </a:lnTo>
                  <a:lnTo>
                    <a:pt x="773200" y="466169"/>
                  </a:lnTo>
                  <a:lnTo>
                    <a:pt x="824923" y="452897"/>
                  </a:lnTo>
                  <a:lnTo>
                    <a:pt x="872913" y="437181"/>
                  </a:lnTo>
                  <a:lnTo>
                    <a:pt x="916765" y="419205"/>
                  </a:lnTo>
                  <a:lnTo>
                    <a:pt x="956078" y="399153"/>
                  </a:lnTo>
                  <a:lnTo>
                    <a:pt x="990449" y="377209"/>
                  </a:lnTo>
                  <a:lnTo>
                    <a:pt x="1042749" y="328383"/>
                  </a:lnTo>
                  <a:lnTo>
                    <a:pt x="1070445" y="274202"/>
                  </a:lnTo>
                  <a:lnTo>
                    <a:pt x="1074058" y="245564"/>
                  </a:lnTo>
                  <a:lnTo>
                    <a:pt x="1070445" y="216926"/>
                  </a:lnTo>
                  <a:lnTo>
                    <a:pt x="1042749" y="162745"/>
                  </a:lnTo>
                  <a:lnTo>
                    <a:pt x="990449" y="113920"/>
                  </a:lnTo>
                  <a:lnTo>
                    <a:pt x="956078" y="91976"/>
                  </a:lnTo>
                  <a:lnTo>
                    <a:pt x="916765" y="71924"/>
                  </a:lnTo>
                  <a:lnTo>
                    <a:pt x="872913" y="53947"/>
                  </a:lnTo>
                  <a:lnTo>
                    <a:pt x="824923" y="38231"/>
                  </a:lnTo>
                  <a:lnTo>
                    <a:pt x="773200" y="24959"/>
                  </a:lnTo>
                  <a:lnTo>
                    <a:pt x="718146" y="14316"/>
                  </a:lnTo>
                  <a:lnTo>
                    <a:pt x="660165" y="6485"/>
                  </a:lnTo>
                  <a:lnTo>
                    <a:pt x="599658" y="1652"/>
                  </a:lnTo>
                  <a:lnTo>
                    <a:pt x="53702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48168" y="4015601"/>
              <a:ext cx="1074420" cy="491490"/>
            </a:xfrm>
            <a:custGeom>
              <a:avLst/>
              <a:gdLst/>
              <a:ahLst/>
              <a:cxnLst/>
              <a:rect l="l" t="t" r="r" b="b"/>
              <a:pathLst>
                <a:path w="1074420" h="491489">
                  <a:moveTo>
                    <a:pt x="0" y="245564"/>
                  </a:moveTo>
                  <a:lnTo>
                    <a:pt x="14183" y="189259"/>
                  </a:lnTo>
                  <a:lnTo>
                    <a:pt x="54584" y="137571"/>
                  </a:lnTo>
                  <a:lnTo>
                    <a:pt x="117979" y="91976"/>
                  </a:lnTo>
                  <a:lnTo>
                    <a:pt x="157292" y="71924"/>
                  </a:lnTo>
                  <a:lnTo>
                    <a:pt x="201144" y="53947"/>
                  </a:lnTo>
                  <a:lnTo>
                    <a:pt x="249133" y="38231"/>
                  </a:lnTo>
                  <a:lnTo>
                    <a:pt x="300857" y="24959"/>
                  </a:lnTo>
                  <a:lnTo>
                    <a:pt x="355911" y="14316"/>
                  </a:lnTo>
                  <a:lnTo>
                    <a:pt x="413893" y="6485"/>
                  </a:lnTo>
                  <a:lnTo>
                    <a:pt x="474399" y="1652"/>
                  </a:lnTo>
                  <a:lnTo>
                    <a:pt x="537028" y="0"/>
                  </a:lnTo>
                  <a:lnTo>
                    <a:pt x="599657" y="1652"/>
                  </a:lnTo>
                  <a:lnTo>
                    <a:pt x="660164" y="6485"/>
                  </a:lnTo>
                  <a:lnTo>
                    <a:pt x="718146" y="14316"/>
                  </a:lnTo>
                  <a:lnTo>
                    <a:pt x="773200" y="24959"/>
                  </a:lnTo>
                  <a:lnTo>
                    <a:pt x="824923" y="38231"/>
                  </a:lnTo>
                  <a:lnTo>
                    <a:pt x="872912" y="53947"/>
                  </a:lnTo>
                  <a:lnTo>
                    <a:pt x="916765" y="71924"/>
                  </a:lnTo>
                  <a:lnTo>
                    <a:pt x="956078" y="91976"/>
                  </a:lnTo>
                  <a:lnTo>
                    <a:pt x="990448" y="113920"/>
                  </a:lnTo>
                  <a:lnTo>
                    <a:pt x="1042749" y="162745"/>
                  </a:lnTo>
                  <a:lnTo>
                    <a:pt x="1070444" y="216926"/>
                  </a:lnTo>
                  <a:lnTo>
                    <a:pt x="1074057" y="245564"/>
                  </a:lnTo>
                  <a:lnTo>
                    <a:pt x="1070444" y="274202"/>
                  </a:lnTo>
                  <a:lnTo>
                    <a:pt x="1042749" y="328383"/>
                  </a:lnTo>
                  <a:lnTo>
                    <a:pt x="990448" y="377209"/>
                  </a:lnTo>
                  <a:lnTo>
                    <a:pt x="956078" y="399153"/>
                  </a:lnTo>
                  <a:lnTo>
                    <a:pt x="916765" y="419205"/>
                  </a:lnTo>
                  <a:lnTo>
                    <a:pt x="872912" y="437181"/>
                  </a:lnTo>
                  <a:lnTo>
                    <a:pt x="824923" y="452898"/>
                  </a:lnTo>
                  <a:lnTo>
                    <a:pt x="773200" y="466170"/>
                  </a:lnTo>
                  <a:lnTo>
                    <a:pt x="718146" y="476813"/>
                  </a:lnTo>
                  <a:lnTo>
                    <a:pt x="660164" y="484644"/>
                  </a:lnTo>
                  <a:lnTo>
                    <a:pt x="599657" y="489477"/>
                  </a:lnTo>
                  <a:lnTo>
                    <a:pt x="537028" y="491129"/>
                  </a:lnTo>
                  <a:lnTo>
                    <a:pt x="474399" y="489477"/>
                  </a:lnTo>
                  <a:lnTo>
                    <a:pt x="413893" y="484644"/>
                  </a:lnTo>
                  <a:lnTo>
                    <a:pt x="355911" y="476813"/>
                  </a:lnTo>
                  <a:lnTo>
                    <a:pt x="300857" y="466170"/>
                  </a:lnTo>
                  <a:lnTo>
                    <a:pt x="249133" y="452898"/>
                  </a:lnTo>
                  <a:lnTo>
                    <a:pt x="201144" y="437181"/>
                  </a:lnTo>
                  <a:lnTo>
                    <a:pt x="157292" y="419205"/>
                  </a:lnTo>
                  <a:lnTo>
                    <a:pt x="117979" y="399153"/>
                  </a:lnTo>
                  <a:lnTo>
                    <a:pt x="83608" y="377209"/>
                  </a:lnTo>
                  <a:lnTo>
                    <a:pt x="31308" y="328383"/>
                  </a:lnTo>
                  <a:lnTo>
                    <a:pt x="3612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389221" y="4111752"/>
            <a:ext cx="3746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ceo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29142" y="4261166"/>
            <a:ext cx="619125" cy="204470"/>
          </a:xfrm>
          <a:custGeom>
            <a:avLst/>
            <a:gdLst/>
            <a:ahLst/>
            <a:cxnLst/>
            <a:rect l="l" t="t" r="r" b="b"/>
            <a:pathLst>
              <a:path w="619125" h="204470">
                <a:moveTo>
                  <a:pt x="619026" y="0"/>
                </a:moveTo>
                <a:lnTo>
                  <a:pt x="0" y="204211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4370669" y="3906930"/>
            <a:ext cx="847090" cy="359410"/>
            <a:chOff x="4370669" y="3906930"/>
            <a:chExt cx="847090" cy="359410"/>
          </a:xfrm>
        </p:grpSpPr>
        <p:sp>
          <p:nvSpPr>
            <p:cNvPr id="22" name="object 22"/>
            <p:cNvSpPr/>
            <p:nvPr/>
          </p:nvSpPr>
          <p:spPr>
            <a:xfrm>
              <a:off x="4384762" y="3921023"/>
              <a:ext cx="819150" cy="331470"/>
            </a:xfrm>
            <a:custGeom>
              <a:avLst/>
              <a:gdLst/>
              <a:ahLst/>
              <a:cxnLst/>
              <a:rect l="l" t="t" r="r" b="b"/>
              <a:pathLst>
                <a:path w="819150" h="331470">
                  <a:moveTo>
                    <a:pt x="653143" y="0"/>
                  </a:moveTo>
                  <a:lnTo>
                    <a:pt x="653143" y="82731"/>
                  </a:lnTo>
                  <a:lnTo>
                    <a:pt x="0" y="82731"/>
                  </a:lnTo>
                  <a:lnTo>
                    <a:pt x="0" y="248194"/>
                  </a:lnTo>
                  <a:lnTo>
                    <a:pt x="653143" y="248194"/>
                  </a:lnTo>
                  <a:lnTo>
                    <a:pt x="653143" y="330926"/>
                  </a:lnTo>
                  <a:lnTo>
                    <a:pt x="818605" y="165463"/>
                  </a:lnTo>
                  <a:lnTo>
                    <a:pt x="653143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84762" y="3921023"/>
              <a:ext cx="819150" cy="331470"/>
            </a:xfrm>
            <a:custGeom>
              <a:avLst/>
              <a:gdLst/>
              <a:ahLst/>
              <a:cxnLst/>
              <a:rect l="l" t="t" r="r" b="b"/>
              <a:pathLst>
                <a:path w="819150" h="331470">
                  <a:moveTo>
                    <a:pt x="0" y="82731"/>
                  </a:moveTo>
                  <a:lnTo>
                    <a:pt x="653143" y="82731"/>
                  </a:lnTo>
                  <a:lnTo>
                    <a:pt x="653143" y="0"/>
                  </a:lnTo>
                  <a:lnTo>
                    <a:pt x="818605" y="165463"/>
                  </a:lnTo>
                  <a:lnTo>
                    <a:pt x="653143" y="330925"/>
                  </a:lnTo>
                  <a:lnTo>
                    <a:pt x="653143" y="248194"/>
                  </a:lnTo>
                  <a:lnTo>
                    <a:pt x="0" y="248194"/>
                  </a:lnTo>
                  <a:lnTo>
                    <a:pt x="0" y="82731"/>
                  </a:lnTo>
                  <a:close/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193156" y="2288501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508611" y="1467619"/>
            <a:ext cx="1229360" cy="501650"/>
            <a:chOff x="1508611" y="1467619"/>
            <a:chExt cx="1229360" cy="501650"/>
          </a:xfrm>
        </p:grpSpPr>
        <p:sp>
          <p:nvSpPr>
            <p:cNvPr id="26" name="object 26"/>
            <p:cNvSpPr/>
            <p:nvPr/>
          </p:nvSpPr>
          <p:spPr>
            <a:xfrm>
              <a:off x="1513691" y="147269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50" y="489688"/>
                  </a:lnTo>
                  <a:lnTo>
                    <a:pt x="740075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7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7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5" y="5663"/>
                  </a:lnTo>
                  <a:lnTo>
                    <a:pt x="675750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13691" y="147269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785226" y="1575815"/>
            <a:ext cx="6756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cna</a:t>
            </a:r>
            <a:r>
              <a:rPr sz="17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m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117966" y="1467624"/>
            <a:ext cx="1938020" cy="826135"/>
            <a:chOff x="2117966" y="1467624"/>
            <a:chExt cx="1938020" cy="826135"/>
          </a:xfrm>
        </p:grpSpPr>
        <p:sp>
          <p:nvSpPr>
            <p:cNvPr id="30" name="object 30"/>
            <p:cNvSpPr/>
            <p:nvPr/>
          </p:nvSpPr>
          <p:spPr>
            <a:xfrm>
              <a:off x="2877543" y="1472704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586630" y="0"/>
                  </a:moveTo>
                  <a:lnTo>
                    <a:pt x="522710" y="1440"/>
                  </a:lnTo>
                  <a:lnTo>
                    <a:pt x="460784" y="5663"/>
                  </a:lnTo>
                  <a:lnTo>
                    <a:pt x="401210" y="12519"/>
                  </a:lnTo>
                  <a:lnTo>
                    <a:pt x="344344" y="21856"/>
                  </a:lnTo>
                  <a:lnTo>
                    <a:pt x="290547" y="33526"/>
                  </a:lnTo>
                  <a:lnTo>
                    <a:pt x="240174" y="47379"/>
                  </a:lnTo>
                  <a:lnTo>
                    <a:pt x="193584" y="63265"/>
                  </a:lnTo>
                  <a:lnTo>
                    <a:pt x="151135" y="81034"/>
                  </a:lnTo>
                  <a:lnTo>
                    <a:pt x="113185" y="100537"/>
                  </a:lnTo>
                  <a:lnTo>
                    <a:pt x="80092" y="121623"/>
                  </a:lnTo>
                  <a:lnTo>
                    <a:pt x="29906" y="167947"/>
                  </a:lnTo>
                  <a:lnTo>
                    <a:pt x="3442" y="218807"/>
                  </a:lnTo>
                  <a:lnTo>
                    <a:pt x="0" y="245564"/>
                  </a:lnTo>
                  <a:lnTo>
                    <a:pt x="3442" y="272321"/>
                  </a:lnTo>
                  <a:lnTo>
                    <a:pt x="29906" y="323182"/>
                  </a:lnTo>
                  <a:lnTo>
                    <a:pt x="80092" y="369506"/>
                  </a:lnTo>
                  <a:lnTo>
                    <a:pt x="113185" y="390592"/>
                  </a:lnTo>
                  <a:lnTo>
                    <a:pt x="151135" y="410094"/>
                  </a:lnTo>
                  <a:lnTo>
                    <a:pt x="193584" y="427863"/>
                  </a:lnTo>
                  <a:lnTo>
                    <a:pt x="240174" y="443749"/>
                  </a:lnTo>
                  <a:lnTo>
                    <a:pt x="290547" y="457602"/>
                  </a:lnTo>
                  <a:lnTo>
                    <a:pt x="344344" y="469272"/>
                  </a:lnTo>
                  <a:lnTo>
                    <a:pt x="401210" y="478610"/>
                  </a:lnTo>
                  <a:lnTo>
                    <a:pt x="460784" y="485465"/>
                  </a:lnTo>
                  <a:lnTo>
                    <a:pt x="522710" y="489688"/>
                  </a:lnTo>
                  <a:lnTo>
                    <a:pt x="586630" y="491129"/>
                  </a:lnTo>
                  <a:lnTo>
                    <a:pt x="650550" y="489688"/>
                  </a:lnTo>
                  <a:lnTo>
                    <a:pt x="712476" y="485465"/>
                  </a:lnTo>
                  <a:lnTo>
                    <a:pt x="772051" y="478610"/>
                  </a:lnTo>
                  <a:lnTo>
                    <a:pt x="828916" y="469272"/>
                  </a:lnTo>
                  <a:lnTo>
                    <a:pt x="882714" y="457602"/>
                  </a:lnTo>
                  <a:lnTo>
                    <a:pt x="933087" y="443749"/>
                  </a:lnTo>
                  <a:lnTo>
                    <a:pt x="979676" y="427863"/>
                  </a:lnTo>
                  <a:lnTo>
                    <a:pt x="1022125" y="410094"/>
                  </a:lnTo>
                  <a:lnTo>
                    <a:pt x="1060075" y="390592"/>
                  </a:lnTo>
                  <a:lnTo>
                    <a:pt x="1093169" y="369506"/>
                  </a:lnTo>
                  <a:lnTo>
                    <a:pt x="1143354" y="323182"/>
                  </a:lnTo>
                  <a:lnTo>
                    <a:pt x="1169819" y="272321"/>
                  </a:lnTo>
                  <a:lnTo>
                    <a:pt x="1173261" y="245564"/>
                  </a:lnTo>
                  <a:lnTo>
                    <a:pt x="1169819" y="218807"/>
                  </a:lnTo>
                  <a:lnTo>
                    <a:pt x="1143354" y="167947"/>
                  </a:lnTo>
                  <a:lnTo>
                    <a:pt x="1093169" y="121623"/>
                  </a:lnTo>
                  <a:lnTo>
                    <a:pt x="1060075" y="100537"/>
                  </a:lnTo>
                  <a:lnTo>
                    <a:pt x="1022125" y="81034"/>
                  </a:lnTo>
                  <a:lnTo>
                    <a:pt x="979676" y="63265"/>
                  </a:lnTo>
                  <a:lnTo>
                    <a:pt x="933087" y="47379"/>
                  </a:lnTo>
                  <a:lnTo>
                    <a:pt x="882714" y="33526"/>
                  </a:lnTo>
                  <a:lnTo>
                    <a:pt x="828916" y="21856"/>
                  </a:lnTo>
                  <a:lnTo>
                    <a:pt x="772051" y="12519"/>
                  </a:lnTo>
                  <a:lnTo>
                    <a:pt x="712476" y="5663"/>
                  </a:lnTo>
                  <a:lnTo>
                    <a:pt x="650550" y="1440"/>
                  </a:lnTo>
                  <a:lnTo>
                    <a:pt x="58663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877543" y="1472704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0" y="245564"/>
                  </a:moveTo>
                  <a:lnTo>
                    <a:pt x="13530" y="192885"/>
                  </a:lnTo>
                  <a:lnTo>
                    <a:pt x="52213" y="144143"/>
                  </a:lnTo>
                  <a:lnTo>
                    <a:pt x="113185" y="100537"/>
                  </a:lnTo>
                  <a:lnTo>
                    <a:pt x="151135" y="81034"/>
                  </a:lnTo>
                  <a:lnTo>
                    <a:pt x="193584" y="63265"/>
                  </a:lnTo>
                  <a:lnTo>
                    <a:pt x="240174" y="47379"/>
                  </a:lnTo>
                  <a:lnTo>
                    <a:pt x="290547" y="33526"/>
                  </a:lnTo>
                  <a:lnTo>
                    <a:pt x="344344" y="21856"/>
                  </a:lnTo>
                  <a:lnTo>
                    <a:pt x="401210" y="12519"/>
                  </a:lnTo>
                  <a:lnTo>
                    <a:pt x="460784" y="5663"/>
                  </a:lnTo>
                  <a:lnTo>
                    <a:pt x="522711" y="1440"/>
                  </a:lnTo>
                  <a:lnTo>
                    <a:pt x="586630" y="0"/>
                  </a:lnTo>
                  <a:lnTo>
                    <a:pt x="650550" y="1440"/>
                  </a:lnTo>
                  <a:lnTo>
                    <a:pt x="712477" y="5663"/>
                  </a:lnTo>
                  <a:lnTo>
                    <a:pt x="772051" y="12519"/>
                  </a:lnTo>
                  <a:lnTo>
                    <a:pt x="828916" y="21856"/>
                  </a:lnTo>
                  <a:lnTo>
                    <a:pt x="882714" y="33526"/>
                  </a:lnTo>
                  <a:lnTo>
                    <a:pt x="933087" y="47379"/>
                  </a:lnTo>
                  <a:lnTo>
                    <a:pt x="979677" y="63265"/>
                  </a:lnTo>
                  <a:lnTo>
                    <a:pt x="1022126" y="81034"/>
                  </a:lnTo>
                  <a:lnTo>
                    <a:pt x="1060076" y="100537"/>
                  </a:lnTo>
                  <a:lnTo>
                    <a:pt x="1093169" y="121623"/>
                  </a:lnTo>
                  <a:lnTo>
                    <a:pt x="1143355" y="167947"/>
                  </a:lnTo>
                  <a:lnTo>
                    <a:pt x="1169819" y="218807"/>
                  </a:lnTo>
                  <a:lnTo>
                    <a:pt x="1173261" y="245564"/>
                  </a:lnTo>
                  <a:lnTo>
                    <a:pt x="1169819" y="272321"/>
                  </a:lnTo>
                  <a:lnTo>
                    <a:pt x="1143355" y="323182"/>
                  </a:lnTo>
                  <a:lnTo>
                    <a:pt x="1093169" y="369506"/>
                  </a:lnTo>
                  <a:lnTo>
                    <a:pt x="1060076" y="390592"/>
                  </a:lnTo>
                  <a:lnTo>
                    <a:pt x="1022126" y="410094"/>
                  </a:lnTo>
                  <a:lnTo>
                    <a:pt x="979677" y="427863"/>
                  </a:lnTo>
                  <a:lnTo>
                    <a:pt x="933087" y="443749"/>
                  </a:lnTo>
                  <a:lnTo>
                    <a:pt x="882714" y="457602"/>
                  </a:lnTo>
                  <a:lnTo>
                    <a:pt x="828916" y="469272"/>
                  </a:lnTo>
                  <a:lnTo>
                    <a:pt x="772051" y="478610"/>
                  </a:lnTo>
                  <a:lnTo>
                    <a:pt x="712477" y="485465"/>
                  </a:lnTo>
                  <a:lnTo>
                    <a:pt x="650550" y="489688"/>
                  </a:lnTo>
                  <a:lnTo>
                    <a:pt x="586630" y="491129"/>
                  </a:lnTo>
                  <a:lnTo>
                    <a:pt x="522711" y="489688"/>
                  </a:lnTo>
                  <a:lnTo>
                    <a:pt x="460784" y="485465"/>
                  </a:lnTo>
                  <a:lnTo>
                    <a:pt x="401210" y="478610"/>
                  </a:lnTo>
                  <a:lnTo>
                    <a:pt x="344344" y="469272"/>
                  </a:lnTo>
                  <a:lnTo>
                    <a:pt x="290547" y="457602"/>
                  </a:lnTo>
                  <a:lnTo>
                    <a:pt x="240174" y="443749"/>
                  </a:lnTo>
                  <a:lnTo>
                    <a:pt x="193584" y="427863"/>
                  </a:lnTo>
                  <a:lnTo>
                    <a:pt x="151135" y="410094"/>
                  </a:lnTo>
                  <a:lnTo>
                    <a:pt x="113185" y="390592"/>
                  </a:lnTo>
                  <a:lnTo>
                    <a:pt x="80092" y="369506"/>
                  </a:lnTo>
                  <a:lnTo>
                    <a:pt x="29906" y="323182"/>
                  </a:lnTo>
                  <a:lnTo>
                    <a:pt x="3442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23046" y="1963828"/>
              <a:ext cx="713105" cy="325120"/>
            </a:xfrm>
            <a:custGeom>
              <a:avLst/>
              <a:gdLst/>
              <a:ahLst/>
              <a:cxnLst/>
              <a:rect l="l" t="t" r="r" b="b"/>
              <a:pathLst>
                <a:path w="713105" h="325119">
                  <a:moveTo>
                    <a:pt x="0" y="0"/>
                  </a:moveTo>
                  <a:lnTo>
                    <a:pt x="712635" y="324673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35682" y="1963834"/>
              <a:ext cx="628650" cy="325120"/>
            </a:xfrm>
            <a:custGeom>
              <a:avLst/>
              <a:gdLst/>
              <a:ahLst/>
              <a:cxnLst/>
              <a:rect l="l" t="t" r="r" b="b"/>
              <a:pathLst>
                <a:path w="628650" h="325119">
                  <a:moveTo>
                    <a:pt x="628492" y="0"/>
                  </a:moveTo>
                  <a:lnTo>
                    <a:pt x="0" y="32466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096671" y="1566671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83101" y="1452371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758463" y="1452371"/>
            <a:ext cx="279908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2870">
              <a:lnSpc>
                <a:spcPct val="104000"/>
              </a:lnSpc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company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(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 cname</a:t>
            </a:r>
            <a:r>
              <a:rPr sz="2000" spc="-6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VARCHAR(40),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758463" y="2074164"/>
            <a:ext cx="3261995" cy="6502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2520"/>
              </a:lnSpc>
              <a:spcBef>
                <a:spcPts val="8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address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VARCHAR(255),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(cname));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43987" y="3067591"/>
            <a:ext cx="9363710" cy="0"/>
          </a:xfrm>
          <a:custGeom>
            <a:avLst/>
            <a:gdLst/>
            <a:ahLst/>
            <a:cxnLst/>
            <a:rect l="l" t="t" r="r" b="b"/>
            <a:pathLst>
              <a:path w="9363710">
                <a:moveTo>
                  <a:pt x="0" y="0"/>
                </a:moveTo>
                <a:lnTo>
                  <a:pt x="9363455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975814" y="5774435"/>
            <a:ext cx="7962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51327" y="5774435"/>
            <a:ext cx="1410970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ALTER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DROP</a:t>
            </a:r>
            <a:r>
              <a:rPr sz="2000" spc="-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ceo;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900301" y="5774435"/>
            <a:ext cx="11042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company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44092" y="6275355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459548" y="5471891"/>
            <a:ext cx="1229360" cy="501650"/>
            <a:chOff x="5459548" y="5471891"/>
            <a:chExt cx="1229360" cy="501650"/>
          </a:xfrm>
        </p:grpSpPr>
        <p:sp>
          <p:nvSpPr>
            <p:cNvPr id="44" name="object 44"/>
            <p:cNvSpPr/>
            <p:nvPr/>
          </p:nvSpPr>
          <p:spPr>
            <a:xfrm>
              <a:off x="5464628" y="5476971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2" y="5663"/>
                  </a:lnTo>
                  <a:lnTo>
                    <a:pt x="416750" y="12519"/>
                  </a:lnTo>
                  <a:lnTo>
                    <a:pt x="357682" y="21856"/>
                  </a:lnTo>
                  <a:lnTo>
                    <a:pt x="301800" y="33526"/>
                  </a:lnTo>
                  <a:lnTo>
                    <a:pt x="249477" y="47379"/>
                  </a:lnTo>
                  <a:lnTo>
                    <a:pt x="201082" y="63265"/>
                  </a:lnTo>
                  <a:lnTo>
                    <a:pt x="156989" y="81034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69" y="390592"/>
                  </a:lnTo>
                  <a:lnTo>
                    <a:pt x="156989" y="410094"/>
                  </a:lnTo>
                  <a:lnTo>
                    <a:pt x="201082" y="427863"/>
                  </a:lnTo>
                  <a:lnTo>
                    <a:pt x="249477" y="443749"/>
                  </a:lnTo>
                  <a:lnTo>
                    <a:pt x="301800" y="457602"/>
                  </a:lnTo>
                  <a:lnTo>
                    <a:pt x="357682" y="469272"/>
                  </a:lnTo>
                  <a:lnTo>
                    <a:pt x="416750" y="478610"/>
                  </a:lnTo>
                  <a:lnTo>
                    <a:pt x="478632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464628" y="5476971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736161" y="5577840"/>
            <a:ext cx="6756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cna</a:t>
            </a:r>
            <a:r>
              <a:rPr sz="17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m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068903" y="5471896"/>
            <a:ext cx="1938020" cy="808990"/>
            <a:chOff x="6068903" y="5471896"/>
            <a:chExt cx="1938020" cy="808990"/>
          </a:xfrm>
        </p:grpSpPr>
        <p:sp>
          <p:nvSpPr>
            <p:cNvPr id="48" name="object 48"/>
            <p:cNvSpPr/>
            <p:nvPr/>
          </p:nvSpPr>
          <p:spPr>
            <a:xfrm>
              <a:off x="6828480" y="5476976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586630" y="0"/>
                  </a:moveTo>
                  <a:lnTo>
                    <a:pt x="522710" y="1440"/>
                  </a:lnTo>
                  <a:lnTo>
                    <a:pt x="460784" y="5663"/>
                  </a:lnTo>
                  <a:lnTo>
                    <a:pt x="401210" y="12519"/>
                  </a:lnTo>
                  <a:lnTo>
                    <a:pt x="344344" y="21856"/>
                  </a:lnTo>
                  <a:lnTo>
                    <a:pt x="290547" y="33526"/>
                  </a:lnTo>
                  <a:lnTo>
                    <a:pt x="240174" y="47379"/>
                  </a:lnTo>
                  <a:lnTo>
                    <a:pt x="193584" y="63265"/>
                  </a:lnTo>
                  <a:lnTo>
                    <a:pt x="151135" y="81034"/>
                  </a:lnTo>
                  <a:lnTo>
                    <a:pt x="113185" y="100537"/>
                  </a:lnTo>
                  <a:lnTo>
                    <a:pt x="80092" y="121623"/>
                  </a:lnTo>
                  <a:lnTo>
                    <a:pt x="29906" y="167947"/>
                  </a:lnTo>
                  <a:lnTo>
                    <a:pt x="3442" y="218807"/>
                  </a:lnTo>
                  <a:lnTo>
                    <a:pt x="0" y="245564"/>
                  </a:lnTo>
                  <a:lnTo>
                    <a:pt x="3442" y="272321"/>
                  </a:lnTo>
                  <a:lnTo>
                    <a:pt x="29906" y="323182"/>
                  </a:lnTo>
                  <a:lnTo>
                    <a:pt x="80092" y="369506"/>
                  </a:lnTo>
                  <a:lnTo>
                    <a:pt x="113185" y="390592"/>
                  </a:lnTo>
                  <a:lnTo>
                    <a:pt x="151135" y="410094"/>
                  </a:lnTo>
                  <a:lnTo>
                    <a:pt x="193584" y="427863"/>
                  </a:lnTo>
                  <a:lnTo>
                    <a:pt x="240174" y="443749"/>
                  </a:lnTo>
                  <a:lnTo>
                    <a:pt x="290547" y="457602"/>
                  </a:lnTo>
                  <a:lnTo>
                    <a:pt x="344344" y="469272"/>
                  </a:lnTo>
                  <a:lnTo>
                    <a:pt x="401210" y="478610"/>
                  </a:lnTo>
                  <a:lnTo>
                    <a:pt x="460784" y="485465"/>
                  </a:lnTo>
                  <a:lnTo>
                    <a:pt x="522710" y="489688"/>
                  </a:lnTo>
                  <a:lnTo>
                    <a:pt x="586630" y="491129"/>
                  </a:lnTo>
                  <a:lnTo>
                    <a:pt x="650550" y="489688"/>
                  </a:lnTo>
                  <a:lnTo>
                    <a:pt x="712476" y="485465"/>
                  </a:lnTo>
                  <a:lnTo>
                    <a:pt x="772051" y="478610"/>
                  </a:lnTo>
                  <a:lnTo>
                    <a:pt x="828916" y="469272"/>
                  </a:lnTo>
                  <a:lnTo>
                    <a:pt x="882714" y="457602"/>
                  </a:lnTo>
                  <a:lnTo>
                    <a:pt x="933087" y="443749"/>
                  </a:lnTo>
                  <a:lnTo>
                    <a:pt x="979676" y="427863"/>
                  </a:lnTo>
                  <a:lnTo>
                    <a:pt x="1022125" y="410094"/>
                  </a:lnTo>
                  <a:lnTo>
                    <a:pt x="1060075" y="390592"/>
                  </a:lnTo>
                  <a:lnTo>
                    <a:pt x="1093169" y="369506"/>
                  </a:lnTo>
                  <a:lnTo>
                    <a:pt x="1143354" y="323182"/>
                  </a:lnTo>
                  <a:lnTo>
                    <a:pt x="1169819" y="272321"/>
                  </a:lnTo>
                  <a:lnTo>
                    <a:pt x="1173261" y="245564"/>
                  </a:lnTo>
                  <a:lnTo>
                    <a:pt x="1169819" y="218807"/>
                  </a:lnTo>
                  <a:lnTo>
                    <a:pt x="1143354" y="167947"/>
                  </a:lnTo>
                  <a:lnTo>
                    <a:pt x="1093169" y="121623"/>
                  </a:lnTo>
                  <a:lnTo>
                    <a:pt x="1060075" y="100537"/>
                  </a:lnTo>
                  <a:lnTo>
                    <a:pt x="1022125" y="81034"/>
                  </a:lnTo>
                  <a:lnTo>
                    <a:pt x="979676" y="63265"/>
                  </a:lnTo>
                  <a:lnTo>
                    <a:pt x="933087" y="47379"/>
                  </a:lnTo>
                  <a:lnTo>
                    <a:pt x="882714" y="33526"/>
                  </a:lnTo>
                  <a:lnTo>
                    <a:pt x="828916" y="21856"/>
                  </a:lnTo>
                  <a:lnTo>
                    <a:pt x="772051" y="12519"/>
                  </a:lnTo>
                  <a:lnTo>
                    <a:pt x="712476" y="5663"/>
                  </a:lnTo>
                  <a:lnTo>
                    <a:pt x="650550" y="1440"/>
                  </a:lnTo>
                  <a:lnTo>
                    <a:pt x="58663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828480" y="5476976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0" y="245564"/>
                  </a:moveTo>
                  <a:lnTo>
                    <a:pt x="13530" y="192885"/>
                  </a:lnTo>
                  <a:lnTo>
                    <a:pt x="52213" y="144143"/>
                  </a:lnTo>
                  <a:lnTo>
                    <a:pt x="113185" y="100537"/>
                  </a:lnTo>
                  <a:lnTo>
                    <a:pt x="151135" y="81034"/>
                  </a:lnTo>
                  <a:lnTo>
                    <a:pt x="193584" y="63265"/>
                  </a:lnTo>
                  <a:lnTo>
                    <a:pt x="240174" y="47379"/>
                  </a:lnTo>
                  <a:lnTo>
                    <a:pt x="290547" y="33526"/>
                  </a:lnTo>
                  <a:lnTo>
                    <a:pt x="344344" y="21856"/>
                  </a:lnTo>
                  <a:lnTo>
                    <a:pt x="401210" y="12519"/>
                  </a:lnTo>
                  <a:lnTo>
                    <a:pt x="460784" y="5663"/>
                  </a:lnTo>
                  <a:lnTo>
                    <a:pt x="522711" y="1440"/>
                  </a:lnTo>
                  <a:lnTo>
                    <a:pt x="586630" y="0"/>
                  </a:lnTo>
                  <a:lnTo>
                    <a:pt x="650550" y="1440"/>
                  </a:lnTo>
                  <a:lnTo>
                    <a:pt x="712477" y="5663"/>
                  </a:lnTo>
                  <a:lnTo>
                    <a:pt x="772051" y="12519"/>
                  </a:lnTo>
                  <a:lnTo>
                    <a:pt x="828916" y="21856"/>
                  </a:lnTo>
                  <a:lnTo>
                    <a:pt x="882714" y="33526"/>
                  </a:lnTo>
                  <a:lnTo>
                    <a:pt x="933087" y="47379"/>
                  </a:lnTo>
                  <a:lnTo>
                    <a:pt x="979677" y="63265"/>
                  </a:lnTo>
                  <a:lnTo>
                    <a:pt x="1022126" y="81034"/>
                  </a:lnTo>
                  <a:lnTo>
                    <a:pt x="1060076" y="100537"/>
                  </a:lnTo>
                  <a:lnTo>
                    <a:pt x="1093169" y="121623"/>
                  </a:lnTo>
                  <a:lnTo>
                    <a:pt x="1143355" y="167947"/>
                  </a:lnTo>
                  <a:lnTo>
                    <a:pt x="1169819" y="218807"/>
                  </a:lnTo>
                  <a:lnTo>
                    <a:pt x="1173261" y="245564"/>
                  </a:lnTo>
                  <a:lnTo>
                    <a:pt x="1169819" y="272321"/>
                  </a:lnTo>
                  <a:lnTo>
                    <a:pt x="1143355" y="323182"/>
                  </a:lnTo>
                  <a:lnTo>
                    <a:pt x="1093169" y="369506"/>
                  </a:lnTo>
                  <a:lnTo>
                    <a:pt x="1060076" y="390592"/>
                  </a:lnTo>
                  <a:lnTo>
                    <a:pt x="1022126" y="410094"/>
                  </a:lnTo>
                  <a:lnTo>
                    <a:pt x="979677" y="427863"/>
                  </a:lnTo>
                  <a:lnTo>
                    <a:pt x="933087" y="443749"/>
                  </a:lnTo>
                  <a:lnTo>
                    <a:pt x="882714" y="457602"/>
                  </a:lnTo>
                  <a:lnTo>
                    <a:pt x="828916" y="469272"/>
                  </a:lnTo>
                  <a:lnTo>
                    <a:pt x="772051" y="478610"/>
                  </a:lnTo>
                  <a:lnTo>
                    <a:pt x="712477" y="485465"/>
                  </a:lnTo>
                  <a:lnTo>
                    <a:pt x="650550" y="489688"/>
                  </a:lnTo>
                  <a:lnTo>
                    <a:pt x="586630" y="491129"/>
                  </a:lnTo>
                  <a:lnTo>
                    <a:pt x="522711" y="489688"/>
                  </a:lnTo>
                  <a:lnTo>
                    <a:pt x="460784" y="485465"/>
                  </a:lnTo>
                  <a:lnTo>
                    <a:pt x="401210" y="478610"/>
                  </a:lnTo>
                  <a:lnTo>
                    <a:pt x="344344" y="469272"/>
                  </a:lnTo>
                  <a:lnTo>
                    <a:pt x="290547" y="457602"/>
                  </a:lnTo>
                  <a:lnTo>
                    <a:pt x="240174" y="443749"/>
                  </a:lnTo>
                  <a:lnTo>
                    <a:pt x="193584" y="427863"/>
                  </a:lnTo>
                  <a:lnTo>
                    <a:pt x="151135" y="410094"/>
                  </a:lnTo>
                  <a:lnTo>
                    <a:pt x="113185" y="390592"/>
                  </a:lnTo>
                  <a:lnTo>
                    <a:pt x="80092" y="369506"/>
                  </a:lnTo>
                  <a:lnTo>
                    <a:pt x="29906" y="323182"/>
                  </a:lnTo>
                  <a:lnTo>
                    <a:pt x="3442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73983" y="5968100"/>
              <a:ext cx="713105" cy="307340"/>
            </a:xfrm>
            <a:custGeom>
              <a:avLst/>
              <a:gdLst/>
              <a:ahLst/>
              <a:cxnLst/>
              <a:rect l="l" t="t" r="r" b="b"/>
              <a:pathLst>
                <a:path w="713104" h="307339">
                  <a:moveTo>
                    <a:pt x="0" y="0"/>
                  </a:moveTo>
                  <a:lnTo>
                    <a:pt x="712635" y="307255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786618" y="5968105"/>
              <a:ext cx="628650" cy="307340"/>
            </a:xfrm>
            <a:custGeom>
              <a:avLst/>
              <a:gdLst/>
              <a:ahLst/>
              <a:cxnLst/>
              <a:rect l="l" t="t" r="r" b="b"/>
              <a:pathLst>
                <a:path w="628650" h="307339">
                  <a:moveTo>
                    <a:pt x="628492" y="0"/>
                  </a:moveTo>
                  <a:lnTo>
                    <a:pt x="0" y="30725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047608" y="5571744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ess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370669" y="5803725"/>
            <a:ext cx="847090" cy="359410"/>
            <a:chOff x="4370669" y="5803725"/>
            <a:chExt cx="847090" cy="359410"/>
          </a:xfrm>
        </p:grpSpPr>
        <p:sp>
          <p:nvSpPr>
            <p:cNvPr id="54" name="object 54"/>
            <p:cNvSpPr/>
            <p:nvPr/>
          </p:nvSpPr>
          <p:spPr>
            <a:xfrm>
              <a:off x="4384762" y="5817819"/>
              <a:ext cx="819150" cy="331470"/>
            </a:xfrm>
            <a:custGeom>
              <a:avLst/>
              <a:gdLst/>
              <a:ahLst/>
              <a:cxnLst/>
              <a:rect l="l" t="t" r="r" b="b"/>
              <a:pathLst>
                <a:path w="819150" h="331470">
                  <a:moveTo>
                    <a:pt x="653143" y="0"/>
                  </a:moveTo>
                  <a:lnTo>
                    <a:pt x="653143" y="82731"/>
                  </a:lnTo>
                  <a:lnTo>
                    <a:pt x="0" y="82731"/>
                  </a:lnTo>
                  <a:lnTo>
                    <a:pt x="0" y="248193"/>
                  </a:lnTo>
                  <a:lnTo>
                    <a:pt x="653143" y="248193"/>
                  </a:lnTo>
                  <a:lnTo>
                    <a:pt x="653143" y="330925"/>
                  </a:lnTo>
                  <a:lnTo>
                    <a:pt x="818605" y="165463"/>
                  </a:lnTo>
                  <a:lnTo>
                    <a:pt x="653143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384762" y="5817819"/>
              <a:ext cx="819150" cy="331470"/>
            </a:xfrm>
            <a:custGeom>
              <a:avLst/>
              <a:gdLst/>
              <a:ahLst/>
              <a:cxnLst/>
              <a:rect l="l" t="t" r="r" b="b"/>
              <a:pathLst>
                <a:path w="819150" h="331470">
                  <a:moveTo>
                    <a:pt x="0" y="82731"/>
                  </a:moveTo>
                  <a:lnTo>
                    <a:pt x="653143" y="82731"/>
                  </a:lnTo>
                  <a:lnTo>
                    <a:pt x="653143" y="0"/>
                  </a:lnTo>
                  <a:lnTo>
                    <a:pt x="818605" y="165463"/>
                  </a:lnTo>
                  <a:lnTo>
                    <a:pt x="653143" y="330925"/>
                  </a:lnTo>
                  <a:lnTo>
                    <a:pt x="653143" y="248194"/>
                  </a:lnTo>
                  <a:lnTo>
                    <a:pt x="0" y="248194"/>
                  </a:lnTo>
                  <a:lnTo>
                    <a:pt x="0" y="82731"/>
                  </a:lnTo>
                  <a:close/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/>
          <p:nvPr/>
        </p:nvSpPr>
        <p:spPr>
          <a:xfrm>
            <a:off x="343987" y="5099592"/>
            <a:ext cx="9363710" cy="0"/>
          </a:xfrm>
          <a:custGeom>
            <a:avLst/>
            <a:gdLst/>
            <a:ahLst/>
            <a:cxnLst/>
            <a:rect l="l" t="t" r="r" b="b"/>
            <a:pathLst>
              <a:path w="9363710">
                <a:moveTo>
                  <a:pt x="0" y="0"/>
                </a:moveTo>
                <a:lnTo>
                  <a:pt x="9363455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5072" y="379983"/>
            <a:ext cx="67849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25" dirty="0"/>
              <a:t>I</a:t>
            </a:r>
            <a:r>
              <a:rPr sz="4300" spc="-135" dirty="0"/>
              <a:t>N</a:t>
            </a:r>
            <a:r>
              <a:rPr sz="4300" spc="-140" dirty="0"/>
              <a:t>S</a:t>
            </a:r>
            <a:r>
              <a:rPr sz="4300" spc="-130" dirty="0"/>
              <a:t>E</a:t>
            </a:r>
            <a:r>
              <a:rPr sz="4300" spc="-140" dirty="0"/>
              <a:t>R</a:t>
            </a:r>
            <a:r>
              <a:rPr sz="4300" dirty="0"/>
              <a:t>T</a:t>
            </a:r>
            <a:r>
              <a:rPr sz="4300" spc="-260" dirty="0"/>
              <a:t> </a:t>
            </a:r>
            <a:r>
              <a:rPr sz="4300" spc="-125" dirty="0"/>
              <a:t>I</a:t>
            </a:r>
            <a:r>
              <a:rPr sz="4300" spc="-135" dirty="0"/>
              <a:t>NT</a:t>
            </a:r>
            <a:r>
              <a:rPr sz="4300" dirty="0"/>
              <a:t>O</a:t>
            </a:r>
            <a:r>
              <a:rPr sz="4300" spc="-254" dirty="0"/>
              <a:t> </a:t>
            </a:r>
            <a:r>
              <a:rPr sz="4300" dirty="0"/>
              <a:t>…</a:t>
            </a:r>
            <a:r>
              <a:rPr sz="4300" spc="-260" dirty="0"/>
              <a:t> </a:t>
            </a:r>
            <a:r>
              <a:rPr sz="4300" spc="-140" dirty="0"/>
              <a:t>VA</a:t>
            </a:r>
            <a:r>
              <a:rPr sz="4300" spc="-125" dirty="0"/>
              <a:t>L</a:t>
            </a:r>
            <a:r>
              <a:rPr sz="4300" spc="-135" dirty="0"/>
              <a:t>U</a:t>
            </a:r>
            <a:r>
              <a:rPr sz="4300" dirty="0"/>
              <a:t>E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2900760" y="3543300"/>
            <a:ext cx="6419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INTO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71317" y="3543300"/>
            <a:ext cx="2337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2197" y="3543300"/>
            <a:ext cx="949960" cy="62293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59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INSERT  VALUES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0760" y="3823208"/>
            <a:ext cx="45027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“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9999”,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“85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Engineer’s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Way”,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665" y="1173479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5620" y="4128515"/>
            <a:ext cx="5949950" cy="880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445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“Database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Systems”,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“Humpty”);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Student_lecture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54630" y="1470057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364728" y="4046279"/>
            <a:ext cx="969010" cy="1214755"/>
            <a:chOff x="364728" y="4046279"/>
            <a:chExt cx="969010" cy="1214755"/>
          </a:xfrm>
        </p:grpSpPr>
        <p:sp>
          <p:nvSpPr>
            <p:cNvPr id="12" name="object 12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5072" y="379983"/>
            <a:ext cx="67849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25" dirty="0"/>
              <a:t>I</a:t>
            </a:r>
            <a:r>
              <a:rPr sz="4300" spc="-135" dirty="0"/>
              <a:t>N</a:t>
            </a:r>
            <a:r>
              <a:rPr sz="4300" spc="-140" dirty="0"/>
              <a:t>S</a:t>
            </a:r>
            <a:r>
              <a:rPr sz="4300" spc="-130" dirty="0"/>
              <a:t>E</a:t>
            </a:r>
            <a:r>
              <a:rPr sz="4300" spc="-140" dirty="0"/>
              <a:t>R</a:t>
            </a:r>
            <a:r>
              <a:rPr sz="4300" dirty="0"/>
              <a:t>T</a:t>
            </a:r>
            <a:r>
              <a:rPr sz="4300" spc="-260" dirty="0"/>
              <a:t> </a:t>
            </a:r>
            <a:r>
              <a:rPr sz="4300" spc="-125" dirty="0"/>
              <a:t>I</a:t>
            </a:r>
            <a:r>
              <a:rPr sz="4300" spc="-135" dirty="0"/>
              <a:t>NT</a:t>
            </a:r>
            <a:r>
              <a:rPr sz="4300" dirty="0"/>
              <a:t>O</a:t>
            </a:r>
            <a:r>
              <a:rPr sz="4300" spc="-254" dirty="0"/>
              <a:t> </a:t>
            </a:r>
            <a:r>
              <a:rPr sz="4300" dirty="0"/>
              <a:t>…</a:t>
            </a:r>
            <a:r>
              <a:rPr sz="4300" spc="-260" dirty="0"/>
              <a:t> </a:t>
            </a:r>
            <a:r>
              <a:rPr sz="4300" spc="-140" dirty="0"/>
              <a:t>VA</a:t>
            </a:r>
            <a:r>
              <a:rPr sz="4300" spc="-125" dirty="0"/>
              <a:t>L</a:t>
            </a:r>
            <a:r>
              <a:rPr sz="4300" spc="-135" dirty="0"/>
              <a:t>U</a:t>
            </a:r>
            <a:r>
              <a:rPr sz="4300" dirty="0"/>
              <a:t>E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2900760" y="3543300"/>
            <a:ext cx="6419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INTO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71317" y="3543300"/>
            <a:ext cx="2337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2197" y="3543300"/>
            <a:ext cx="949960" cy="62293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59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INSERT  VALUES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0760" y="3823208"/>
            <a:ext cx="45027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“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9999”,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“85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Engineer’s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Way”,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665" y="1173479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5620" y="4128515"/>
            <a:ext cx="5949950" cy="880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445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“Database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Systems”,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“Humpty”);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Student_lecture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54630" y="1470057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364728" y="4046279"/>
            <a:ext cx="969010" cy="1214755"/>
            <a:chOff x="364728" y="4046279"/>
            <a:chExt cx="969010" cy="1214755"/>
          </a:xfrm>
        </p:grpSpPr>
        <p:sp>
          <p:nvSpPr>
            <p:cNvPr id="12" name="object 12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BAE5D0AE-7B28-6E84-EEFC-F2E996242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04273"/>
              </p:ext>
            </p:extLst>
          </p:nvPr>
        </p:nvGraphicFramePr>
        <p:xfrm>
          <a:off x="1332249" y="5387946"/>
          <a:ext cx="8308340" cy="21335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600" dirty="0">
                          <a:latin typeface="Verdana"/>
                          <a:cs typeface="Verdana"/>
                        </a:rPr>
                        <a:t>9999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600" dirty="0">
                          <a:latin typeface="Verdana"/>
                          <a:cs typeface="Verdana"/>
                        </a:rPr>
                        <a:t>85 Engineer’s Way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600" dirty="0">
                          <a:latin typeface="Verdana"/>
                          <a:cs typeface="Verdana"/>
                        </a:rPr>
                        <a:t>Database Systems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600" dirty="0" err="1">
                          <a:latin typeface="Verdana"/>
                          <a:cs typeface="Verdana"/>
                        </a:rPr>
                        <a:t>Humpty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002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478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5719" y="379983"/>
            <a:ext cx="743013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U</a:t>
            </a:r>
            <a:r>
              <a:rPr sz="4300" spc="-125" dirty="0"/>
              <a:t>P</a:t>
            </a:r>
            <a:r>
              <a:rPr sz="4300" spc="-130" dirty="0"/>
              <a:t>D</a:t>
            </a:r>
            <a:r>
              <a:rPr sz="4300" spc="-140" dirty="0"/>
              <a:t>A</a:t>
            </a:r>
            <a:r>
              <a:rPr sz="4300" spc="-130" dirty="0"/>
              <a:t>T</a:t>
            </a:r>
            <a:r>
              <a:rPr sz="4300" dirty="0"/>
              <a:t>E</a:t>
            </a:r>
            <a:r>
              <a:rPr sz="4300" spc="-254" dirty="0"/>
              <a:t> </a:t>
            </a:r>
            <a:r>
              <a:rPr sz="4300" dirty="0"/>
              <a:t>…</a:t>
            </a:r>
            <a:r>
              <a:rPr sz="4300" spc="-260" dirty="0"/>
              <a:t> </a:t>
            </a:r>
            <a:r>
              <a:rPr sz="4300" spc="-135" dirty="0"/>
              <a:t>S</a:t>
            </a:r>
            <a:r>
              <a:rPr sz="4300" spc="-125" dirty="0"/>
              <a:t>E</a:t>
            </a:r>
            <a:r>
              <a:rPr sz="4300" dirty="0"/>
              <a:t>T</a:t>
            </a:r>
            <a:r>
              <a:rPr sz="4300" spc="-254" dirty="0"/>
              <a:t> </a:t>
            </a:r>
            <a:r>
              <a:rPr sz="4300" spc="-114" dirty="0"/>
              <a:t>..</a:t>
            </a:r>
            <a:r>
              <a:rPr sz="4300" dirty="0"/>
              <a:t>.</a:t>
            </a:r>
            <a:r>
              <a:rPr sz="4300" spc="-240" dirty="0"/>
              <a:t> </a:t>
            </a:r>
            <a:r>
              <a:rPr sz="4300" spc="-150" dirty="0"/>
              <a:t>W</a:t>
            </a:r>
            <a:r>
              <a:rPr sz="4300" spc="-135" dirty="0"/>
              <a:t>H</a:t>
            </a:r>
            <a:r>
              <a:rPr sz="4300" spc="-125" dirty="0"/>
              <a:t>E</a:t>
            </a:r>
            <a:r>
              <a:rPr sz="4300" spc="-140" dirty="0"/>
              <a:t>RE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328665" y="1173479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286235"/>
              </p:ext>
            </p:extLst>
          </p:nvPr>
        </p:nvGraphicFramePr>
        <p:xfrm>
          <a:off x="1451914" y="5005737"/>
          <a:ext cx="8308340" cy="21335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600" dirty="0">
                          <a:latin typeface="Verdana"/>
                          <a:cs typeface="Verdana"/>
                        </a:rPr>
                        <a:t>9999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600" dirty="0">
                          <a:latin typeface="Verdana"/>
                          <a:cs typeface="Verdana"/>
                        </a:rPr>
                        <a:t>85 Engineer’s Way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600" dirty="0">
                          <a:latin typeface="Verdana"/>
                          <a:cs typeface="Verdana"/>
                        </a:rPr>
                        <a:t>Database Systems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600" dirty="0" err="1">
                          <a:latin typeface="Verdana"/>
                          <a:cs typeface="Verdana"/>
                        </a:rPr>
                        <a:t>Humpty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55612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495620" y="3543300"/>
            <a:ext cx="5437505" cy="1465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090">
              <a:lnSpc>
                <a:spcPts val="2305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UPDATE</a:t>
            </a:r>
            <a:r>
              <a:rPr sz="2000" spc="-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sz="2000">
              <a:latin typeface="Courier New"/>
              <a:cs typeface="Courier New"/>
            </a:endParaRPr>
          </a:p>
          <a:p>
            <a:pPr marL="339090" marR="5080">
              <a:lnSpc>
                <a:spcPts val="2300"/>
              </a:lnSpc>
              <a:spcBef>
                <a:spcPts val="6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SET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“Humpty”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20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S_id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“5678”;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Student_lecture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4630" y="1470057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364728" y="4046279"/>
            <a:ext cx="969010" cy="1214755"/>
            <a:chOff x="364728" y="4046279"/>
            <a:chExt cx="969010" cy="1214755"/>
          </a:xfrm>
        </p:grpSpPr>
        <p:sp>
          <p:nvSpPr>
            <p:cNvPr id="8" name="object 8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5419" y="379983"/>
            <a:ext cx="715073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0" dirty="0"/>
              <a:t>D</a:t>
            </a:r>
            <a:r>
              <a:rPr sz="4300" spc="-125" dirty="0"/>
              <a:t>E</a:t>
            </a:r>
            <a:r>
              <a:rPr sz="4300" spc="-130" dirty="0"/>
              <a:t>LE</a:t>
            </a:r>
            <a:r>
              <a:rPr sz="4300" spc="-135" dirty="0"/>
              <a:t>T</a:t>
            </a:r>
            <a:r>
              <a:rPr sz="4300" dirty="0"/>
              <a:t>E</a:t>
            </a:r>
            <a:r>
              <a:rPr sz="4300" spc="-250" dirty="0"/>
              <a:t> </a:t>
            </a:r>
            <a:r>
              <a:rPr sz="4300" spc="-135" dirty="0"/>
              <a:t>F</a:t>
            </a:r>
            <a:r>
              <a:rPr sz="4300" spc="-140" dirty="0"/>
              <a:t>R</a:t>
            </a:r>
            <a:r>
              <a:rPr sz="4300" spc="-135" dirty="0"/>
              <a:t>O</a:t>
            </a:r>
            <a:r>
              <a:rPr sz="4300" dirty="0"/>
              <a:t>M</a:t>
            </a:r>
            <a:r>
              <a:rPr sz="4300" spc="-265" dirty="0"/>
              <a:t> </a:t>
            </a:r>
            <a:r>
              <a:rPr sz="4300" dirty="0"/>
              <a:t>…</a:t>
            </a:r>
            <a:r>
              <a:rPr sz="4300" spc="-260" dirty="0"/>
              <a:t> </a:t>
            </a:r>
            <a:r>
              <a:rPr sz="4300" spc="-150" dirty="0"/>
              <a:t>W</a:t>
            </a:r>
            <a:r>
              <a:rPr sz="4300" spc="-135" dirty="0"/>
              <a:t>H</a:t>
            </a:r>
            <a:r>
              <a:rPr sz="4300" spc="-125" dirty="0"/>
              <a:t>E</a:t>
            </a:r>
            <a:r>
              <a:rPr sz="4300" spc="-140" dirty="0"/>
              <a:t>RE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22197" y="3543300"/>
            <a:ext cx="4186554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DELETE FROM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Student_lecture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6757" y="3823715"/>
            <a:ext cx="46482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”Humpty”;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665" y="1173479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51914" y="5005737"/>
          <a:ext cx="8308340" cy="1523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495620" y="4724400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771498"/>
              </p:ext>
            </p:extLst>
          </p:nvPr>
        </p:nvGraphicFramePr>
        <p:xfrm>
          <a:off x="354630" y="1470057"/>
          <a:ext cx="8308340" cy="21335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600" dirty="0">
                          <a:latin typeface="Verdana"/>
                          <a:cs typeface="Verdana"/>
                        </a:rPr>
                        <a:t>9999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600" dirty="0">
                          <a:latin typeface="Verdana"/>
                          <a:cs typeface="Verdana"/>
                        </a:rPr>
                        <a:t>85 Engineer’s Way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600" dirty="0">
                          <a:latin typeface="Verdana"/>
                          <a:cs typeface="Verdana"/>
                        </a:rPr>
                        <a:t>Database Systems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600" dirty="0" err="1">
                          <a:latin typeface="Verdana"/>
                          <a:cs typeface="Verdana"/>
                        </a:rPr>
                        <a:t>Humpty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948379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364728" y="4046279"/>
            <a:ext cx="969010" cy="1214755"/>
            <a:chOff x="364728" y="4046279"/>
            <a:chExt cx="969010" cy="1214755"/>
          </a:xfrm>
        </p:grpSpPr>
        <p:sp>
          <p:nvSpPr>
            <p:cNvPr id="10" name="object 10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246" y="370840"/>
            <a:ext cx="875411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Aggregation:</a:t>
            </a:r>
            <a:r>
              <a:rPr spc="-254" dirty="0"/>
              <a:t> </a:t>
            </a:r>
            <a:r>
              <a:rPr spc="-100" dirty="0"/>
              <a:t>Order</a:t>
            </a:r>
            <a:r>
              <a:rPr spc="-265" dirty="0"/>
              <a:t> </a:t>
            </a:r>
            <a:r>
              <a:rPr spc="-10" dirty="0"/>
              <a:t>of</a:t>
            </a:r>
            <a:r>
              <a:rPr spc="-345" dirty="0"/>
              <a:t> </a:t>
            </a:r>
            <a:r>
              <a:rPr spc="-105" dirty="0"/>
              <a:t>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5132" y="3448811"/>
            <a:ext cx="9150350" cy="331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770" indent="-43307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45770" algn="l"/>
              </a:tabLst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FROM</a:t>
            </a:r>
            <a:r>
              <a:rPr sz="20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generates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000">
              <a:latin typeface="Verdana"/>
              <a:cs typeface="Verdana"/>
            </a:endParaRPr>
          </a:p>
          <a:p>
            <a:pPr marL="445770" indent="-433070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45770" algn="l"/>
              </a:tabLst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WHERE</a:t>
            </a:r>
            <a:r>
              <a:rPr sz="20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filters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generated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2000">
              <a:latin typeface="Verdana"/>
              <a:cs typeface="Verdana"/>
            </a:endParaRPr>
          </a:p>
          <a:p>
            <a:pPr marL="445770" marR="331470" indent="-433705">
              <a:lnSpc>
                <a:spcPts val="2210"/>
              </a:lnSpc>
              <a:spcBef>
                <a:spcPts val="1625"/>
              </a:spcBef>
              <a:buAutoNum type="arabicPeriod"/>
              <a:tabLst>
                <a:tab pos="445770" algn="l"/>
              </a:tabLst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GROUP</a:t>
            </a:r>
            <a:r>
              <a:rPr sz="20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20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aggregates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was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filtered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Verdana"/>
                <a:cs typeface="Verdana"/>
              </a:rPr>
              <a:t>by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(note: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sort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result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Verdana"/>
                <a:cs typeface="Verdana"/>
              </a:rPr>
              <a:t>set)</a:t>
            </a:r>
            <a:endParaRPr sz="2000">
              <a:latin typeface="Verdana"/>
              <a:cs typeface="Verdana"/>
            </a:endParaRPr>
          </a:p>
          <a:p>
            <a:pPr marL="445770" marR="287020" indent="-433705">
              <a:lnSpc>
                <a:spcPts val="2110"/>
              </a:lnSpc>
              <a:spcBef>
                <a:spcPts val="1660"/>
              </a:spcBef>
              <a:buAutoNum type="arabicPeriod"/>
              <a:tabLst>
                <a:tab pos="445770" algn="l"/>
              </a:tabLst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Verdana"/>
                <a:cs typeface="Verdana"/>
              </a:rPr>
              <a:t>HAVING</a:t>
            </a:r>
            <a:r>
              <a:rPr sz="20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filters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was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aggregated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2000">
              <a:latin typeface="Verdana"/>
              <a:cs typeface="Verdana"/>
            </a:endParaRPr>
          </a:p>
          <a:p>
            <a:pPr marL="445770" indent="-433070">
              <a:lnSpc>
                <a:spcPct val="100000"/>
              </a:lnSpc>
              <a:spcBef>
                <a:spcPts val="1470"/>
              </a:spcBef>
              <a:buAutoNum type="arabicPeriod"/>
              <a:tabLst>
                <a:tab pos="445770" algn="l"/>
              </a:tabLst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SELECT</a:t>
            </a:r>
            <a:r>
              <a:rPr sz="2000" spc="-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transforms</a:t>
            </a:r>
            <a:r>
              <a:rPr sz="20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filtered</a:t>
            </a:r>
            <a:r>
              <a:rPr sz="20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aggregated</a:t>
            </a:r>
            <a:r>
              <a:rPr sz="20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000">
              <a:latin typeface="Verdana"/>
              <a:cs typeface="Verdana"/>
            </a:endParaRPr>
          </a:p>
          <a:p>
            <a:pPr marL="445770" indent="-433070">
              <a:lnSpc>
                <a:spcPct val="100000"/>
              </a:lnSpc>
              <a:spcBef>
                <a:spcPts val="1415"/>
              </a:spcBef>
              <a:buAutoNum type="arabicPeriod"/>
              <a:tabLst>
                <a:tab pos="445770" algn="l"/>
              </a:tabLst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20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20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sorts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transformed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1005" y="1238783"/>
            <a:ext cx="8064500" cy="179451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897890">
              <a:lnSpc>
                <a:spcPts val="2135"/>
              </a:lnSpc>
              <a:spcBef>
                <a:spcPts val="53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spc="-10" dirty="0">
                <a:solidFill>
                  <a:srgbClr val="292934"/>
                </a:solidFill>
                <a:latin typeface="Courier New"/>
                <a:cs typeface="Courier New"/>
              </a:rPr>
              <a:t>select_list</a:t>
            </a:r>
            <a:endParaRPr sz="1900">
              <a:latin typeface="Courier New"/>
              <a:cs typeface="Courier New"/>
            </a:endParaRPr>
          </a:p>
          <a:p>
            <a:pPr marL="897890">
              <a:lnSpc>
                <a:spcPts val="205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9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spc="-10" dirty="0">
                <a:solidFill>
                  <a:srgbClr val="292934"/>
                </a:solidFill>
                <a:latin typeface="Courier New"/>
                <a:cs typeface="Courier New"/>
              </a:rPr>
              <a:t>table_source</a:t>
            </a:r>
            <a:endParaRPr sz="1900">
              <a:latin typeface="Courier New"/>
              <a:cs typeface="Courier New"/>
            </a:endParaRPr>
          </a:p>
          <a:p>
            <a:pPr marL="897890" marR="2790190">
              <a:lnSpc>
                <a:spcPct val="92100"/>
              </a:lnSpc>
              <a:spcBef>
                <a:spcPts val="9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[WHERE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spc="-10" dirty="0">
                <a:solidFill>
                  <a:srgbClr val="292934"/>
                </a:solidFill>
                <a:latin typeface="Courier New"/>
                <a:cs typeface="Courier New"/>
              </a:rPr>
              <a:t>search_condition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]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[GROUP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9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spc="-10" dirty="0">
                <a:solidFill>
                  <a:srgbClr val="292934"/>
                </a:solidFill>
                <a:latin typeface="Courier New"/>
                <a:cs typeface="Courier New"/>
              </a:rPr>
              <a:t>group_by_expression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]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[HAVING</a:t>
            </a:r>
            <a:r>
              <a:rPr sz="19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spc="-10" dirty="0">
                <a:solidFill>
                  <a:srgbClr val="292934"/>
                </a:solidFill>
                <a:latin typeface="Courier New"/>
                <a:cs typeface="Courier New"/>
              </a:rPr>
              <a:t>search_condition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]</a:t>
            </a:r>
            <a:endParaRPr sz="1900">
              <a:latin typeface="Courier New"/>
              <a:cs typeface="Courier New"/>
            </a:endParaRPr>
          </a:p>
          <a:p>
            <a:pPr marL="897890">
              <a:lnSpc>
                <a:spcPts val="209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[ORDER</a:t>
            </a:r>
            <a:r>
              <a:rPr sz="19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dirty="0">
                <a:solidFill>
                  <a:srgbClr val="292934"/>
                </a:solidFill>
                <a:latin typeface="Courier New"/>
                <a:cs typeface="Courier New"/>
              </a:rPr>
              <a:t>order_expression</a:t>
            </a:r>
            <a:r>
              <a:rPr sz="1900" i="1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[ASC</a:t>
            </a:r>
            <a:r>
              <a:rPr sz="19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|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DESC]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Courier New"/>
                <a:cs typeface="Courier New"/>
              </a:rPr>
              <a:t>]</a:t>
            </a:r>
            <a:endParaRPr sz="19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9064" y="3197351"/>
            <a:ext cx="2776728" cy="8412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220695" y="3213507"/>
            <a:ext cx="2395855" cy="47180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505"/>
              </a:spcBef>
            </a:pP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2100" spc="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C00000"/>
                </a:solidFill>
                <a:latin typeface="Verdana"/>
                <a:cs typeface="Verdana"/>
              </a:rPr>
              <a:t>matter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5747" y="379983"/>
            <a:ext cx="532193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S</a:t>
            </a:r>
            <a:r>
              <a:rPr sz="4300" spc="-130" dirty="0"/>
              <a:t>EL</a:t>
            </a:r>
            <a:r>
              <a:rPr sz="4300" spc="-125" dirty="0"/>
              <a:t>EC</a:t>
            </a:r>
            <a:r>
              <a:rPr sz="4300" dirty="0"/>
              <a:t>T</a:t>
            </a:r>
            <a:r>
              <a:rPr sz="4300" spc="-260" dirty="0"/>
              <a:t> </a:t>
            </a:r>
            <a:r>
              <a:rPr sz="4300" dirty="0"/>
              <a:t>*</a:t>
            </a:r>
            <a:r>
              <a:rPr sz="4300" spc="-250" dirty="0"/>
              <a:t> </a:t>
            </a:r>
            <a:r>
              <a:rPr sz="4300" spc="-130" dirty="0"/>
              <a:t>F</a:t>
            </a:r>
            <a:r>
              <a:rPr sz="4300" spc="-140" dirty="0"/>
              <a:t>RO</a:t>
            </a:r>
            <a:r>
              <a:rPr sz="4300" dirty="0"/>
              <a:t>M</a:t>
            </a:r>
            <a:r>
              <a:rPr sz="4300" spc="-265" dirty="0"/>
              <a:t> </a:t>
            </a:r>
            <a:r>
              <a:rPr sz="4300" spc="-114" dirty="0"/>
              <a:t>..</a:t>
            </a:r>
            <a:r>
              <a:rPr sz="4300" dirty="0"/>
              <a:t>.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22197" y="3665220"/>
            <a:ext cx="46469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Student_lecture;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8665" y="1173479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51914" y="5005737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4630" y="1470057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364728" y="4046279"/>
            <a:ext cx="969010" cy="1214755"/>
            <a:chOff x="364728" y="4046279"/>
            <a:chExt cx="969010" cy="1214755"/>
          </a:xfrm>
        </p:grpSpPr>
        <p:sp>
          <p:nvSpPr>
            <p:cNvPr id="8" name="object 8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4347" y="379983"/>
            <a:ext cx="740600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S</a:t>
            </a:r>
            <a:r>
              <a:rPr sz="4300" spc="-130" dirty="0"/>
              <a:t>EL</a:t>
            </a:r>
            <a:r>
              <a:rPr sz="4300" spc="-125" dirty="0"/>
              <a:t>EC</a:t>
            </a:r>
            <a:r>
              <a:rPr sz="4300" dirty="0"/>
              <a:t>T</a:t>
            </a:r>
            <a:r>
              <a:rPr sz="4300" spc="-260" dirty="0"/>
              <a:t> </a:t>
            </a:r>
            <a:r>
              <a:rPr sz="4300" spc="-135" dirty="0"/>
              <a:t>S</a:t>
            </a:r>
            <a:r>
              <a:rPr sz="4300" spc="-130" dirty="0"/>
              <a:t>p</a:t>
            </a:r>
            <a:r>
              <a:rPr sz="4300" spc="-125" dirty="0"/>
              <a:t>e</a:t>
            </a:r>
            <a:r>
              <a:rPr sz="4300" spc="-135" dirty="0"/>
              <a:t>c</a:t>
            </a:r>
            <a:r>
              <a:rPr sz="4300" spc="-125" dirty="0"/>
              <a:t>ifi</a:t>
            </a:r>
            <a:r>
              <a:rPr sz="4300" dirty="0"/>
              <a:t>c</a:t>
            </a:r>
            <a:r>
              <a:rPr sz="4300" spc="-254" dirty="0"/>
              <a:t> </a:t>
            </a:r>
            <a:r>
              <a:rPr sz="4300" spc="-140" dirty="0"/>
              <a:t>A</a:t>
            </a:r>
            <a:r>
              <a:rPr sz="4300" spc="-120" dirty="0"/>
              <a:t>tt</a:t>
            </a:r>
            <a:r>
              <a:rPr sz="4300" spc="-125" dirty="0"/>
              <a:t>ri</a:t>
            </a:r>
            <a:r>
              <a:rPr sz="4300" spc="-130" dirty="0"/>
              <a:t>b</a:t>
            </a:r>
            <a:r>
              <a:rPr sz="4300" spc="-135" dirty="0"/>
              <a:t>u</a:t>
            </a:r>
            <a:r>
              <a:rPr sz="4300" spc="-120" dirty="0"/>
              <a:t>t</a:t>
            </a:r>
            <a:r>
              <a:rPr sz="4300" dirty="0"/>
              <a:t>e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22197" y="3665220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00850" y="3665220"/>
            <a:ext cx="7943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S_id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25401" y="3665220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Course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3965" y="3665220"/>
            <a:ext cx="6419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4529" y="3665220"/>
            <a:ext cx="24898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Student_lecture;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665" y="1173479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51914" y="5005737"/>
          <a:ext cx="367538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54630" y="1470057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364728" y="4046279"/>
            <a:ext cx="969010" cy="1214755"/>
            <a:chOff x="364728" y="4046279"/>
            <a:chExt cx="969010" cy="1214755"/>
          </a:xfrm>
        </p:grpSpPr>
        <p:sp>
          <p:nvSpPr>
            <p:cNvPr id="12" name="object 12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4079" y="5209032"/>
            <a:ext cx="3407664" cy="81991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139879" y="5169944"/>
            <a:ext cx="2976880" cy="59753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688340">
              <a:lnSpc>
                <a:spcPct val="100000"/>
              </a:lnSpc>
              <a:spcBef>
                <a:spcPts val="1060"/>
              </a:spcBef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“Projection”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2197" y="3665220"/>
            <a:ext cx="4494530" cy="6502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2520"/>
              </a:lnSpc>
              <a:spcBef>
                <a:spcPts val="8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SELECT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*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FROM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Student_lecture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WHERE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46757" y="3985259"/>
            <a:ext cx="48006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“Minnie”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8665" y="1173479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51914" y="5005737"/>
          <a:ext cx="8308340" cy="9143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4630" y="1470057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364728" y="4046279"/>
            <a:ext cx="969010" cy="1214755"/>
            <a:chOff x="364728" y="4046279"/>
            <a:chExt cx="969010" cy="1214755"/>
          </a:xfrm>
        </p:grpSpPr>
        <p:sp>
          <p:nvSpPr>
            <p:cNvPr id="8" name="object 8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59646" y="379983"/>
            <a:ext cx="893889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S</a:t>
            </a:r>
            <a:r>
              <a:rPr sz="4300" spc="-130" dirty="0"/>
              <a:t>EL</a:t>
            </a:r>
            <a:r>
              <a:rPr sz="4300" spc="-125" dirty="0"/>
              <a:t>EC</a:t>
            </a:r>
            <a:r>
              <a:rPr sz="4300" dirty="0"/>
              <a:t>T</a:t>
            </a:r>
            <a:r>
              <a:rPr sz="4300" spc="-260" dirty="0"/>
              <a:t> </a:t>
            </a:r>
            <a:r>
              <a:rPr sz="4300" spc="-150" dirty="0"/>
              <a:t>w</a:t>
            </a:r>
            <a:r>
              <a:rPr sz="4300" spc="-130" dirty="0"/>
              <a:t>i</a:t>
            </a:r>
            <a:r>
              <a:rPr sz="4300" spc="-120" dirty="0"/>
              <a:t>t</a:t>
            </a:r>
            <a:r>
              <a:rPr sz="4300" dirty="0"/>
              <a:t>h</a:t>
            </a:r>
            <a:r>
              <a:rPr sz="4300" spc="-260" dirty="0"/>
              <a:t> </a:t>
            </a:r>
            <a:r>
              <a:rPr sz="4300" spc="-145" dirty="0"/>
              <a:t>W</a:t>
            </a:r>
            <a:r>
              <a:rPr sz="4300" spc="-140" dirty="0"/>
              <a:t>H</a:t>
            </a:r>
            <a:r>
              <a:rPr sz="4300" spc="-125" dirty="0"/>
              <a:t>E</a:t>
            </a:r>
            <a:r>
              <a:rPr sz="4300" spc="-140" dirty="0"/>
              <a:t>R</a:t>
            </a:r>
            <a:r>
              <a:rPr sz="4300" dirty="0"/>
              <a:t>E</a:t>
            </a:r>
            <a:r>
              <a:rPr sz="4300" spc="-250" dirty="0"/>
              <a:t> </a:t>
            </a:r>
            <a:r>
              <a:rPr sz="4300" spc="-125" dirty="0"/>
              <a:t>C</a:t>
            </a:r>
            <a:r>
              <a:rPr sz="4300" spc="-130" dirty="0"/>
              <a:t>la</a:t>
            </a:r>
            <a:r>
              <a:rPr sz="4300" spc="-135" dirty="0"/>
              <a:t>u</a:t>
            </a:r>
            <a:r>
              <a:rPr sz="4300" spc="-125" dirty="0"/>
              <a:t>s</a:t>
            </a:r>
            <a:r>
              <a:rPr sz="4300" dirty="0"/>
              <a:t>e</a:t>
            </a:r>
            <a:r>
              <a:rPr sz="4300" spc="-385" dirty="0"/>
              <a:t> </a:t>
            </a:r>
            <a:r>
              <a:rPr b="0" spc="-90" dirty="0">
                <a:latin typeface="Verdana"/>
                <a:cs typeface="Verdana"/>
              </a:rPr>
              <a:t>(1)</a:t>
            </a:r>
            <a:endParaRPr sz="4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106" y="379983"/>
            <a:ext cx="89439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S</a:t>
            </a:r>
            <a:r>
              <a:rPr sz="4300" spc="-130" dirty="0"/>
              <a:t>EL</a:t>
            </a:r>
            <a:r>
              <a:rPr sz="4300" spc="-125" dirty="0"/>
              <a:t>EC</a:t>
            </a:r>
            <a:r>
              <a:rPr sz="4300" dirty="0"/>
              <a:t>T</a:t>
            </a:r>
            <a:r>
              <a:rPr sz="4300" spc="-260" dirty="0"/>
              <a:t> </a:t>
            </a:r>
            <a:r>
              <a:rPr sz="4300" spc="-150" dirty="0"/>
              <a:t>w</a:t>
            </a:r>
            <a:r>
              <a:rPr sz="4300" spc="-130" dirty="0"/>
              <a:t>i</a:t>
            </a:r>
            <a:r>
              <a:rPr sz="4300" spc="-120" dirty="0"/>
              <a:t>t</a:t>
            </a:r>
            <a:r>
              <a:rPr sz="4300" dirty="0"/>
              <a:t>h</a:t>
            </a:r>
            <a:r>
              <a:rPr sz="4300" spc="-260" dirty="0"/>
              <a:t> </a:t>
            </a:r>
            <a:r>
              <a:rPr sz="4300" spc="-145" dirty="0"/>
              <a:t>W</a:t>
            </a:r>
            <a:r>
              <a:rPr sz="4300" spc="-140" dirty="0"/>
              <a:t>H</a:t>
            </a:r>
            <a:r>
              <a:rPr sz="4300" spc="-125" dirty="0"/>
              <a:t>E</a:t>
            </a:r>
            <a:r>
              <a:rPr sz="4300" spc="-140" dirty="0"/>
              <a:t>R</a:t>
            </a:r>
            <a:r>
              <a:rPr sz="4300" dirty="0"/>
              <a:t>E</a:t>
            </a:r>
            <a:r>
              <a:rPr sz="4300" spc="-250" dirty="0"/>
              <a:t> </a:t>
            </a:r>
            <a:r>
              <a:rPr sz="4300" spc="-125" dirty="0"/>
              <a:t>C</a:t>
            </a:r>
            <a:r>
              <a:rPr sz="4300" spc="-130" dirty="0"/>
              <a:t>la</a:t>
            </a:r>
            <a:r>
              <a:rPr sz="4300" spc="-135" dirty="0"/>
              <a:t>u</a:t>
            </a:r>
            <a:r>
              <a:rPr sz="4300" spc="-125" dirty="0"/>
              <a:t>s</a:t>
            </a:r>
            <a:r>
              <a:rPr sz="4300" dirty="0"/>
              <a:t>e</a:t>
            </a:r>
            <a:r>
              <a:rPr sz="4300" spc="-345" dirty="0"/>
              <a:t> </a:t>
            </a:r>
            <a:r>
              <a:rPr b="0" spc="-90" dirty="0">
                <a:latin typeface="Verdana"/>
                <a:cs typeface="Verdana"/>
              </a:rPr>
              <a:t>(2)</a:t>
            </a:r>
            <a:endParaRPr sz="43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2197" y="3665220"/>
            <a:ext cx="949960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SELECT  WHERE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6757" y="3665220"/>
            <a:ext cx="5264785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153670">
              <a:lnSpc>
                <a:spcPts val="2210"/>
              </a:lnSpc>
              <a:spcBef>
                <a:spcPts val="33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S_id, Course FROM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Student_lecture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“Minnie”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665" y="1173479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51914" y="5005737"/>
          <a:ext cx="3675380" cy="9143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4630" y="1470057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364728" y="4046279"/>
            <a:ext cx="969010" cy="1214755"/>
            <a:chOff x="364728" y="4046279"/>
            <a:chExt cx="969010" cy="1214755"/>
          </a:xfrm>
        </p:grpSpPr>
        <p:sp>
          <p:nvSpPr>
            <p:cNvPr id="9" name="object 9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106" y="379983"/>
            <a:ext cx="89439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S</a:t>
            </a:r>
            <a:r>
              <a:rPr sz="4300" spc="-130" dirty="0"/>
              <a:t>EL</a:t>
            </a:r>
            <a:r>
              <a:rPr sz="4300" spc="-125" dirty="0"/>
              <a:t>EC</a:t>
            </a:r>
            <a:r>
              <a:rPr sz="4300" dirty="0"/>
              <a:t>T</a:t>
            </a:r>
            <a:r>
              <a:rPr sz="4300" spc="-260" dirty="0"/>
              <a:t> </a:t>
            </a:r>
            <a:r>
              <a:rPr sz="4300" spc="-150" dirty="0"/>
              <a:t>w</a:t>
            </a:r>
            <a:r>
              <a:rPr sz="4300" spc="-130" dirty="0"/>
              <a:t>i</a:t>
            </a:r>
            <a:r>
              <a:rPr sz="4300" spc="-120" dirty="0"/>
              <a:t>t</a:t>
            </a:r>
            <a:r>
              <a:rPr sz="4300" dirty="0"/>
              <a:t>h</a:t>
            </a:r>
            <a:r>
              <a:rPr sz="4300" spc="-260" dirty="0"/>
              <a:t> </a:t>
            </a:r>
            <a:r>
              <a:rPr sz="4300" spc="-145" dirty="0"/>
              <a:t>W</a:t>
            </a:r>
            <a:r>
              <a:rPr sz="4300" spc="-140" dirty="0"/>
              <a:t>H</a:t>
            </a:r>
            <a:r>
              <a:rPr sz="4300" spc="-125" dirty="0"/>
              <a:t>E</a:t>
            </a:r>
            <a:r>
              <a:rPr sz="4300" spc="-140" dirty="0"/>
              <a:t>R</a:t>
            </a:r>
            <a:r>
              <a:rPr sz="4300" dirty="0"/>
              <a:t>E</a:t>
            </a:r>
            <a:r>
              <a:rPr sz="4300" spc="-250" dirty="0"/>
              <a:t> </a:t>
            </a:r>
            <a:r>
              <a:rPr sz="4300" spc="-125" dirty="0"/>
              <a:t>C</a:t>
            </a:r>
            <a:r>
              <a:rPr sz="4300" spc="-130" dirty="0"/>
              <a:t>la</a:t>
            </a:r>
            <a:r>
              <a:rPr sz="4300" spc="-135" dirty="0"/>
              <a:t>u</a:t>
            </a:r>
            <a:r>
              <a:rPr sz="4300" spc="-125" dirty="0"/>
              <a:t>s</a:t>
            </a:r>
            <a:r>
              <a:rPr sz="4300" dirty="0"/>
              <a:t>e</a:t>
            </a:r>
            <a:r>
              <a:rPr sz="4300" spc="-345" dirty="0"/>
              <a:t> </a:t>
            </a:r>
            <a:r>
              <a:rPr b="0" spc="-90" dirty="0">
                <a:latin typeface="Verdana"/>
                <a:cs typeface="Verdana"/>
              </a:rPr>
              <a:t>(3)</a:t>
            </a:r>
            <a:endParaRPr sz="43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2197" y="3665220"/>
            <a:ext cx="949960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SELECT  WHERE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6757" y="3665220"/>
            <a:ext cx="2850515" cy="90360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153670" algn="just">
              <a:lnSpc>
                <a:spcPct val="94000"/>
              </a:lnSpc>
              <a:spcBef>
                <a:spcPts val="24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S_id, Course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FROM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Teaching_assistant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74529" y="3665220"/>
            <a:ext cx="233743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55"/>
              </a:lnSpc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“Minnie”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OR</a:t>
            </a:r>
            <a:endParaRPr sz="2000">
              <a:latin typeface="Courier New"/>
              <a:cs typeface="Courier New"/>
            </a:endParaRPr>
          </a:p>
          <a:p>
            <a:pPr marL="63500">
              <a:lnSpc>
                <a:spcPts val="2350"/>
              </a:lnSpc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20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“Mickey”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 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8665" y="1173479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451914" y="5005737"/>
          <a:ext cx="3675380" cy="1219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54630" y="1470057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364728" y="4046279"/>
            <a:ext cx="969010" cy="1214755"/>
            <a:chOff x="364728" y="4046279"/>
            <a:chExt cx="969010" cy="1214755"/>
          </a:xfrm>
        </p:grpSpPr>
        <p:sp>
          <p:nvSpPr>
            <p:cNvPr id="10" name="object 10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0300" y="379983"/>
            <a:ext cx="527494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S</a:t>
            </a:r>
            <a:r>
              <a:rPr sz="4300" spc="-130" dirty="0"/>
              <a:t>EL</a:t>
            </a:r>
            <a:r>
              <a:rPr sz="4300" spc="-125" dirty="0"/>
              <a:t>EC</a:t>
            </a:r>
            <a:r>
              <a:rPr sz="4300" dirty="0"/>
              <a:t>T</a:t>
            </a:r>
            <a:r>
              <a:rPr sz="4300" spc="-260" dirty="0"/>
              <a:t> </a:t>
            </a:r>
            <a:r>
              <a:rPr sz="4300" spc="-130" dirty="0"/>
              <a:t>D</a:t>
            </a:r>
            <a:r>
              <a:rPr sz="4300" spc="-125" dirty="0"/>
              <a:t>I</a:t>
            </a:r>
            <a:r>
              <a:rPr sz="4300" spc="-140" dirty="0"/>
              <a:t>S</a:t>
            </a:r>
            <a:r>
              <a:rPr sz="4300" spc="-135" dirty="0"/>
              <a:t>T</a:t>
            </a:r>
            <a:r>
              <a:rPr sz="4300" spc="-120" dirty="0"/>
              <a:t>I</a:t>
            </a:r>
            <a:r>
              <a:rPr sz="4300" spc="-140" dirty="0"/>
              <a:t>N</a:t>
            </a:r>
            <a:r>
              <a:rPr sz="4300" spc="-125" dirty="0"/>
              <a:t>C</a:t>
            </a:r>
            <a:r>
              <a:rPr sz="4300" dirty="0"/>
              <a:t>T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717693" y="3665220"/>
            <a:ext cx="5264785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SELECT DISTINCT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Teaching_assistant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8665" y="1173479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4630" y="1470057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364728" y="4046279"/>
            <a:ext cx="969010" cy="1214755"/>
            <a:chOff x="364728" y="4046279"/>
            <a:chExt cx="969010" cy="1214755"/>
          </a:xfrm>
        </p:grpSpPr>
        <p:sp>
          <p:nvSpPr>
            <p:cNvPr id="7" name="object 7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451914" y="5005737"/>
          <a:ext cx="2159635" cy="1523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9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4679" y="379983"/>
            <a:ext cx="88468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S</a:t>
            </a:r>
            <a:r>
              <a:rPr sz="4300" spc="-130" dirty="0"/>
              <a:t>EL</a:t>
            </a:r>
            <a:r>
              <a:rPr sz="4300" spc="-125" dirty="0"/>
              <a:t>EC</a:t>
            </a:r>
            <a:r>
              <a:rPr sz="4300" dirty="0"/>
              <a:t>T</a:t>
            </a:r>
            <a:r>
              <a:rPr sz="4300" spc="-254" dirty="0"/>
              <a:t> </a:t>
            </a:r>
            <a:r>
              <a:rPr sz="4300" spc="-145" dirty="0"/>
              <a:t>w</a:t>
            </a:r>
            <a:r>
              <a:rPr sz="4300" spc="-125" dirty="0"/>
              <a:t>i</a:t>
            </a:r>
            <a:r>
              <a:rPr sz="4300" spc="-120" dirty="0"/>
              <a:t>t</a:t>
            </a:r>
            <a:r>
              <a:rPr sz="4300" dirty="0"/>
              <a:t>h</a:t>
            </a:r>
            <a:r>
              <a:rPr sz="4300" spc="-254" dirty="0"/>
              <a:t> </a:t>
            </a:r>
            <a:r>
              <a:rPr sz="4300" spc="-125" dirty="0"/>
              <a:t>Pa</a:t>
            </a:r>
            <a:r>
              <a:rPr sz="4300" spc="-120" dirty="0"/>
              <a:t>tt</a:t>
            </a:r>
            <a:r>
              <a:rPr sz="4300" spc="-125" dirty="0"/>
              <a:t>er</a:t>
            </a:r>
            <a:r>
              <a:rPr sz="4300" dirty="0"/>
              <a:t>n</a:t>
            </a:r>
            <a:r>
              <a:rPr sz="4300" spc="-254" dirty="0"/>
              <a:t> </a:t>
            </a:r>
            <a:r>
              <a:rPr sz="4300" spc="-145" dirty="0"/>
              <a:t>M</a:t>
            </a:r>
            <a:r>
              <a:rPr sz="4300" spc="-125" dirty="0"/>
              <a:t>a</a:t>
            </a:r>
            <a:r>
              <a:rPr sz="4300" spc="-120" dirty="0"/>
              <a:t>t</a:t>
            </a:r>
            <a:r>
              <a:rPr sz="4300" spc="-135" dirty="0"/>
              <a:t>ch</a:t>
            </a:r>
            <a:r>
              <a:rPr sz="4300" spc="-125" dirty="0"/>
              <a:t>i</a:t>
            </a:r>
            <a:r>
              <a:rPr sz="4300" spc="-135" dirty="0"/>
              <a:t>n</a:t>
            </a:r>
            <a:r>
              <a:rPr sz="4300" dirty="0"/>
              <a:t>g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5724119" y="3665220"/>
            <a:ext cx="6419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7693" y="3665220"/>
            <a:ext cx="949960" cy="58674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48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SELECT  WHERE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2180" y="3665220"/>
            <a:ext cx="3107690" cy="58674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indent="153670">
              <a:lnSpc>
                <a:spcPts val="2020"/>
              </a:lnSpc>
              <a:spcBef>
                <a:spcPts val="48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Teaching_assistant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Course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LIKE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‘Data%’;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94586" y="3665220"/>
            <a:ext cx="2337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665" y="1173479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54630" y="1470057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364728" y="4046279"/>
            <a:ext cx="969010" cy="1214755"/>
            <a:chOff x="364728" y="4046279"/>
            <a:chExt cx="969010" cy="1214755"/>
          </a:xfrm>
        </p:grpSpPr>
        <p:sp>
          <p:nvSpPr>
            <p:cNvPr id="10" name="object 10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451914" y="5005737"/>
          <a:ext cx="2159635" cy="9143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9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4067" y="379983"/>
            <a:ext cx="680783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40" dirty="0"/>
              <a:t>OR</a:t>
            </a:r>
            <a:r>
              <a:rPr sz="4300" spc="-135" dirty="0"/>
              <a:t>D</a:t>
            </a:r>
            <a:r>
              <a:rPr sz="4300" spc="-125" dirty="0"/>
              <a:t>E</a:t>
            </a:r>
            <a:r>
              <a:rPr sz="4300" dirty="0"/>
              <a:t>R</a:t>
            </a:r>
            <a:r>
              <a:rPr sz="4300" spc="-260" dirty="0"/>
              <a:t> </a:t>
            </a:r>
            <a:r>
              <a:rPr sz="4300" spc="-130" dirty="0"/>
              <a:t>B</a:t>
            </a:r>
            <a:r>
              <a:rPr sz="4300" dirty="0"/>
              <a:t>Y</a:t>
            </a:r>
            <a:r>
              <a:rPr sz="4300" spc="-254" dirty="0"/>
              <a:t> </a:t>
            </a:r>
            <a:r>
              <a:rPr sz="4300" spc="-125" dirty="0"/>
              <a:t>(</a:t>
            </a:r>
            <a:r>
              <a:rPr sz="4300" spc="-140" dirty="0"/>
              <a:t>A</a:t>
            </a:r>
            <a:r>
              <a:rPr sz="4300" spc="-125" dirty="0"/>
              <a:t>s</a:t>
            </a:r>
            <a:r>
              <a:rPr sz="4300" spc="-130" dirty="0"/>
              <a:t>c</a:t>
            </a:r>
            <a:r>
              <a:rPr sz="4300" spc="-125" dirty="0"/>
              <a:t>e</a:t>
            </a:r>
            <a:r>
              <a:rPr sz="4300" spc="-130" dirty="0"/>
              <a:t>nd</a:t>
            </a:r>
            <a:r>
              <a:rPr sz="4300" spc="-125" dirty="0"/>
              <a:t>i</a:t>
            </a:r>
            <a:r>
              <a:rPr sz="4300" spc="-130" dirty="0"/>
              <a:t>ng</a:t>
            </a:r>
            <a:r>
              <a:rPr sz="4300" dirty="0"/>
              <a:t>)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2746757" y="3945635"/>
            <a:ext cx="27997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00850" y="3665220"/>
            <a:ext cx="511111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S_id, Course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FROM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sz="2000">
              <a:latin typeface="Courier New"/>
              <a:cs typeface="Courier New"/>
            </a:endParaRPr>
          </a:p>
          <a:p>
            <a:pPr marL="2786380">
              <a:lnSpc>
                <a:spcPts val="2305"/>
              </a:lnSpc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&lt;&gt;</a:t>
            </a:r>
            <a:r>
              <a:rPr sz="2000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“Dumpty”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2197" y="3665220"/>
            <a:ext cx="949960" cy="90360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ct val="94000"/>
              </a:lnSpc>
              <a:spcBef>
                <a:spcPts val="24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SELECT  WHERE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ORDER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6684" y="4238244"/>
            <a:ext cx="1256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2000" spc="-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S_id;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665" y="1173479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54630" y="1470057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364728" y="4046279"/>
            <a:ext cx="969010" cy="1214755"/>
            <a:chOff x="364728" y="4046279"/>
            <a:chExt cx="969010" cy="1214755"/>
          </a:xfrm>
        </p:grpSpPr>
        <p:sp>
          <p:nvSpPr>
            <p:cNvPr id="10" name="object 10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945536" y="4817639"/>
            <a:ext cx="3671570" cy="835025"/>
            <a:chOff x="5945536" y="4817639"/>
            <a:chExt cx="3671570" cy="835025"/>
          </a:xfrm>
        </p:grpSpPr>
        <p:sp>
          <p:nvSpPr>
            <p:cNvPr id="14" name="object 14"/>
            <p:cNvSpPr/>
            <p:nvPr/>
          </p:nvSpPr>
          <p:spPr>
            <a:xfrm>
              <a:off x="5952309" y="4824412"/>
              <a:ext cx="3657600" cy="821055"/>
            </a:xfrm>
            <a:custGeom>
              <a:avLst/>
              <a:gdLst/>
              <a:ahLst/>
              <a:cxnLst/>
              <a:rect l="l" t="t" r="r" b="b"/>
              <a:pathLst>
                <a:path w="3657600" h="821054">
                  <a:moveTo>
                    <a:pt x="3520775" y="0"/>
                  </a:moveTo>
                  <a:lnTo>
                    <a:pt x="136823" y="0"/>
                  </a:lnTo>
                  <a:lnTo>
                    <a:pt x="93576" y="6975"/>
                  </a:lnTo>
                  <a:lnTo>
                    <a:pt x="56017" y="26399"/>
                  </a:lnTo>
                  <a:lnTo>
                    <a:pt x="26399" y="56017"/>
                  </a:lnTo>
                  <a:lnTo>
                    <a:pt x="6975" y="93577"/>
                  </a:lnTo>
                  <a:lnTo>
                    <a:pt x="0" y="136824"/>
                  </a:lnTo>
                  <a:lnTo>
                    <a:pt x="0" y="684098"/>
                  </a:lnTo>
                  <a:lnTo>
                    <a:pt x="6975" y="727341"/>
                  </a:lnTo>
                  <a:lnTo>
                    <a:pt x="26399" y="764901"/>
                  </a:lnTo>
                  <a:lnTo>
                    <a:pt x="56017" y="794519"/>
                  </a:lnTo>
                  <a:lnTo>
                    <a:pt x="93576" y="813943"/>
                  </a:lnTo>
                  <a:lnTo>
                    <a:pt x="136823" y="820919"/>
                  </a:lnTo>
                  <a:lnTo>
                    <a:pt x="3520775" y="820919"/>
                  </a:lnTo>
                  <a:lnTo>
                    <a:pt x="3564022" y="813943"/>
                  </a:lnTo>
                  <a:lnTo>
                    <a:pt x="3601582" y="794519"/>
                  </a:lnTo>
                  <a:lnTo>
                    <a:pt x="3631200" y="764901"/>
                  </a:lnTo>
                  <a:lnTo>
                    <a:pt x="3650624" y="727341"/>
                  </a:lnTo>
                  <a:lnTo>
                    <a:pt x="3657599" y="684098"/>
                  </a:lnTo>
                  <a:lnTo>
                    <a:pt x="3657600" y="136824"/>
                  </a:lnTo>
                  <a:lnTo>
                    <a:pt x="3650624" y="93577"/>
                  </a:lnTo>
                  <a:lnTo>
                    <a:pt x="3631200" y="56017"/>
                  </a:lnTo>
                  <a:lnTo>
                    <a:pt x="3601582" y="26399"/>
                  </a:lnTo>
                  <a:lnTo>
                    <a:pt x="3564022" y="6975"/>
                  </a:lnTo>
                  <a:lnTo>
                    <a:pt x="3520775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52309" y="4824412"/>
              <a:ext cx="3657600" cy="821055"/>
            </a:xfrm>
            <a:custGeom>
              <a:avLst/>
              <a:gdLst/>
              <a:ahLst/>
              <a:cxnLst/>
              <a:rect l="l" t="t" r="r" b="b"/>
              <a:pathLst>
                <a:path w="3657600" h="821054">
                  <a:moveTo>
                    <a:pt x="0" y="136824"/>
                  </a:moveTo>
                  <a:lnTo>
                    <a:pt x="6975" y="93577"/>
                  </a:lnTo>
                  <a:lnTo>
                    <a:pt x="26399" y="56017"/>
                  </a:lnTo>
                  <a:lnTo>
                    <a:pt x="56017" y="26399"/>
                  </a:lnTo>
                  <a:lnTo>
                    <a:pt x="93577" y="6975"/>
                  </a:lnTo>
                  <a:lnTo>
                    <a:pt x="136823" y="0"/>
                  </a:lnTo>
                  <a:lnTo>
                    <a:pt x="609599" y="0"/>
                  </a:lnTo>
                  <a:lnTo>
                    <a:pt x="1523999" y="0"/>
                  </a:lnTo>
                  <a:lnTo>
                    <a:pt x="3520776" y="0"/>
                  </a:lnTo>
                  <a:lnTo>
                    <a:pt x="3564023" y="6975"/>
                  </a:lnTo>
                  <a:lnTo>
                    <a:pt x="3601582" y="26399"/>
                  </a:lnTo>
                  <a:lnTo>
                    <a:pt x="3631200" y="56017"/>
                  </a:lnTo>
                  <a:lnTo>
                    <a:pt x="3650624" y="93577"/>
                  </a:lnTo>
                  <a:lnTo>
                    <a:pt x="3657599" y="136824"/>
                  </a:lnTo>
                  <a:lnTo>
                    <a:pt x="3657599" y="478869"/>
                  </a:lnTo>
                  <a:lnTo>
                    <a:pt x="3657599" y="684098"/>
                  </a:lnTo>
                  <a:lnTo>
                    <a:pt x="3650624" y="727341"/>
                  </a:lnTo>
                  <a:lnTo>
                    <a:pt x="3631200" y="764901"/>
                  </a:lnTo>
                  <a:lnTo>
                    <a:pt x="3601582" y="794520"/>
                  </a:lnTo>
                  <a:lnTo>
                    <a:pt x="3564023" y="813944"/>
                  </a:lnTo>
                  <a:lnTo>
                    <a:pt x="3520776" y="820919"/>
                  </a:lnTo>
                  <a:lnTo>
                    <a:pt x="1523999" y="820919"/>
                  </a:lnTo>
                  <a:lnTo>
                    <a:pt x="609599" y="820919"/>
                  </a:lnTo>
                  <a:lnTo>
                    <a:pt x="136823" y="820919"/>
                  </a:lnTo>
                  <a:lnTo>
                    <a:pt x="93577" y="813944"/>
                  </a:lnTo>
                  <a:lnTo>
                    <a:pt x="56017" y="794520"/>
                  </a:lnTo>
                  <a:lnTo>
                    <a:pt x="26399" y="764901"/>
                  </a:lnTo>
                  <a:lnTo>
                    <a:pt x="6975" y="727341"/>
                  </a:lnTo>
                  <a:lnTo>
                    <a:pt x="0" y="684094"/>
                  </a:lnTo>
                  <a:lnTo>
                    <a:pt x="0" y="436713"/>
                  </a:lnTo>
                  <a:lnTo>
                    <a:pt x="0" y="478869"/>
                  </a:lnTo>
                  <a:lnTo>
                    <a:pt x="0" y="136824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239328" y="4903216"/>
            <a:ext cx="3083560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21970" marR="5080" indent="-509905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Ascending, by </a:t>
            </a:r>
            <a:r>
              <a:rPr sz="1900" spc="5" dirty="0">
                <a:solidFill>
                  <a:srgbClr val="FFFFFF"/>
                </a:solidFill>
                <a:latin typeface="Courier New"/>
                <a:cs typeface="Courier New"/>
              </a:rPr>
              <a:t>default </a:t>
            </a:r>
            <a:r>
              <a:rPr sz="1900" spc="-11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Or</a:t>
            </a:r>
            <a:r>
              <a:rPr sz="19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FFFFFF"/>
                </a:solidFill>
                <a:latin typeface="Courier New"/>
                <a:cs typeface="Courier New"/>
              </a:rPr>
              <a:t>include </a:t>
            </a:r>
            <a:r>
              <a:rPr sz="1900" spc="5" dirty="0">
                <a:solidFill>
                  <a:srgbClr val="FFFFFF"/>
                </a:solidFill>
                <a:latin typeface="Courier New"/>
                <a:cs typeface="Courier New"/>
              </a:rPr>
              <a:t>ASC</a:t>
            </a:r>
            <a:endParaRPr sz="1900">
              <a:latin typeface="Courier New"/>
              <a:cs typeface="Courier New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562221" y="5028959"/>
          <a:ext cx="3675380" cy="1523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5260" y="379983"/>
            <a:ext cx="718502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40" dirty="0"/>
              <a:t>OR</a:t>
            </a:r>
            <a:r>
              <a:rPr sz="4300" spc="-135" dirty="0"/>
              <a:t>D</a:t>
            </a:r>
            <a:r>
              <a:rPr sz="4300" spc="-125" dirty="0"/>
              <a:t>E</a:t>
            </a:r>
            <a:r>
              <a:rPr sz="4300" dirty="0"/>
              <a:t>R</a:t>
            </a:r>
            <a:r>
              <a:rPr sz="4300" spc="-260" dirty="0"/>
              <a:t> </a:t>
            </a:r>
            <a:r>
              <a:rPr sz="4300" spc="-130" dirty="0"/>
              <a:t>B</a:t>
            </a:r>
            <a:r>
              <a:rPr sz="4300" dirty="0"/>
              <a:t>Y</a:t>
            </a:r>
            <a:r>
              <a:rPr sz="4300" spc="-254" dirty="0"/>
              <a:t> </a:t>
            </a:r>
            <a:r>
              <a:rPr sz="4300" spc="-125" dirty="0"/>
              <a:t>(</a:t>
            </a:r>
            <a:r>
              <a:rPr sz="4300" spc="-135" dirty="0"/>
              <a:t>D</a:t>
            </a:r>
            <a:r>
              <a:rPr sz="4300" spc="-125" dirty="0"/>
              <a:t>es</a:t>
            </a:r>
            <a:r>
              <a:rPr sz="4300" spc="-130" dirty="0"/>
              <a:t>c</a:t>
            </a:r>
            <a:r>
              <a:rPr sz="4300" spc="-125" dirty="0"/>
              <a:t>e</a:t>
            </a:r>
            <a:r>
              <a:rPr sz="4300" spc="-130" dirty="0"/>
              <a:t>nd</a:t>
            </a:r>
            <a:r>
              <a:rPr sz="4300" spc="-125" dirty="0"/>
              <a:t>i</a:t>
            </a:r>
            <a:r>
              <a:rPr sz="4300" spc="-130" dirty="0"/>
              <a:t>ng</a:t>
            </a:r>
            <a:r>
              <a:rPr sz="4300" dirty="0"/>
              <a:t>)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2746757" y="3945635"/>
            <a:ext cx="27997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00850" y="3665220"/>
            <a:ext cx="511111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S_id, Course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FROM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sz="2000">
              <a:latin typeface="Courier New"/>
              <a:cs typeface="Courier New"/>
            </a:endParaRPr>
          </a:p>
          <a:p>
            <a:pPr marL="2786380">
              <a:lnSpc>
                <a:spcPts val="2305"/>
              </a:lnSpc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&lt;&gt;</a:t>
            </a:r>
            <a:r>
              <a:rPr sz="2000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“Dumpty”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2197" y="3665220"/>
            <a:ext cx="949960" cy="90360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ct val="94000"/>
              </a:lnSpc>
              <a:spcBef>
                <a:spcPts val="24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SELECT  WHERE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ORDER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6684" y="4238244"/>
            <a:ext cx="20288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2000" spc="-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S_id</a:t>
            </a:r>
            <a:r>
              <a:rPr sz="2000" spc="-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DESC;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665" y="1173479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54630" y="1470057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364728" y="4046279"/>
            <a:ext cx="969010" cy="1214755"/>
            <a:chOff x="364728" y="4046279"/>
            <a:chExt cx="969010" cy="1214755"/>
          </a:xfrm>
        </p:grpSpPr>
        <p:sp>
          <p:nvSpPr>
            <p:cNvPr id="10" name="object 10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562221" y="5028959"/>
          <a:ext cx="3675380" cy="1523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2112" y="379983"/>
            <a:ext cx="589089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S</a:t>
            </a:r>
            <a:r>
              <a:rPr sz="4300" spc="-130" dirty="0"/>
              <a:t>EL</a:t>
            </a:r>
            <a:r>
              <a:rPr sz="4300" spc="-125" dirty="0"/>
              <a:t>EC</a:t>
            </a:r>
            <a:r>
              <a:rPr sz="4300" dirty="0"/>
              <a:t>T</a:t>
            </a:r>
            <a:r>
              <a:rPr sz="4300" spc="-254" dirty="0"/>
              <a:t> </a:t>
            </a:r>
            <a:r>
              <a:rPr sz="4300" spc="-145" dirty="0"/>
              <a:t>w</a:t>
            </a:r>
            <a:r>
              <a:rPr sz="4300" spc="-125" dirty="0"/>
              <a:t>i</a:t>
            </a:r>
            <a:r>
              <a:rPr sz="4300" spc="-120" dirty="0"/>
              <a:t>t</a:t>
            </a:r>
            <a:r>
              <a:rPr sz="4300" dirty="0"/>
              <a:t>h</a:t>
            </a:r>
            <a:r>
              <a:rPr sz="4300" spc="-254" dirty="0"/>
              <a:t> </a:t>
            </a:r>
            <a:r>
              <a:rPr sz="4300" spc="-140" dirty="0"/>
              <a:t>A</a:t>
            </a:r>
            <a:r>
              <a:rPr sz="4300" spc="-125" dirty="0"/>
              <a:t>lia</a:t>
            </a:r>
            <a:r>
              <a:rPr sz="4300" spc="-130" dirty="0"/>
              <a:t>s</a:t>
            </a:r>
            <a:r>
              <a:rPr sz="4300" spc="-125" dirty="0"/>
              <a:t>e</a:t>
            </a:r>
            <a:r>
              <a:rPr sz="4300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22197" y="3665220"/>
            <a:ext cx="17208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000" spc="-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S_id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71317" y="3665220"/>
            <a:ext cx="46482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ID,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Course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“Course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Name”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2197" y="3945635"/>
            <a:ext cx="5879465" cy="62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000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350"/>
              </a:lnSpc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WHERE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&lt;&gt;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“Dumpty”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8665" y="1173479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4630" y="1470057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364728" y="4046279"/>
            <a:ext cx="969010" cy="1214755"/>
            <a:chOff x="364728" y="4046279"/>
            <a:chExt cx="969010" cy="1214755"/>
          </a:xfrm>
        </p:grpSpPr>
        <p:sp>
          <p:nvSpPr>
            <p:cNvPr id="9" name="object 9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562221" y="5028959"/>
          <a:ext cx="3675380" cy="1523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7194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2879" y="379983"/>
            <a:ext cx="208915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U</a:t>
            </a:r>
            <a:r>
              <a:rPr sz="4300" spc="-140" dirty="0"/>
              <a:t>N</a:t>
            </a:r>
            <a:r>
              <a:rPr sz="4300" spc="-125" dirty="0"/>
              <a:t>I</a:t>
            </a:r>
            <a:r>
              <a:rPr sz="4300" spc="-140" dirty="0"/>
              <a:t>O</a:t>
            </a:r>
            <a:r>
              <a:rPr sz="4300" dirty="0"/>
              <a:t>N</a:t>
            </a:r>
            <a:endParaRPr sz="43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89638" y="5066307"/>
          <a:ext cx="7613014" cy="5323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3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5683">
                <a:tc>
                  <a:txBody>
                    <a:bodyPr/>
                    <a:lstStyle/>
                    <a:p>
                      <a:pPr marL="31750">
                        <a:lnSpc>
                          <a:spcPts val="1910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(SELECT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10"/>
                        </a:lnSpc>
                      </a:pPr>
                      <a:r>
                        <a:rPr sz="20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S_id,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10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Course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1910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0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Student_lecture1)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10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UNION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83">
                <a:tc>
                  <a:txBody>
                    <a:bodyPr/>
                    <a:lstStyle/>
                    <a:p>
                      <a:pPr marL="31750">
                        <a:lnSpc>
                          <a:spcPts val="1989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(SELECT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89"/>
                        </a:lnSpc>
                      </a:pPr>
                      <a:r>
                        <a:rPr sz="2000" spc="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S_id,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989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Course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1989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9"/>
                        </a:lnSpc>
                      </a:pPr>
                      <a:r>
                        <a:rPr sz="20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Student_lecture2)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382150" y="5457065"/>
            <a:ext cx="969010" cy="1214755"/>
            <a:chOff x="382150" y="5457065"/>
            <a:chExt cx="969010" cy="1214755"/>
          </a:xfrm>
        </p:grpSpPr>
        <p:sp>
          <p:nvSpPr>
            <p:cNvPr id="5" name="object 5"/>
            <p:cNvSpPr/>
            <p:nvPr/>
          </p:nvSpPr>
          <p:spPr>
            <a:xfrm>
              <a:off x="396244" y="5952975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4"/>
                  </a:lnTo>
                  <a:lnTo>
                    <a:pt x="9451" y="197273"/>
                  </a:lnTo>
                  <a:lnTo>
                    <a:pt x="37037" y="262988"/>
                  </a:lnTo>
                  <a:lnTo>
                    <a:pt x="81602" y="325327"/>
                  </a:lnTo>
                  <a:lnTo>
                    <a:pt x="109891" y="354990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6"/>
                  </a:lnTo>
                  <a:lnTo>
                    <a:pt x="259721" y="461384"/>
                  </a:lnTo>
                  <a:lnTo>
                    <a:pt x="305625" y="484440"/>
                  </a:lnTo>
                  <a:lnTo>
                    <a:pt x="354619" y="505888"/>
                  </a:lnTo>
                  <a:lnTo>
                    <a:pt x="406559" y="525632"/>
                  </a:lnTo>
                  <a:lnTo>
                    <a:pt x="461301" y="543577"/>
                  </a:lnTo>
                  <a:lnTo>
                    <a:pt x="518699" y="559628"/>
                  </a:lnTo>
                  <a:lnTo>
                    <a:pt x="578610" y="573689"/>
                  </a:lnTo>
                  <a:lnTo>
                    <a:pt x="640890" y="585665"/>
                  </a:lnTo>
                  <a:lnTo>
                    <a:pt x="705393" y="595460"/>
                  </a:lnTo>
                  <a:lnTo>
                    <a:pt x="705393" y="704669"/>
                  </a:lnTo>
                  <a:lnTo>
                    <a:pt x="940524" y="546287"/>
                  </a:lnTo>
                  <a:lnTo>
                    <a:pt x="705393" y="357305"/>
                  </a:lnTo>
                  <a:lnTo>
                    <a:pt x="705393" y="466515"/>
                  </a:lnTo>
                  <a:lnTo>
                    <a:pt x="640890" y="456720"/>
                  </a:lnTo>
                  <a:lnTo>
                    <a:pt x="578610" y="444744"/>
                  </a:lnTo>
                  <a:lnTo>
                    <a:pt x="518699" y="430683"/>
                  </a:lnTo>
                  <a:lnTo>
                    <a:pt x="461301" y="414632"/>
                  </a:lnTo>
                  <a:lnTo>
                    <a:pt x="406560" y="396687"/>
                  </a:lnTo>
                  <a:lnTo>
                    <a:pt x="354620" y="376943"/>
                  </a:lnTo>
                  <a:lnTo>
                    <a:pt x="305625" y="355495"/>
                  </a:lnTo>
                  <a:lnTo>
                    <a:pt x="259721" y="332439"/>
                  </a:lnTo>
                  <a:lnTo>
                    <a:pt x="217051" y="307871"/>
                  </a:lnTo>
                  <a:lnTo>
                    <a:pt x="177760" y="281885"/>
                  </a:lnTo>
                  <a:lnTo>
                    <a:pt x="141992" y="254578"/>
                  </a:lnTo>
                  <a:lnTo>
                    <a:pt x="109891" y="226045"/>
                  </a:lnTo>
                  <a:lnTo>
                    <a:pt x="81602" y="196381"/>
                  </a:lnTo>
                  <a:lnTo>
                    <a:pt x="57270" y="165682"/>
                  </a:lnTo>
                  <a:lnTo>
                    <a:pt x="21050" y="101560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6133" y="5471158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9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9"/>
                  </a:lnTo>
                  <a:lnTo>
                    <a:pt x="515581" y="51864"/>
                  </a:lnTo>
                  <a:lnTo>
                    <a:pt x="461869" y="66952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7" y="121927"/>
                  </a:lnTo>
                  <a:lnTo>
                    <a:pt x="271446" y="143220"/>
                  </a:lnTo>
                  <a:lnTo>
                    <a:pt x="230548" y="165863"/>
                  </a:lnTo>
                  <a:lnTo>
                    <a:pt x="192572" y="189774"/>
                  </a:lnTo>
                  <a:lnTo>
                    <a:pt x="157640" y="214873"/>
                  </a:lnTo>
                  <a:lnTo>
                    <a:pt x="125871" y="241080"/>
                  </a:lnTo>
                  <a:lnTo>
                    <a:pt x="97385" y="268313"/>
                  </a:lnTo>
                  <a:lnTo>
                    <a:pt x="50743" y="325536"/>
                  </a:lnTo>
                  <a:lnTo>
                    <a:pt x="18674" y="385897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9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9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6"/>
                  </a:lnTo>
                  <a:lnTo>
                    <a:pt x="300278" y="257868"/>
                  </a:lnTo>
                  <a:lnTo>
                    <a:pt x="343653" y="238446"/>
                  </a:lnTo>
                  <a:lnTo>
                    <a:pt x="389276" y="220409"/>
                  </a:lnTo>
                  <a:lnTo>
                    <a:pt x="437018" y="203814"/>
                  </a:lnTo>
                  <a:lnTo>
                    <a:pt x="486748" y="188720"/>
                  </a:lnTo>
                  <a:lnTo>
                    <a:pt x="538337" y="175184"/>
                  </a:lnTo>
                  <a:lnTo>
                    <a:pt x="591656" y="163265"/>
                  </a:lnTo>
                  <a:lnTo>
                    <a:pt x="646575" y="153021"/>
                  </a:lnTo>
                  <a:lnTo>
                    <a:pt x="702964" y="144509"/>
                  </a:lnTo>
                  <a:lnTo>
                    <a:pt x="760694" y="137787"/>
                  </a:lnTo>
                  <a:lnTo>
                    <a:pt x="819636" y="132914"/>
                  </a:lnTo>
                  <a:lnTo>
                    <a:pt x="879659" y="129948"/>
                  </a:lnTo>
                  <a:lnTo>
                    <a:pt x="940635" y="128946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6243" y="5471158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5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02839" y="1156207"/>
            <a:ext cx="8829675" cy="221615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29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Combine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two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9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must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same number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 columns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7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columns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must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similar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compatible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types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29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columns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both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must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same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65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second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comes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after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first</a:t>
            </a:r>
            <a:endParaRPr sz="21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6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Student_lecture1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54789" y="3072433"/>
          <a:ext cx="6864985" cy="8729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4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8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5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7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982"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254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5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5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5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41719" y="4146488"/>
          <a:ext cx="6863078" cy="581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5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0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982"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3119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5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500" spc="-6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430516" y="4154423"/>
            <a:ext cx="19018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e2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608666" y="5911426"/>
          <a:ext cx="2820035" cy="11639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4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982"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R="248285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5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R="24828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5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R="248285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500" spc="-6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9572" y="379983"/>
            <a:ext cx="33559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20" dirty="0"/>
              <a:t>INTERSECT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508688" y="5356860"/>
            <a:ext cx="1104265" cy="6076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355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(SELECT  (SELECT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1435" y="5356860"/>
            <a:ext cx="641985" cy="6076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355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S_id  S_id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11901" y="5356860"/>
            <a:ext cx="641985" cy="6076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355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FROM  FROM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55722" y="5356860"/>
            <a:ext cx="14128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INTERSECT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2311" y="5356860"/>
            <a:ext cx="2644775" cy="6076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355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Student_lecture1)  Student_lecture2)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2150" y="5561570"/>
            <a:ext cx="969010" cy="1214755"/>
            <a:chOff x="382150" y="5561570"/>
            <a:chExt cx="969010" cy="1214755"/>
          </a:xfrm>
        </p:grpSpPr>
        <p:sp>
          <p:nvSpPr>
            <p:cNvPr id="9" name="object 9"/>
            <p:cNvSpPr/>
            <p:nvPr/>
          </p:nvSpPr>
          <p:spPr>
            <a:xfrm>
              <a:off x="396244" y="6057479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8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6133" y="5575664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9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9"/>
                  </a:lnTo>
                  <a:lnTo>
                    <a:pt x="515581" y="51864"/>
                  </a:lnTo>
                  <a:lnTo>
                    <a:pt x="461869" y="66952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7" y="121927"/>
                  </a:lnTo>
                  <a:lnTo>
                    <a:pt x="271446" y="143220"/>
                  </a:lnTo>
                  <a:lnTo>
                    <a:pt x="230548" y="165863"/>
                  </a:lnTo>
                  <a:lnTo>
                    <a:pt x="192572" y="189774"/>
                  </a:lnTo>
                  <a:lnTo>
                    <a:pt x="157640" y="214873"/>
                  </a:lnTo>
                  <a:lnTo>
                    <a:pt x="125871" y="241080"/>
                  </a:lnTo>
                  <a:lnTo>
                    <a:pt x="97385" y="268313"/>
                  </a:lnTo>
                  <a:lnTo>
                    <a:pt x="50743" y="325536"/>
                  </a:lnTo>
                  <a:lnTo>
                    <a:pt x="18674" y="385897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9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6243" y="5575664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5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2839" y="1156207"/>
            <a:ext cx="9157970" cy="22720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29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Combine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two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9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must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same number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 columns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7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columns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must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similar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compatible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types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29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columns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both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must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same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65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second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comes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after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first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Student_lecture1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85117" y="3124684"/>
          <a:ext cx="7440292" cy="8729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7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1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8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2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982">
                <a:tc>
                  <a:txBody>
                    <a:bodyPr/>
                    <a:lstStyle/>
                    <a:p>
                      <a:pPr marR="16002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673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R="15113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5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R="15113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5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500" spc="-5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72045" y="4250993"/>
          <a:ext cx="7452995" cy="8729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8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7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982">
                <a:tc>
                  <a:txBody>
                    <a:bodyPr/>
                    <a:lstStyle/>
                    <a:p>
                      <a:pPr marR="17526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70104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R="182245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5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500" spc="-6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R="18224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5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5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7987864" y="4292600"/>
            <a:ext cx="167258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Student_lecture2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91248" y="6277186"/>
            <a:ext cx="848360" cy="595630"/>
            <a:chOff x="1591248" y="6277186"/>
            <a:chExt cx="848360" cy="595630"/>
          </a:xfrm>
        </p:grpSpPr>
        <p:sp>
          <p:nvSpPr>
            <p:cNvPr id="17" name="object 17"/>
            <p:cNvSpPr/>
            <p:nvPr/>
          </p:nvSpPr>
          <p:spPr>
            <a:xfrm>
              <a:off x="1591248" y="6554622"/>
              <a:ext cx="848360" cy="40640"/>
            </a:xfrm>
            <a:custGeom>
              <a:avLst/>
              <a:gdLst/>
              <a:ahLst/>
              <a:cxnLst/>
              <a:rect l="l" t="t" r="r" b="b"/>
              <a:pathLst>
                <a:path w="848360" h="40640">
                  <a:moveTo>
                    <a:pt x="0" y="0"/>
                  </a:moveTo>
                  <a:lnTo>
                    <a:pt x="848118" y="0"/>
                  </a:lnTo>
                  <a:lnTo>
                    <a:pt x="848118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91248" y="6277186"/>
              <a:ext cx="848360" cy="595630"/>
            </a:xfrm>
            <a:custGeom>
              <a:avLst/>
              <a:gdLst/>
              <a:ahLst/>
              <a:cxnLst/>
              <a:rect l="l" t="t" r="r" b="b"/>
              <a:pathLst>
                <a:path w="848360" h="595629">
                  <a:moveTo>
                    <a:pt x="6773" y="0"/>
                  </a:moveTo>
                  <a:lnTo>
                    <a:pt x="6773" y="595511"/>
                  </a:lnTo>
                </a:path>
                <a:path w="848360" h="595629">
                  <a:moveTo>
                    <a:pt x="841345" y="0"/>
                  </a:moveTo>
                  <a:lnTo>
                    <a:pt x="841345" y="595511"/>
                  </a:lnTo>
                </a:path>
                <a:path w="848360" h="595629">
                  <a:moveTo>
                    <a:pt x="0" y="6773"/>
                  </a:moveTo>
                  <a:lnTo>
                    <a:pt x="848118" y="6773"/>
                  </a:lnTo>
                </a:path>
                <a:path w="848360" h="595629">
                  <a:moveTo>
                    <a:pt x="0" y="588738"/>
                  </a:moveTo>
                  <a:lnTo>
                    <a:pt x="848118" y="588738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604795" y="6290733"/>
            <a:ext cx="821055" cy="264160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4445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35"/>
              </a:spcBef>
            </a:pP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S_id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4795" y="6595262"/>
            <a:ext cx="821055" cy="264160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720"/>
              </a:lnSpc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1234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37655" y="5686790"/>
            <a:ext cx="4683125" cy="1270635"/>
            <a:chOff x="4937655" y="5686790"/>
            <a:chExt cx="4683125" cy="1270635"/>
          </a:xfrm>
        </p:grpSpPr>
        <p:sp>
          <p:nvSpPr>
            <p:cNvPr id="22" name="object 22"/>
            <p:cNvSpPr/>
            <p:nvPr/>
          </p:nvSpPr>
          <p:spPr>
            <a:xfrm>
              <a:off x="4944428" y="5693563"/>
              <a:ext cx="4669155" cy="1257300"/>
            </a:xfrm>
            <a:custGeom>
              <a:avLst/>
              <a:gdLst/>
              <a:ahLst/>
              <a:cxnLst/>
              <a:rect l="l" t="t" r="r" b="b"/>
              <a:pathLst>
                <a:path w="4669155" h="1257300">
                  <a:moveTo>
                    <a:pt x="4541526" y="492401"/>
                  </a:moveTo>
                  <a:lnTo>
                    <a:pt x="127436" y="492401"/>
                  </a:lnTo>
                  <a:lnTo>
                    <a:pt x="77832" y="502416"/>
                  </a:lnTo>
                  <a:lnTo>
                    <a:pt x="37325" y="529727"/>
                  </a:lnTo>
                  <a:lnTo>
                    <a:pt x="10014" y="570234"/>
                  </a:lnTo>
                  <a:lnTo>
                    <a:pt x="0" y="619838"/>
                  </a:lnTo>
                  <a:lnTo>
                    <a:pt x="0" y="1129584"/>
                  </a:lnTo>
                  <a:lnTo>
                    <a:pt x="10014" y="1179189"/>
                  </a:lnTo>
                  <a:lnTo>
                    <a:pt x="37325" y="1219696"/>
                  </a:lnTo>
                  <a:lnTo>
                    <a:pt x="77832" y="1247006"/>
                  </a:lnTo>
                  <a:lnTo>
                    <a:pt x="127436" y="1257021"/>
                  </a:lnTo>
                  <a:lnTo>
                    <a:pt x="4541526" y="1257021"/>
                  </a:lnTo>
                  <a:lnTo>
                    <a:pt x="4591130" y="1247006"/>
                  </a:lnTo>
                  <a:lnTo>
                    <a:pt x="4631637" y="1219696"/>
                  </a:lnTo>
                  <a:lnTo>
                    <a:pt x="4658948" y="1179189"/>
                  </a:lnTo>
                  <a:lnTo>
                    <a:pt x="4668963" y="1129584"/>
                  </a:lnTo>
                  <a:lnTo>
                    <a:pt x="4668963" y="619838"/>
                  </a:lnTo>
                  <a:lnTo>
                    <a:pt x="4658948" y="570234"/>
                  </a:lnTo>
                  <a:lnTo>
                    <a:pt x="4631637" y="529727"/>
                  </a:lnTo>
                  <a:lnTo>
                    <a:pt x="4591130" y="502416"/>
                  </a:lnTo>
                  <a:lnTo>
                    <a:pt x="4541526" y="492401"/>
                  </a:lnTo>
                  <a:close/>
                </a:path>
                <a:path w="4669155" h="1257300">
                  <a:moveTo>
                    <a:pt x="2475530" y="0"/>
                  </a:moveTo>
                  <a:lnTo>
                    <a:pt x="2723561" y="492401"/>
                  </a:lnTo>
                  <a:lnTo>
                    <a:pt x="3890802" y="492401"/>
                  </a:lnTo>
                  <a:lnTo>
                    <a:pt x="2475530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44428" y="5693564"/>
              <a:ext cx="4669155" cy="1257300"/>
            </a:xfrm>
            <a:custGeom>
              <a:avLst/>
              <a:gdLst/>
              <a:ahLst/>
              <a:cxnLst/>
              <a:rect l="l" t="t" r="r" b="b"/>
              <a:pathLst>
                <a:path w="4669155" h="1257300">
                  <a:moveTo>
                    <a:pt x="0" y="619837"/>
                  </a:moveTo>
                  <a:lnTo>
                    <a:pt x="10014" y="570233"/>
                  </a:lnTo>
                  <a:lnTo>
                    <a:pt x="37325" y="529726"/>
                  </a:lnTo>
                  <a:lnTo>
                    <a:pt x="77832" y="502415"/>
                  </a:lnTo>
                  <a:lnTo>
                    <a:pt x="127436" y="492401"/>
                  </a:lnTo>
                  <a:lnTo>
                    <a:pt x="2723561" y="492401"/>
                  </a:lnTo>
                  <a:lnTo>
                    <a:pt x="2475530" y="0"/>
                  </a:lnTo>
                  <a:lnTo>
                    <a:pt x="3890803" y="492401"/>
                  </a:lnTo>
                  <a:lnTo>
                    <a:pt x="4541526" y="492401"/>
                  </a:lnTo>
                  <a:lnTo>
                    <a:pt x="4591130" y="502415"/>
                  </a:lnTo>
                  <a:lnTo>
                    <a:pt x="4631637" y="529726"/>
                  </a:lnTo>
                  <a:lnTo>
                    <a:pt x="4658948" y="570233"/>
                  </a:lnTo>
                  <a:lnTo>
                    <a:pt x="4668963" y="619837"/>
                  </a:lnTo>
                  <a:lnTo>
                    <a:pt x="4668963" y="810992"/>
                  </a:lnTo>
                  <a:lnTo>
                    <a:pt x="4668963" y="1129584"/>
                  </a:lnTo>
                  <a:lnTo>
                    <a:pt x="4658948" y="1179188"/>
                  </a:lnTo>
                  <a:lnTo>
                    <a:pt x="4631637" y="1219695"/>
                  </a:lnTo>
                  <a:lnTo>
                    <a:pt x="4591130" y="1247006"/>
                  </a:lnTo>
                  <a:lnTo>
                    <a:pt x="4541526" y="1257020"/>
                  </a:lnTo>
                  <a:lnTo>
                    <a:pt x="3890803" y="1257020"/>
                  </a:lnTo>
                  <a:lnTo>
                    <a:pt x="2723561" y="1257020"/>
                  </a:lnTo>
                  <a:lnTo>
                    <a:pt x="127436" y="1257020"/>
                  </a:lnTo>
                  <a:lnTo>
                    <a:pt x="77832" y="1247006"/>
                  </a:lnTo>
                  <a:lnTo>
                    <a:pt x="37325" y="1219695"/>
                  </a:lnTo>
                  <a:lnTo>
                    <a:pt x="10014" y="1179188"/>
                  </a:lnTo>
                  <a:lnTo>
                    <a:pt x="0" y="1129584"/>
                  </a:lnTo>
                  <a:lnTo>
                    <a:pt x="0" y="810992"/>
                  </a:lnTo>
                  <a:lnTo>
                    <a:pt x="0" y="619837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257171" y="6209791"/>
            <a:ext cx="4043679" cy="68389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065" marR="5080" algn="ctr">
              <a:lnSpc>
                <a:spcPts val="1580"/>
              </a:lnSpc>
              <a:spcBef>
                <a:spcPts val="335"/>
              </a:spcBef>
            </a:pP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Some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DBMS 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(e.g.,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old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versions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of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MySQL) </a:t>
            </a:r>
            <a:r>
              <a:rPr sz="1500" spc="-5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Verdana"/>
                <a:cs typeface="Verdana"/>
              </a:rPr>
              <a:t>don’t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support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INTERSECT</a:t>
            </a:r>
            <a:r>
              <a:rPr sz="15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FFFFFF"/>
                </a:solidFill>
                <a:latin typeface="Verdana"/>
                <a:cs typeface="Verdana"/>
              </a:rPr>
              <a:t>operator.</a:t>
            </a:r>
            <a:endParaRPr sz="1500">
              <a:latin typeface="Verdana"/>
              <a:cs typeface="Verdana"/>
            </a:endParaRPr>
          </a:p>
          <a:p>
            <a:pPr marL="1270" algn="ctr">
              <a:lnSpc>
                <a:spcPts val="1789"/>
              </a:lnSpc>
            </a:pP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Good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news!!</a:t>
            </a:r>
            <a:r>
              <a:rPr sz="15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Our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CS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Verdana"/>
                <a:cs typeface="Verdana"/>
              </a:rPr>
              <a:t>server</a:t>
            </a:r>
            <a:r>
              <a:rPr sz="15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Verdana"/>
                <a:cs typeface="Verdana"/>
              </a:rPr>
              <a:t>does</a:t>
            </a:r>
            <a:r>
              <a:rPr sz="15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FFFFFF"/>
                </a:solidFill>
                <a:latin typeface="Wingdings"/>
                <a:cs typeface="Wingdings"/>
              </a:rPr>
              <a:t></a:t>
            </a:r>
            <a:endParaRPr sz="15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2633" y="389128"/>
            <a:ext cx="26365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Wrap-Up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619639" y="1289303"/>
            <a:ext cx="8855710" cy="3061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4800">
              <a:lnSpc>
                <a:spcPct val="105200"/>
              </a:lnSpc>
              <a:spcBef>
                <a:spcPts val="100"/>
              </a:spcBef>
              <a:buSzPct val="95652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Keep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small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reduce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2300" spc="-7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you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(in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many-to-one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one-to-many)</a:t>
            </a:r>
            <a:endParaRPr sz="23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1725"/>
              </a:spcBef>
              <a:buSzPct val="95652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Simple,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commonly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SQL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syntax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292934"/>
              </a:buClr>
              <a:buFont typeface="Arial MT"/>
              <a:buChar char="•"/>
            </a:pP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What’s</a:t>
            </a:r>
            <a:r>
              <a:rPr sz="2300" b="1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next?</a:t>
            </a:r>
            <a:endParaRPr sz="2300">
              <a:latin typeface="Verdana"/>
              <a:cs typeface="Verdana"/>
            </a:endParaRPr>
          </a:p>
          <a:p>
            <a:pPr marL="317500" indent="-304800">
              <a:lnSpc>
                <a:spcPct val="100000"/>
              </a:lnSpc>
              <a:spcBef>
                <a:spcPts val="1730"/>
              </a:spcBef>
              <a:buSzPct val="95652"/>
              <a:buFont typeface="Arial MT"/>
              <a:buChar char="•"/>
              <a:tabLst>
                <a:tab pos="316865" algn="l"/>
                <a:tab pos="317500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SQL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632" y="428243"/>
            <a:ext cx="950087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Queries</a:t>
            </a:r>
            <a:r>
              <a:rPr spc="-204" dirty="0"/>
              <a:t> </a:t>
            </a:r>
            <a:r>
              <a:rPr spc="-80" dirty="0"/>
              <a:t>Involving</a:t>
            </a:r>
            <a:r>
              <a:rPr spc="-204" dirty="0"/>
              <a:t> </a:t>
            </a:r>
            <a:r>
              <a:rPr spc="-80" dirty="0"/>
              <a:t>Multiple</a:t>
            </a:r>
            <a:r>
              <a:rPr spc="-204" dirty="0"/>
              <a:t> </a:t>
            </a:r>
            <a:r>
              <a:rPr spc="-80" dirty="0"/>
              <a:t>Relations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822" y="3943603"/>
            <a:ext cx="7383145" cy="82105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800" spc="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computingID,</a:t>
            </a:r>
            <a:r>
              <a:rPr sz="18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name,</a:t>
            </a:r>
            <a:r>
              <a:rPr sz="1800" spc="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TAHiring.year,</a:t>
            </a:r>
            <a:r>
              <a:rPr sz="18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hourly_rate, </a:t>
            </a:r>
            <a:r>
              <a:rPr sz="1800" spc="-10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8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TAHiring,</a:t>
            </a:r>
            <a:r>
              <a:rPr sz="18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Payrate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930"/>
              </a:lnSpc>
            </a:pP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WHERE</a:t>
            </a:r>
            <a:r>
              <a:rPr sz="18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TAHiring.year</a:t>
            </a:r>
            <a:r>
              <a:rPr sz="18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8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Payrate.year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6902" y="3943603"/>
            <a:ext cx="1829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hours_worked,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61064" y="1960689"/>
          <a:ext cx="5142228" cy="17458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1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2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982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3689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02839" y="1180591"/>
            <a:ext cx="6923405" cy="1266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0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Combine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common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columns</a:t>
            </a:r>
            <a:endParaRPr sz="2100">
              <a:latin typeface="Verdana"/>
              <a:cs typeface="Verdana"/>
            </a:endParaRPr>
          </a:p>
          <a:p>
            <a:pPr marL="513080">
              <a:lnSpc>
                <a:spcPct val="100000"/>
              </a:lnSpc>
              <a:spcBef>
                <a:spcPts val="1535"/>
              </a:spcBef>
            </a:pP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TAHiring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</a:pP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Payrate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680697" y="2451608"/>
          <a:ext cx="2175510" cy="8729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9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02933" y="5183952"/>
          <a:ext cx="7256779" cy="17458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6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982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4845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98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2335" y="5788152"/>
            <a:ext cx="1837944" cy="13502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116732" y="5749833"/>
            <a:ext cx="1594485" cy="94043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16510" algn="ctr">
              <a:lnSpc>
                <a:spcPts val="2290"/>
              </a:lnSpc>
              <a:spcBef>
                <a:spcPts val="220"/>
              </a:spcBef>
            </a:pP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DBMS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--</a:t>
            </a:r>
            <a:endParaRPr sz="2000">
              <a:latin typeface="Verdana"/>
              <a:cs typeface="Verdana"/>
            </a:endParaRPr>
          </a:p>
          <a:p>
            <a:pPr marL="269875" marR="248285" algn="ctr">
              <a:lnSpc>
                <a:spcPts val="2210"/>
              </a:lnSpc>
              <a:spcBef>
                <a:spcPts val="125"/>
              </a:spcBef>
            </a:pP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“</a:t>
            </a:r>
            <a:r>
              <a:rPr sz="2000" spc="3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atu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l 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join”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5353</TotalTime>
  <Words>3225</Words>
  <Application>Microsoft Macintosh PowerPoint</Application>
  <PresentationFormat>Custom</PresentationFormat>
  <Paragraphs>1056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Arial MT</vt:lpstr>
      <vt:lpstr>Calibri</vt:lpstr>
      <vt:lpstr>Calibri Light</vt:lpstr>
      <vt:lpstr>Courier New</vt:lpstr>
      <vt:lpstr>Times New Roman</vt:lpstr>
      <vt:lpstr>Verdana</vt:lpstr>
      <vt:lpstr>Wingdings</vt:lpstr>
      <vt:lpstr>Office Theme</vt:lpstr>
      <vt:lpstr>SQL - Basics</vt:lpstr>
      <vt:lpstr>Course Update</vt:lpstr>
      <vt:lpstr>Course Update</vt:lpstr>
      <vt:lpstr>Project Ideas</vt:lpstr>
      <vt:lpstr>QUERY LANGUAGES</vt:lpstr>
      <vt:lpstr>Structured Query Language (SQL)</vt:lpstr>
      <vt:lpstr>SQL (cont.)</vt:lpstr>
      <vt:lpstr>SQL Statements</vt:lpstr>
      <vt:lpstr>CREATE TABLE (Entity Set)</vt:lpstr>
      <vt:lpstr>CREATE TABLE (Entity Set)</vt:lpstr>
      <vt:lpstr>CREATE TABLE (One-to-One)</vt:lpstr>
      <vt:lpstr>CREATE TABLE (One-to-One)</vt:lpstr>
      <vt:lpstr>CREATE TABLE (Many-to-Many)</vt:lpstr>
      <vt:lpstr>CREATE TABLE (One-to-Many / Many-to-One)</vt:lpstr>
      <vt:lpstr>CREATE TABLE (One-to-Many / Many-to-One)</vt:lpstr>
      <vt:lpstr>CREATE TABLE (Multi-Way Relations)</vt:lpstr>
      <vt:lpstr>CREATE TABLE (Weak Entity Set)</vt:lpstr>
      <vt:lpstr>DROP TABLE</vt:lpstr>
      <vt:lpstr>ALTER TABLE … ADD/DROP</vt:lpstr>
      <vt:lpstr>INSERT INTO … VALUE</vt:lpstr>
      <vt:lpstr>INSERT INTO … VALUE</vt:lpstr>
      <vt:lpstr>UPDATE … SET ... WHERE</vt:lpstr>
      <vt:lpstr>DELETE FROM … WHERE</vt:lpstr>
      <vt:lpstr>Aggregation: Order of Actions</vt:lpstr>
      <vt:lpstr>SELECT * FROM ...</vt:lpstr>
      <vt:lpstr>SELECT Specific Attribute</vt:lpstr>
      <vt:lpstr>SELECT with WHERE Clause (1)</vt:lpstr>
      <vt:lpstr>SELECT with WHERE Clause (2)</vt:lpstr>
      <vt:lpstr>SELECT with WHERE Clause (3)</vt:lpstr>
      <vt:lpstr>SELECT DISTINCT</vt:lpstr>
      <vt:lpstr>SELECT with Pattern Matching</vt:lpstr>
      <vt:lpstr>ORDER BY (Ascending)</vt:lpstr>
      <vt:lpstr>ORDER BY (Descending)</vt:lpstr>
      <vt:lpstr>SELECT with Aliases</vt:lpstr>
      <vt:lpstr>UNION</vt:lpstr>
      <vt:lpstr>INTERSECT</vt:lpstr>
      <vt:lpstr>Wrap-Up</vt:lpstr>
      <vt:lpstr>Queries Involving Multiple Relations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4750meet12-SQL-basic-before-class</dc:title>
  <dc:creator>upsorn</dc:creator>
  <cp:lastModifiedBy>Farhan Tanvir</cp:lastModifiedBy>
  <cp:revision>26</cp:revision>
  <dcterms:created xsi:type="dcterms:W3CDTF">2023-09-18T12:34:18Z</dcterms:created>
  <dcterms:modified xsi:type="dcterms:W3CDTF">2026-02-03T01:25:00Z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2023-09-17T00:00:00Z</vt:filetime>
  </property>
  <property fmtid="{D5CDD505-2E9C-101B-9397-08002B2CF9AE}" pid="3" name="Creator">
    <vt:lpwstr>PowerPoint</vt:lpwstr>
  </property>
  <property fmtid="{D5CDD505-2E9C-101B-9397-08002B2CF9AE}" pid="4" name="LastSaved">
    <vt:filetime>2023-09-18T00:00:00Z</vt:filetime>
  </property>
</Properties>
</file>